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4"/>
  </p:handoutMasterIdLst>
  <p:sldIdLst>
    <p:sldId id="256" r:id="rId2"/>
    <p:sldId id="330" r:id="rId3"/>
    <p:sldId id="335" r:id="rId4"/>
    <p:sldId id="312" r:id="rId5"/>
    <p:sldId id="331" r:id="rId6"/>
    <p:sldId id="333" r:id="rId7"/>
    <p:sldId id="336" r:id="rId8"/>
    <p:sldId id="341" r:id="rId9"/>
    <p:sldId id="311" r:id="rId10"/>
    <p:sldId id="338" r:id="rId11"/>
    <p:sldId id="345" r:id="rId12"/>
    <p:sldId id="347" r:id="rId13"/>
    <p:sldId id="348" r:id="rId14"/>
    <p:sldId id="313" r:id="rId15"/>
    <p:sldId id="306" r:id="rId16"/>
    <p:sldId id="315" r:id="rId17"/>
    <p:sldId id="321" r:id="rId18"/>
    <p:sldId id="322" r:id="rId19"/>
    <p:sldId id="349" r:id="rId20"/>
    <p:sldId id="350" r:id="rId21"/>
    <p:sldId id="351" r:id="rId22"/>
    <p:sldId id="34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626ACDC3-2268-40D2-96E8-9F9B2BBAA84B}">
          <p14:sldIdLst>
            <p14:sldId id="256"/>
            <p14:sldId id="330"/>
            <p14:sldId id="335"/>
            <p14:sldId id="312"/>
            <p14:sldId id="331"/>
            <p14:sldId id="333"/>
            <p14:sldId id="336"/>
            <p14:sldId id="341"/>
            <p14:sldId id="311"/>
            <p14:sldId id="338"/>
            <p14:sldId id="345"/>
            <p14:sldId id="347"/>
            <p14:sldId id="348"/>
            <p14:sldId id="313"/>
            <p14:sldId id="306"/>
            <p14:sldId id="315"/>
            <p14:sldId id="321"/>
            <p14:sldId id="322"/>
            <p14:sldId id="349"/>
            <p14:sldId id="350"/>
            <p14:sldId id="351"/>
            <p14:sldId id="34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73B9"/>
    <a:srgbClr val="414141"/>
    <a:srgbClr val="FFFFFF"/>
    <a:srgbClr val="3884D0"/>
    <a:srgbClr val="585858"/>
    <a:srgbClr val="71A7DD"/>
    <a:srgbClr val="949494"/>
    <a:srgbClr val="474747"/>
    <a:srgbClr val="1398E9"/>
    <a:srgbClr val="2F7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60"/>
  </p:normalViewPr>
  <p:slideViewPr>
    <p:cSldViewPr snapToGrid="0">
      <p:cViewPr varScale="1">
        <p:scale>
          <a:sx n="84" d="100"/>
          <a:sy n="84" d="100"/>
        </p:scale>
        <p:origin x="51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06"/>
    </p:cViewPr>
  </p:sorter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DA5F75-FCCD-717F-9E6C-3A4C651ED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5B44DC-C55A-2885-1458-45E27E3788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10199-A74F-40B9-9286-36088350A99A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30FAE1-6B7A-79D4-7E2B-EDC24A529C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A54002-64BE-EF75-D3E3-5D7D89C829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D132B-357E-41C1-9AAD-E18E9516D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2568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C52433-C42C-6782-EC99-6A6707FEB0B5}"/>
              </a:ext>
            </a:extLst>
          </p:cNvPr>
          <p:cNvSpPr/>
          <p:nvPr userDrawn="1"/>
        </p:nvSpPr>
        <p:spPr>
          <a:xfrm>
            <a:off x="0" y="6026"/>
            <a:ext cx="12203360" cy="6858000"/>
          </a:xfrm>
          <a:prstGeom prst="rect">
            <a:avLst/>
          </a:prstGeom>
          <a:gradFill flip="none" rotWithShape="1">
            <a:gsLst>
              <a:gs pos="41000">
                <a:srgbClr val="2C73B9"/>
              </a:gs>
              <a:gs pos="92000">
                <a:srgbClr val="006BAA">
                  <a:alpha val="49000"/>
                </a:srgbClr>
              </a:gs>
            </a:gsLst>
            <a:lin ang="8100000" scaled="1"/>
            <a:tileRect/>
          </a:gradFill>
          <a:ln>
            <a:noFill/>
          </a:ln>
        </p:spPr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56E6488-8258-3313-F3D9-08E07433BB70}"/>
              </a:ext>
            </a:extLst>
          </p:cNvPr>
          <p:cNvSpPr/>
          <p:nvPr userDrawn="1"/>
        </p:nvSpPr>
        <p:spPr>
          <a:xfrm flipV="1">
            <a:off x="0" y="5272873"/>
            <a:ext cx="12192000" cy="1579100"/>
          </a:xfrm>
          <a:prstGeom prst="rect">
            <a:avLst/>
          </a:prstGeom>
          <a:gradFill flip="none" rotWithShape="1">
            <a:gsLst>
              <a:gs pos="31000">
                <a:srgbClr val="2C73B9"/>
              </a:gs>
              <a:gs pos="51000">
                <a:srgbClr val="006BAA">
                  <a:alpha val="49000"/>
                </a:srgbClr>
              </a:gs>
            </a:gsLst>
            <a:lin ang="8100000" scaled="1"/>
            <a:tileRect/>
          </a:gradFill>
          <a:ln>
            <a:noFill/>
          </a:ln>
        </p:spPr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B596C2E-D786-71C4-862A-5E4AB85A2C6C}"/>
              </a:ext>
            </a:extLst>
          </p:cNvPr>
          <p:cNvGrpSpPr>
            <a:grpSpLocks noChangeAspect="1"/>
          </p:cNvGrpSpPr>
          <p:nvPr userDrawn="1"/>
        </p:nvGrpSpPr>
        <p:grpSpPr>
          <a:xfrm rot="11700000">
            <a:off x="8616142" y="3422522"/>
            <a:ext cx="3776436" cy="3568055"/>
            <a:chOff x="-807913" y="-916232"/>
            <a:chExt cx="3610997" cy="3411741"/>
          </a:xfrm>
        </p:grpSpPr>
        <p:grpSp>
          <p:nvGrpSpPr>
            <p:cNvPr id="52" name="Google Shape;10140;p71">
              <a:extLst>
                <a:ext uri="{FF2B5EF4-FFF2-40B4-BE49-F238E27FC236}">
                  <a16:creationId xmlns:a16="http://schemas.microsoft.com/office/drawing/2014/main" id="{8F9D71B9-46BC-1C41-8550-DF0E88D16D0B}"/>
                </a:ext>
              </a:extLst>
            </p:cNvPr>
            <p:cNvGrpSpPr/>
            <p:nvPr/>
          </p:nvGrpSpPr>
          <p:grpSpPr>
            <a:xfrm rot="19800000">
              <a:off x="-364573" y="-843616"/>
              <a:ext cx="2713896" cy="3143318"/>
              <a:chOff x="4293838" y="3078639"/>
              <a:chExt cx="269353" cy="311973"/>
            </a:xfrm>
          </p:grpSpPr>
          <p:sp>
            <p:nvSpPr>
              <p:cNvPr id="66" name="Google Shape;10141;p71">
                <a:extLst>
                  <a:ext uri="{FF2B5EF4-FFF2-40B4-BE49-F238E27FC236}">
                    <a16:creationId xmlns:a16="http://schemas.microsoft.com/office/drawing/2014/main" id="{995FFDF7-8B88-7059-F6CB-63C14DA9A396}"/>
                  </a:ext>
                </a:extLst>
              </p:cNvPr>
              <p:cNvSpPr/>
              <p:nvPr/>
            </p:nvSpPr>
            <p:spPr>
              <a:xfrm>
                <a:off x="4293838" y="3078639"/>
                <a:ext cx="269353" cy="311973"/>
              </a:xfrm>
              <a:custGeom>
                <a:avLst/>
                <a:gdLst/>
                <a:ahLst/>
                <a:cxnLst/>
                <a:rect l="l" t="t" r="r" b="b"/>
                <a:pathLst>
                  <a:path w="34247" h="39666" fill="none" extrusionOk="0">
                    <a:moveTo>
                      <a:pt x="13" y="16730"/>
                    </a:moveTo>
                    <a:lnTo>
                      <a:pt x="7162" y="27690"/>
                    </a:lnTo>
                    <a:lnTo>
                      <a:pt x="8480" y="39666"/>
                    </a:lnTo>
                    <a:lnTo>
                      <a:pt x="18182" y="34138"/>
                    </a:lnTo>
                    <a:lnTo>
                      <a:pt x="26371" y="29807"/>
                    </a:lnTo>
                    <a:cubicBezTo>
                      <a:pt x="26371" y="29807"/>
                      <a:pt x="33605" y="34694"/>
                      <a:pt x="33932" y="35456"/>
                    </a:cubicBezTo>
                    <a:cubicBezTo>
                      <a:pt x="34246" y="36218"/>
                      <a:pt x="32263" y="18388"/>
                      <a:pt x="32263" y="18388"/>
                    </a:cubicBezTo>
                    <a:lnTo>
                      <a:pt x="28428" y="2928"/>
                    </a:lnTo>
                    <a:lnTo>
                      <a:pt x="12932" y="1"/>
                    </a:lnTo>
                    <a:lnTo>
                      <a:pt x="1670" y="2650"/>
                    </a:lnTo>
                    <a:lnTo>
                      <a:pt x="0" y="17142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0142;p71">
                <a:extLst>
                  <a:ext uri="{FF2B5EF4-FFF2-40B4-BE49-F238E27FC236}">
                    <a16:creationId xmlns:a16="http://schemas.microsoft.com/office/drawing/2014/main" id="{D59191B7-1124-A6BF-AF35-ECF2C83D815B}"/>
                  </a:ext>
                </a:extLst>
              </p:cNvPr>
              <p:cNvSpPr/>
              <p:nvPr/>
            </p:nvSpPr>
            <p:spPr>
              <a:xfrm>
                <a:off x="4306965" y="3099473"/>
                <a:ext cx="625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7949" h="8856" fill="none" extrusionOk="0">
                    <a:moveTo>
                      <a:pt x="1" y="1"/>
                    </a:moveTo>
                    <a:lnTo>
                      <a:pt x="7948" y="885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10143;p71">
                <a:extLst>
                  <a:ext uri="{FF2B5EF4-FFF2-40B4-BE49-F238E27FC236}">
                    <a16:creationId xmlns:a16="http://schemas.microsoft.com/office/drawing/2014/main" id="{7782A716-CC31-B600-CA18-C80AF22F5C80}"/>
                  </a:ext>
                </a:extLst>
              </p:cNvPr>
              <p:cNvSpPr/>
              <p:nvPr/>
            </p:nvSpPr>
            <p:spPr>
              <a:xfrm>
                <a:off x="4369476" y="3169118"/>
                <a:ext cx="26072" cy="98666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12545" fill="none" extrusionOk="0">
                    <a:moveTo>
                      <a:pt x="0" y="1"/>
                    </a:moveTo>
                    <a:lnTo>
                      <a:pt x="3315" y="12545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10144;p71">
                <a:extLst>
                  <a:ext uri="{FF2B5EF4-FFF2-40B4-BE49-F238E27FC236}">
                    <a16:creationId xmlns:a16="http://schemas.microsoft.com/office/drawing/2014/main" id="{77C10ED3-5DD5-5C0E-AF59-928527D6D094}"/>
                  </a:ext>
                </a:extLst>
              </p:cNvPr>
              <p:cNvSpPr/>
              <p:nvPr/>
            </p:nvSpPr>
            <p:spPr>
              <a:xfrm>
                <a:off x="4399347" y="3078639"/>
                <a:ext cx="60041" cy="110558"/>
              </a:xfrm>
              <a:custGeom>
                <a:avLst/>
                <a:gdLst/>
                <a:ahLst/>
                <a:cxnLst/>
                <a:rect l="l" t="t" r="r" b="b"/>
                <a:pathLst>
                  <a:path w="7634" h="14057" fill="none" extrusionOk="0">
                    <a:moveTo>
                      <a:pt x="7634" y="14057"/>
                    </a:moveTo>
                    <a:lnTo>
                      <a:pt x="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10145;p71">
                <a:extLst>
                  <a:ext uri="{FF2B5EF4-FFF2-40B4-BE49-F238E27FC236}">
                    <a16:creationId xmlns:a16="http://schemas.microsoft.com/office/drawing/2014/main" id="{2D9CA1FB-5F6C-E05B-625B-E3E5AA35E281}"/>
                  </a:ext>
                </a:extLst>
              </p:cNvPr>
              <p:cNvSpPr/>
              <p:nvPr/>
            </p:nvSpPr>
            <p:spPr>
              <a:xfrm>
                <a:off x="4373282" y="3169118"/>
                <a:ext cx="82299" cy="20079"/>
              </a:xfrm>
              <a:custGeom>
                <a:avLst/>
                <a:gdLst/>
                <a:ahLst/>
                <a:cxnLst/>
                <a:rect l="l" t="t" r="r" b="b"/>
                <a:pathLst>
                  <a:path w="10464" h="2553" fill="none" extrusionOk="0">
                    <a:moveTo>
                      <a:pt x="0" y="1"/>
                    </a:moveTo>
                    <a:lnTo>
                      <a:pt x="10464" y="2553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10146;p71">
                <a:extLst>
                  <a:ext uri="{FF2B5EF4-FFF2-40B4-BE49-F238E27FC236}">
                    <a16:creationId xmlns:a16="http://schemas.microsoft.com/office/drawing/2014/main" id="{D37D4863-6665-62DD-59E8-B7B7950D22BE}"/>
                  </a:ext>
                </a:extLst>
              </p:cNvPr>
              <p:cNvSpPr/>
              <p:nvPr/>
            </p:nvSpPr>
            <p:spPr>
              <a:xfrm>
                <a:off x="4369476" y="3078639"/>
                <a:ext cx="2987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11505" fill="none" extrusionOk="0">
                    <a:moveTo>
                      <a:pt x="0" y="11505"/>
                    </a:moveTo>
                    <a:lnTo>
                      <a:pt x="3799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10147;p71">
                <a:extLst>
                  <a:ext uri="{FF2B5EF4-FFF2-40B4-BE49-F238E27FC236}">
                    <a16:creationId xmlns:a16="http://schemas.microsoft.com/office/drawing/2014/main" id="{CE064F6B-39F4-0CDF-25A4-C7DA410E93E0}"/>
                  </a:ext>
                </a:extLst>
              </p:cNvPr>
              <p:cNvSpPr/>
              <p:nvPr/>
            </p:nvSpPr>
            <p:spPr>
              <a:xfrm>
                <a:off x="4293932" y="3169118"/>
                <a:ext cx="75551" cy="41110"/>
              </a:xfrm>
              <a:custGeom>
                <a:avLst/>
                <a:gdLst/>
                <a:ahLst/>
                <a:cxnLst/>
                <a:rect l="l" t="t" r="r" b="b"/>
                <a:pathLst>
                  <a:path w="9606" h="5227" fill="none" extrusionOk="0">
                    <a:moveTo>
                      <a:pt x="1" y="5226"/>
                    </a:moveTo>
                    <a:lnTo>
                      <a:pt x="9605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10148;p71">
                <a:extLst>
                  <a:ext uri="{FF2B5EF4-FFF2-40B4-BE49-F238E27FC236}">
                    <a16:creationId xmlns:a16="http://schemas.microsoft.com/office/drawing/2014/main" id="{807E2A77-EA94-67D1-2279-DE314999F6DD}"/>
                  </a:ext>
                </a:extLst>
              </p:cNvPr>
              <p:cNvSpPr/>
              <p:nvPr/>
            </p:nvSpPr>
            <p:spPr>
              <a:xfrm>
                <a:off x="4350159" y="3267776"/>
                <a:ext cx="45389" cy="27032"/>
              </a:xfrm>
              <a:custGeom>
                <a:avLst/>
                <a:gdLst/>
                <a:ahLst/>
                <a:cxnLst/>
                <a:rect l="l" t="t" r="r" b="b"/>
                <a:pathLst>
                  <a:path w="5771" h="3437" fill="none" extrusionOk="0">
                    <a:moveTo>
                      <a:pt x="1" y="3436"/>
                    </a:moveTo>
                    <a:lnTo>
                      <a:pt x="577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10149;p71">
                <a:extLst>
                  <a:ext uri="{FF2B5EF4-FFF2-40B4-BE49-F238E27FC236}">
                    <a16:creationId xmlns:a16="http://schemas.microsoft.com/office/drawing/2014/main" id="{1176D33C-0C6A-CA25-A3D1-F85C8B3CF84F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38830" cy="76031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9667" fill="none" extrusionOk="0">
                    <a:moveTo>
                      <a:pt x="1" y="1"/>
                    </a:moveTo>
                    <a:lnTo>
                      <a:pt x="4936" y="966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10150;p71">
                <a:extLst>
                  <a:ext uri="{FF2B5EF4-FFF2-40B4-BE49-F238E27FC236}">
                    <a16:creationId xmlns:a16="http://schemas.microsoft.com/office/drawing/2014/main" id="{224CB682-84F0-7806-4517-89308DBD34FE}"/>
                  </a:ext>
                </a:extLst>
              </p:cNvPr>
              <p:cNvSpPr/>
              <p:nvPr/>
            </p:nvSpPr>
            <p:spPr>
              <a:xfrm>
                <a:off x="4360439" y="3267776"/>
                <a:ext cx="35109" cy="121978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15509" fill="none" extrusionOk="0">
                    <a:moveTo>
                      <a:pt x="0" y="15509"/>
                    </a:moveTo>
                    <a:lnTo>
                      <a:pt x="446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10151;p71">
                <a:extLst>
                  <a:ext uri="{FF2B5EF4-FFF2-40B4-BE49-F238E27FC236}">
                    <a16:creationId xmlns:a16="http://schemas.microsoft.com/office/drawing/2014/main" id="{3A4800A5-3823-CC98-2A19-D4FAB5316FF7}"/>
                  </a:ext>
                </a:extLst>
              </p:cNvPr>
              <p:cNvSpPr/>
              <p:nvPr/>
            </p:nvSpPr>
            <p:spPr>
              <a:xfrm>
                <a:off x="4293932" y="3210220"/>
                <a:ext cx="101616" cy="57564"/>
              </a:xfrm>
              <a:custGeom>
                <a:avLst/>
                <a:gdLst/>
                <a:ahLst/>
                <a:cxnLst/>
                <a:rect l="l" t="t" r="r" b="b"/>
                <a:pathLst>
                  <a:path w="12920" h="7319" fill="none" extrusionOk="0">
                    <a:moveTo>
                      <a:pt x="1" y="0"/>
                    </a:moveTo>
                    <a:lnTo>
                      <a:pt x="12920" y="731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10152;p71">
                <a:extLst>
                  <a:ext uri="{FF2B5EF4-FFF2-40B4-BE49-F238E27FC236}">
                    <a16:creationId xmlns:a16="http://schemas.microsoft.com/office/drawing/2014/main" id="{C4D1F290-D70F-AF1B-0D8F-B8EAD18B3993}"/>
                  </a:ext>
                </a:extLst>
              </p:cNvPr>
              <p:cNvSpPr/>
              <p:nvPr/>
            </p:nvSpPr>
            <p:spPr>
              <a:xfrm>
                <a:off x="4395540" y="3186436"/>
                <a:ext cx="66420" cy="79735"/>
              </a:xfrm>
              <a:custGeom>
                <a:avLst/>
                <a:gdLst/>
                <a:ahLst/>
                <a:cxnLst/>
                <a:rect l="l" t="t" r="r" b="b"/>
                <a:pathLst>
                  <a:path w="8445" h="10138" fill="none" extrusionOk="0">
                    <a:moveTo>
                      <a:pt x="8444" y="0"/>
                    </a:moveTo>
                    <a:lnTo>
                      <a:pt x="1" y="10137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10153;p71">
                <a:extLst>
                  <a:ext uri="{FF2B5EF4-FFF2-40B4-BE49-F238E27FC236}">
                    <a16:creationId xmlns:a16="http://schemas.microsoft.com/office/drawing/2014/main" id="{84A12379-6E42-153D-0573-750094AFB043}"/>
                  </a:ext>
                </a:extLst>
              </p:cNvPr>
              <p:cNvSpPr/>
              <p:nvPr/>
            </p:nvSpPr>
            <p:spPr>
              <a:xfrm>
                <a:off x="4459380" y="3189669"/>
                <a:ext cx="41873" cy="123402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690" fill="none" extrusionOk="0">
                    <a:moveTo>
                      <a:pt x="1" y="0"/>
                    </a:moveTo>
                    <a:lnTo>
                      <a:pt x="5323" y="1569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10154;p71">
                <a:extLst>
                  <a:ext uri="{FF2B5EF4-FFF2-40B4-BE49-F238E27FC236}">
                    <a16:creationId xmlns:a16="http://schemas.microsoft.com/office/drawing/2014/main" id="{B4C969D3-FE0A-73EE-1EA3-E80CE7B40A59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105713" cy="45295"/>
              </a:xfrm>
              <a:custGeom>
                <a:avLst/>
                <a:gdLst/>
                <a:ahLst/>
                <a:cxnLst/>
                <a:rect l="l" t="t" r="r" b="b"/>
                <a:pathLst>
                  <a:path w="13441" h="5759" fill="none" extrusionOk="0">
                    <a:moveTo>
                      <a:pt x="1" y="1"/>
                    </a:moveTo>
                    <a:lnTo>
                      <a:pt x="13440" y="575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10155;p71">
                <a:extLst>
                  <a:ext uri="{FF2B5EF4-FFF2-40B4-BE49-F238E27FC236}">
                    <a16:creationId xmlns:a16="http://schemas.microsoft.com/office/drawing/2014/main" id="{4C6A6611-F30F-920B-D762-10E68536CEA0}"/>
                  </a:ext>
                </a:extLst>
              </p:cNvPr>
              <p:cNvSpPr/>
              <p:nvPr/>
            </p:nvSpPr>
            <p:spPr>
              <a:xfrm>
                <a:off x="4501246" y="3223252"/>
                <a:ext cx="46435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5904" h="11420" fill="none" extrusionOk="0">
                    <a:moveTo>
                      <a:pt x="0" y="11420"/>
                    </a:moveTo>
                    <a:lnTo>
                      <a:pt x="590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10156;p71">
                <a:extLst>
                  <a:ext uri="{FF2B5EF4-FFF2-40B4-BE49-F238E27FC236}">
                    <a16:creationId xmlns:a16="http://schemas.microsoft.com/office/drawing/2014/main" id="{84A3A589-AE51-E677-553B-252B7EF6A808}"/>
                  </a:ext>
                </a:extLst>
              </p:cNvPr>
              <p:cNvSpPr/>
              <p:nvPr/>
            </p:nvSpPr>
            <p:spPr>
              <a:xfrm>
                <a:off x="4459671" y="3104231"/>
                <a:ext cx="58421" cy="84966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10803" fill="none" extrusionOk="0">
                    <a:moveTo>
                      <a:pt x="0" y="10803"/>
                    </a:moveTo>
                    <a:lnTo>
                      <a:pt x="7428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10157;p71">
                <a:extLst>
                  <a:ext uri="{FF2B5EF4-FFF2-40B4-BE49-F238E27FC236}">
                    <a16:creationId xmlns:a16="http://schemas.microsoft.com/office/drawing/2014/main" id="{D2BB1ADC-EC5D-0E2E-6AC9-0DD787224F80}"/>
                  </a:ext>
                </a:extLst>
              </p:cNvPr>
              <p:cNvSpPr/>
              <p:nvPr/>
            </p:nvSpPr>
            <p:spPr>
              <a:xfrm>
                <a:off x="4459671" y="3189189"/>
                <a:ext cx="86586" cy="36737"/>
              </a:xfrm>
              <a:custGeom>
                <a:avLst/>
                <a:gdLst/>
                <a:ahLst/>
                <a:cxnLst/>
                <a:rect l="l" t="t" r="r" b="b"/>
                <a:pathLst>
                  <a:path w="11009" h="4671" fill="none" extrusionOk="0">
                    <a:moveTo>
                      <a:pt x="0" y="1"/>
                    </a:moveTo>
                    <a:lnTo>
                      <a:pt x="11008" y="467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" name="Google Shape;10160;p71">
              <a:extLst>
                <a:ext uri="{FF2B5EF4-FFF2-40B4-BE49-F238E27FC236}">
                  <a16:creationId xmlns:a16="http://schemas.microsoft.com/office/drawing/2014/main" id="{0AF449E3-A6DE-3C77-AFC5-25C3BECBF5A6}"/>
                </a:ext>
              </a:extLst>
            </p:cNvPr>
            <p:cNvSpPr/>
            <p:nvPr/>
          </p:nvSpPr>
          <p:spPr>
            <a:xfrm rot="19800000">
              <a:off x="2705414" y="1100798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9EA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0163;p71">
              <a:extLst>
                <a:ext uri="{FF2B5EF4-FFF2-40B4-BE49-F238E27FC236}">
                  <a16:creationId xmlns:a16="http://schemas.microsoft.com/office/drawing/2014/main" id="{F9FF12EC-D00D-E649-454D-107771CF3384}"/>
                </a:ext>
              </a:extLst>
            </p:cNvPr>
            <p:cNvSpPr/>
            <p:nvPr/>
          </p:nvSpPr>
          <p:spPr>
            <a:xfrm rot="19800000">
              <a:off x="-364115" y="1158621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0"/>
                  </a:moveTo>
                  <a:cubicBezTo>
                    <a:pt x="363" y="0"/>
                    <a:pt x="0" y="375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5"/>
                    <a:pt x="1282" y="0"/>
                    <a:pt x="823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166;p71">
              <a:extLst>
                <a:ext uri="{FF2B5EF4-FFF2-40B4-BE49-F238E27FC236}">
                  <a16:creationId xmlns:a16="http://schemas.microsoft.com/office/drawing/2014/main" id="{8E86D7A5-9801-2830-6A61-8DBA7DD6ACF1}"/>
                </a:ext>
              </a:extLst>
            </p:cNvPr>
            <p:cNvSpPr/>
            <p:nvPr/>
          </p:nvSpPr>
          <p:spPr>
            <a:xfrm rot="19800000">
              <a:off x="-807913" y="127294"/>
              <a:ext cx="97670" cy="97730"/>
            </a:xfrm>
            <a:custGeom>
              <a:avLst/>
              <a:gdLst/>
              <a:ahLst/>
              <a:cxnLst/>
              <a:rect l="l" t="t" r="r" b="b"/>
              <a:pathLst>
                <a:path w="1658" h="1659" extrusionOk="0">
                  <a:moveTo>
                    <a:pt x="823" y="1"/>
                  </a:moveTo>
                  <a:cubicBezTo>
                    <a:pt x="363" y="1"/>
                    <a:pt x="0" y="364"/>
                    <a:pt x="0" y="824"/>
                  </a:cubicBezTo>
                  <a:cubicBezTo>
                    <a:pt x="0" y="1283"/>
                    <a:pt x="363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169;p71">
              <a:extLst>
                <a:ext uri="{FF2B5EF4-FFF2-40B4-BE49-F238E27FC236}">
                  <a16:creationId xmlns:a16="http://schemas.microsoft.com/office/drawing/2014/main" id="{3083560B-65E4-97E4-B92E-5BD9CECAEAF0}"/>
                </a:ext>
              </a:extLst>
            </p:cNvPr>
            <p:cNvSpPr/>
            <p:nvPr/>
          </p:nvSpPr>
          <p:spPr>
            <a:xfrm rot="19800000">
              <a:off x="1962647" y="1012612"/>
              <a:ext cx="97730" cy="97670"/>
            </a:xfrm>
            <a:custGeom>
              <a:avLst/>
              <a:gdLst/>
              <a:ahLst/>
              <a:cxnLst/>
              <a:rect l="l" t="t" r="r" b="b"/>
              <a:pathLst>
                <a:path w="1659" h="1658" extrusionOk="0">
                  <a:moveTo>
                    <a:pt x="835" y="0"/>
                  </a:moveTo>
                  <a:cubicBezTo>
                    <a:pt x="376" y="0"/>
                    <a:pt x="1" y="363"/>
                    <a:pt x="1" y="823"/>
                  </a:cubicBezTo>
                  <a:cubicBezTo>
                    <a:pt x="1" y="1282"/>
                    <a:pt x="376" y="1657"/>
                    <a:pt x="835" y="1657"/>
                  </a:cubicBezTo>
                  <a:cubicBezTo>
                    <a:pt x="1295" y="1657"/>
                    <a:pt x="1658" y="1282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0172;p71">
              <a:extLst>
                <a:ext uri="{FF2B5EF4-FFF2-40B4-BE49-F238E27FC236}">
                  <a16:creationId xmlns:a16="http://schemas.microsoft.com/office/drawing/2014/main" id="{7DEF9DE2-ED73-5385-2FF7-9CEE4D11F770}"/>
                </a:ext>
              </a:extLst>
            </p:cNvPr>
            <p:cNvSpPr/>
            <p:nvPr/>
          </p:nvSpPr>
          <p:spPr>
            <a:xfrm rot="19800000">
              <a:off x="1551344" y="1646573"/>
              <a:ext cx="97730" cy="97730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76" y="1"/>
                    <a:pt x="1" y="376"/>
                    <a:pt x="1" y="823"/>
                  </a:cubicBezTo>
                  <a:cubicBezTo>
                    <a:pt x="1" y="1283"/>
                    <a:pt x="376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0175;p71">
              <a:extLst>
                <a:ext uri="{FF2B5EF4-FFF2-40B4-BE49-F238E27FC236}">
                  <a16:creationId xmlns:a16="http://schemas.microsoft.com/office/drawing/2014/main" id="{BE7B2EEC-1D6F-42D7-7CF9-B651E84AB798}"/>
                </a:ext>
              </a:extLst>
            </p:cNvPr>
            <p:cNvSpPr/>
            <p:nvPr/>
          </p:nvSpPr>
          <p:spPr>
            <a:xfrm rot="19800000">
              <a:off x="1126106" y="2397778"/>
              <a:ext cx="97730" cy="97731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64" y="1"/>
                    <a:pt x="1" y="364"/>
                    <a:pt x="1" y="824"/>
                  </a:cubicBezTo>
                  <a:cubicBezTo>
                    <a:pt x="1" y="1283"/>
                    <a:pt x="364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0181;p71">
              <a:extLst>
                <a:ext uri="{FF2B5EF4-FFF2-40B4-BE49-F238E27FC236}">
                  <a16:creationId xmlns:a16="http://schemas.microsoft.com/office/drawing/2014/main" id="{BEE9B1E4-36F7-B96B-8926-13B5574062B0}"/>
                </a:ext>
              </a:extLst>
            </p:cNvPr>
            <p:cNvSpPr/>
            <p:nvPr/>
          </p:nvSpPr>
          <p:spPr>
            <a:xfrm rot="19800000">
              <a:off x="1915607" y="-5958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1"/>
                  </a:moveTo>
                  <a:cubicBezTo>
                    <a:pt x="363" y="1"/>
                    <a:pt x="0" y="376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6"/>
                    <a:pt x="1282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0184;p71">
              <a:extLst>
                <a:ext uri="{FF2B5EF4-FFF2-40B4-BE49-F238E27FC236}">
                  <a16:creationId xmlns:a16="http://schemas.microsoft.com/office/drawing/2014/main" id="{D5B58619-9806-90F5-11D7-3AAA45A3A8D5}"/>
                </a:ext>
              </a:extLst>
            </p:cNvPr>
            <p:cNvSpPr/>
            <p:nvPr/>
          </p:nvSpPr>
          <p:spPr>
            <a:xfrm rot="19800000">
              <a:off x="995685" y="161343"/>
              <a:ext cx="57021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0187;p71">
              <a:extLst>
                <a:ext uri="{FF2B5EF4-FFF2-40B4-BE49-F238E27FC236}">
                  <a16:creationId xmlns:a16="http://schemas.microsoft.com/office/drawing/2014/main" id="{D26B967B-6FA3-AA15-BCDC-6A029431BA2F}"/>
                </a:ext>
              </a:extLst>
            </p:cNvPr>
            <p:cNvSpPr/>
            <p:nvPr/>
          </p:nvSpPr>
          <p:spPr>
            <a:xfrm rot="19800000">
              <a:off x="99074" y="402104"/>
              <a:ext cx="88926" cy="88926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0"/>
                  </a:moveTo>
                  <a:cubicBezTo>
                    <a:pt x="218" y="0"/>
                    <a:pt x="1" y="218"/>
                    <a:pt x="1" y="484"/>
                  </a:cubicBezTo>
                  <a:cubicBezTo>
                    <a:pt x="1" y="750"/>
                    <a:pt x="218" y="968"/>
                    <a:pt x="484" y="968"/>
                  </a:cubicBezTo>
                  <a:cubicBezTo>
                    <a:pt x="751" y="968"/>
                    <a:pt x="968" y="750"/>
                    <a:pt x="968" y="484"/>
                  </a:cubicBezTo>
                  <a:cubicBezTo>
                    <a:pt x="968" y="218"/>
                    <a:pt x="751" y="0"/>
                    <a:pt x="484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0190;p71">
              <a:extLst>
                <a:ext uri="{FF2B5EF4-FFF2-40B4-BE49-F238E27FC236}">
                  <a16:creationId xmlns:a16="http://schemas.microsoft.com/office/drawing/2014/main" id="{18D2668F-6BC1-9874-7575-47112A6B01A6}"/>
                </a:ext>
              </a:extLst>
            </p:cNvPr>
            <p:cNvSpPr/>
            <p:nvPr/>
          </p:nvSpPr>
          <p:spPr>
            <a:xfrm rot="19800000">
              <a:off x="834499" y="1168842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0193;p71">
              <a:extLst>
                <a:ext uri="{FF2B5EF4-FFF2-40B4-BE49-F238E27FC236}">
                  <a16:creationId xmlns:a16="http://schemas.microsoft.com/office/drawing/2014/main" id="{DBD3F004-7933-BE09-2841-75580B282512}"/>
                </a:ext>
              </a:extLst>
            </p:cNvPr>
            <p:cNvSpPr/>
            <p:nvPr/>
          </p:nvSpPr>
          <p:spPr>
            <a:xfrm rot="19800000">
              <a:off x="582339" y="1646576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63"/>
                    <a:pt x="218" y="969"/>
                    <a:pt x="484" y="969"/>
                  </a:cubicBezTo>
                  <a:cubicBezTo>
                    <a:pt x="750" y="969"/>
                    <a:pt x="968" y="763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0196;p71">
              <a:extLst>
                <a:ext uri="{FF2B5EF4-FFF2-40B4-BE49-F238E27FC236}">
                  <a16:creationId xmlns:a16="http://schemas.microsoft.com/office/drawing/2014/main" id="{F40C60F1-6ED2-58AC-9466-B775136261DF}"/>
                </a:ext>
              </a:extLst>
            </p:cNvPr>
            <p:cNvSpPr/>
            <p:nvPr/>
          </p:nvSpPr>
          <p:spPr>
            <a:xfrm rot="19800000">
              <a:off x="-94807" y="-498993"/>
              <a:ext cx="67036" cy="57493"/>
            </a:xfrm>
            <a:custGeom>
              <a:avLst/>
              <a:gdLst/>
              <a:ahLst/>
              <a:cxnLst/>
              <a:rect l="l" t="t" r="r" b="b"/>
              <a:pathLst>
                <a:path w="1138" h="976" extrusionOk="0">
                  <a:moveTo>
                    <a:pt x="654" y="0"/>
                  </a:moveTo>
                  <a:cubicBezTo>
                    <a:pt x="218" y="0"/>
                    <a:pt x="1" y="521"/>
                    <a:pt x="303" y="835"/>
                  </a:cubicBezTo>
                  <a:cubicBezTo>
                    <a:pt x="401" y="932"/>
                    <a:pt x="522" y="976"/>
                    <a:pt x="641" y="976"/>
                  </a:cubicBezTo>
                  <a:cubicBezTo>
                    <a:pt x="893" y="976"/>
                    <a:pt x="1138" y="783"/>
                    <a:pt x="1138" y="496"/>
                  </a:cubicBezTo>
                  <a:cubicBezTo>
                    <a:pt x="1138" y="218"/>
                    <a:pt x="920" y="12"/>
                    <a:pt x="654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0160;p71">
              <a:extLst>
                <a:ext uri="{FF2B5EF4-FFF2-40B4-BE49-F238E27FC236}">
                  <a16:creationId xmlns:a16="http://schemas.microsoft.com/office/drawing/2014/main" id="{B8E1A7A3-C196-8EFA-4366-32ACF261DA66}"/>
                </a:ext>
              </a:extLst>
            </p:cNvPr>
            <p:cNvSpPr/>
            <p:nvPr/>
          </p:nvSpPr>
          <p:spPr>
            <a:xfrm rot="19800000">
              <a:off x="1058112" y="-916232"/>
              <a:ext cx="85459" cy="85459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9EA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Freeform: Shape 151">
            <a:extLst>
              <a:ext uri="{FF2B5EF4-FFF2-40B4-BE49-F238E27FC236}">
                <a16:creationId xmlns:a16="http://schemas.microsoft.com/office/drawing/2014/main" id="{D9F5DD1A-682C-5F53-26F0-9CABB40A1599}"/>
              </a:ext>
            </a:extLst>
          </p:cNvPr>
          <p:cNvSpPr>
            <a:spLocks/>
          </p:cNvSpPr>
          <p:nvPr userDrawn="1"/>
        </p:nvSpPr>
        <p:spPr>
          <a:xfrm>
            <a:off x="76116" y="72072"/>
            <a:ext cx="12060000" cy="5040000"/>
          </a:xfrm>
          <a:prstGeom prst="roundRect">
            <a:avLst>
              <a:gd name="adj" fmla="val 7004"/>
            </a:avLst>
          </a:prstGeom>
          <a:solidFill>
            <a:schemeClr val="bg1"/>
          </a:solidFill>
          <a:ln w="38100">
            <a:solidFill>
              <a:srgbClr val="1398E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id-ID" dirty="0"/>
          </a:p>
        </p:txBody>
      </p:sp>
      <p:sp>
        <p:nvSpPr>
          <p:cNvPr id="45" name="Picture Placeholder 11">
            <a:extLst>
              <a:ext uri="{FF2B5EF4-FFF2-40B4-BE49-F238E27FC236}">
                <a16:creationId xmlns:a16="http://schemas.microsoft.com/office/drawing/2014/main" id="{DB18ECFD-BDA4-A7BC-3818-BC091C625980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 flipH="1">
            <a:off x="115031" y="111356"/>
            <a:ext cx="11988000" cy="4968000"/>
          </a:xfrm>
          <a:prstGeom prst="roundRect">
            <a:avLst>
              <a:gd name="adj" fmla="val 5771"/>
            </a:avLst>
          </a:prstGeom>
          <a:effectLst>
            <a:outerShdw blurRad="50800" dist="63500" dir="5400000" algn="t" rotWithShape="0">
              <a:prstClr val="black">
                <a:alpha val="40000"/>
              </a:prstClr>
            </a:outerShdw>
            <a:reflection blurRad="6350" stA="60000" endPos="20000" dir="5400000" sy="-100000" algn="bl" rotWithShape="0"/>
          </a:effectLst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84" name="Text Placeholder 29">
            <a:extLst>
              <a:ext uri="{FF2B5EF4-FFF2-40B4-BE49-F238E27FC236}">
                <a16:creationId xmlns:a16="http://schemas.microsoft.com/office/drawing/2014/main" id="{B61D8230-BF7A-880F-8875-0A26325481D8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50589" y="5761760"/>
            <a:ext cx="5945411" cy="972518"/>
          </a:xfrm>
          <a:noFill/>
        </p:spPr>
        <p:txBody>
          <a:bodyPr/>
          <a:lstStyle>
            <a:lvl1pPr marL="0" indent="0">
              <a:buNone/>
              <a:defRPr lang="en-US" sz="2400" b="1" kern="120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2400" kern="120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 descr="A picture containing text, outdoor, sign, clipart&#10;&#10;Description automatically generated">
            <a:extLst>
              <a:ext uri="{FF2B5EF4-FFF2-40B4-BE49-F238E27FC236}">
                <a16:creationId xmlns:a16="http://schemas.microsoft.com/office/drawing/2014/main" id="{270DA907-0709-1B9B-6BE7-A1882B837F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28345" y="479448"/>
            <a:ext cx="2880000" cy="1440001"/>
          </a:xfrm>
          <a:prstGeom prst="rect">
            <a:avLst/>
          </a:prstGeom>
        </p:spPr>
      </p:pic>
      <p:sp>
        <p:nvSpPr>
          <p:cNvPr id="83" name="Title 18">
            <a:extLst>
              <a:ext uri="{FF2B5EF4-FFF2-40B4-BE49-F238E27FC236}">
                <a16:creationId xmlns:a16="http://schemas.microsoft.com/office/drawing/2014/main" id="{784F2E8A-457F-CFE9-AC84-8D3EEF68A34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496000" y="4226775"/>
            <a:ext cx="7200000" cy="900000"/>
          </a:xfrm>
          <a:prstGeom prst="roundRect">
            <a:avLst/>
          </a:prstGeom>
          <a:solidFill>
            <a:srgbClr val="2C73B9">
              <a:alpha val="50196"/>
            </a:srgbClr>
          </a:solidFill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8317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owchart: Manual Input 11">
            <a:extLst>
              <a:ext uri="{FF2B5EF4-FFF2-40B4-BE49-F238E27FC236}">
                <a16:creationId xmlns:a16="http://schemas.microsoft.com/office/drawing/2014/main" id="{7B7F3293-0AF2-6BF5-F2A1-C57C73D7E2D7}"/>
              </a:ext>
            </a:extLst>
          </p:cNvPr>
          <p:cNvSpPr/>
          <p:nvPr userDrawn="1"/>
        </p:nvSpPr>
        <p:spPr>
          <a:xfrm rot="16200000" flipH="1">
            <a:off x="4389268" y="-944732"/>
            <a:ext cx="6858000" cy="8747464"/>
          </a:xfrm>
          <a:prstGeom prst="flowChartManualInput">
            <a:avLst/>
          </a:prstGeom>
          <a:gradFill>
            <a:gsLst>
              <a:gs pos="100000">
                <a:srgbClr val="2C73B9"/>
              </a:gs>
              <a:gs pos="0">
                <a:srgbClr val="2C73B9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18C9DB8-5BB7-3294-2044-F02FDA55A5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6851" r="10220"/>
          <a:stretch/>
        </p:blipFill>
        <p:spPr>
          <a:xfrm>
            <a:off x="4351020" y="-12700"/>
            <a:ext cx="7853680" cy="5016500"/>
          </a:xfrm>
          <a:prstGeom prst="rect">
            <a:avLst/>
          </a:prstGeom>
        </p:spPr>
      </p:pic>
      <p:pic>
        <p:nvPicPr>
          <p:cNvPr id="22" name="Picture 21" descr="A black background with blue lines&#10;&#10;Description automatically generated">
            <a:extLst>
              <a:ext uri="{FF2B5EF4-FFF2-40B4-BE49-F238E27FC236}">
                <a16:creationId xmlns:a16="http://schemas.microsoft.com/office/drawing/2014/main" id="{76D95A32-8069-4FCF-4969-466E4F036B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200650" cy="6858000"/>
          </a:xfrm>
          <a:prstGeom prst="rect">
            <a:avLst/>
          </a:prstGeom>
        </p:spPr>
      </p:pic>
      <p:pic>
        <p:nvPicPr>
          <p:cNvPr id="23" name="Picture 22" descr="A picture containing text, outdoor, sign, clipart&#10;&#10;Description automatically generated">
            <a:extLst>
              <a:ext uri="{FF2B5EF4-FFF2-40B4-BE49-F238E27FC236}">
                <a16:creationId xmlns:a16="http://schemas.microsoft.com/office/drawing/2014/main" id="{8044C53D-B692-1179-F3F3-EE815DC4C4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01945" y="1177948"/>
            <a:ext cx="2880000" cy="1440001"/>
          </a:xfrm>
          <a:prstGeom prst="rect">
            <a:avLst/>
          </a:prstGeom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4C71980A-C168-025E-228E-A1635451C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720" y="5000625"/>
            <a:ext cx="7955280" cy="931014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342FB87F-A849-F373-B823-464E539E67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36720" y="6038850"/>
            <a:ext cx="7955279" cy="742950"/>
          </a:xfrm>
        </p:spPr>
        <p:txBody>
          <a:bodyPr anchor="ctr" anchorCtr="0">
            <a:norm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0DFF6465-520C-1905-F341-7C1BD91F36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4373599" y="-15581"/>
            <a:ext cx="7833629" cy="492917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69 w 10000"/>
              <a:gd name="connsiteY0" fmla="*/ 93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69 w 10000"/>
              <a:gd name="connsiteY4" fmla="*/ 93 h 10000"/>
              <a:gd name="connsiteX0" fmla="*/ 15 w 10000"/>
              <a:gd name="connsiteY0" fmla="*/ 93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5 w 10000"/>
              <a:gd name="connsiteY4" fmla="*/ 93 h 10000"/>
              <a:gd name="connsiteX0" fmla="*/ 15 w 10000"/>
              <a:gd name="connsiteY0" fmla="*/ 5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5 w 10000"/>
              <a:gd name="connsiteY4" fmla="*/ 57 h 10000"/>
              <a:gd name="connsiteX0" fmla="*/ 15 w 10000"/>
              <a:gd name="connsiteY0" fmla="*/ 57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5 w 10000"/>
              <a:gd name="connsiteY4" fmla="*/ 57 h 10000"/>
              <a:gd name="connsiteX0" fmla="*/ 15 w 11902"/>
              <a:gd name="connsiteY0" fmla="*/ 57 h 10000"/>
              <a:gd name="connsiteX1" fmla="*/ 10000 w 11902"/>
              <a:gd name="connsiteY1" fmla="*/ 0 h 10000"/>
              <a:gd name="connsiteX2" fmla="*/ 11902 w 11902"/>
              <a:gd name="connsiteY2" fmla="*/ 10000 h 10000"/>
              <a:gd name="connsiteX3" fmla="*/ 0 w 11902"/>
              <a:gd name="connsiteY3" fmla="*/ 10000 h 10000"/>
              <a:gd name="connsiteX4" fmla="*/ 15 w 11902"/>
              <a:gd name="connsiteY4" fmla="*/ 57 h 10000"/>
              <a:gd name="connsiteX0" fmla="*/ 15 w 11902"/>
              <a:gd name="connsiteY0" fmla="*/ 0 h 10047"/>
              <a:gd name="connsiteX1" fmla="*/ 10000 w 11902"/>
              <a:gd name="connsiteY1" fmla="*/ 47 h 10047"/>
              <a:gd name="connsiteX2" fmla="*/ 11902 w 11902"/>
              <a:gd name="connsiteY2" fmla="*/ 10047 h 10047"/>
              <a:gd name="connsiteX3" fmla="*/ 0 w 11902"/>
              <a:gd name="connsiteY3" fmla="*/ 10047 h 10047"/>
              <a:gd name="connsiteX4" fmla="*/ 15 w 11902"/>
              <a:gd name="connsiteY4" fmla="*/ 0 h 10047"/>
              <a:gd name="connsiteX0" fmla="*/ 15 w 11902"/>
              <a:gd name="connsiteY0" fmla="*/ 0 h 10047"/>
              <a:gd name="connsiteX1" fmla="*/ 10000 w 11902"/>
              <a:gd name="connsiteY1" fmla="*/ 8 h 10047"/>
              <a:gd name="connsiteX2" fmla="*/ 11902 w 11902"/>
              <a:gd name="connsiteY2" fmla="*/ 10047 h 10047"/>
              <a:gd name="connsiteX3" fmla="*/ 0 w 11902"/>
              <a:gd name="connsiteY3" fmla="*/ 10047 h 10047"/>
              <a:gd name="connsiteX4" fmla="*/ 15 w 11902"/>
              <a:gd name="connsiteY4" fmla="*/ 0 h 10047"/>
              <a:gd name="connsiteX0" fmla="*/ 15 w 11902"/>
              <a:gd name="connsiteY0" fmla="*/ 0 h 10047"/>
              <a:gd name="connsiteX1" fmla="*/ 10000 w 11902"/>
              <a:gd name="connsiteY1" fmla="*/ 8 h 10047"/>
              <a:gd name="connsiteX2" fmla="*/ 11902 w 11902"/>
              <a:gd name="connsiteY2" fmla="*/ 10047 h 10047"/>
              <a:gd name="connsiteX3" fmla="*/ 0 w 11902"/>
              <a:gd name="connsiteY3" fmla="*/ 10047 h 10047"/>
              <a:gd name="connsiteX4" fmla="*/ 15 w 11902"/>
              <a:gd name="connsiteY4" fmla="*/ 0 h 10047"/>
              <a:gd name="connsiteX0" fmla="*/ 15 w 11902"/>
              <a:gd name="connsiteY0" fmla="*/ 0 h 10047"/>
              <a:gd name="connsiteX1" fmla="*/ 10000 w 11902"/>
              <a:gd name="connsiteY1" fmla="*/ 8 h 10047"/>
              <a:gd name="connsiteX2" fmla="*/ 11902 w 11902"/>
              <a:gd name="connsiteY2" fmla="*/ 10047 h 10047"/>
              <a:gd name="connsiteX3" fmla="*/ 0 w 11902"/>
              <a:gd name="connsiteY3" fmla="*/ 10047 h 10047"/>
              <a:gd name="connsiteX4" fmla="*/ 15 w 11902"/>
              <a:gd name="connsiteY4" fmla="*/ 0 h 10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2" h="10047">
                <a:moveTo>
                  <a:pt x="15" y="0"/>
                </a:moveTo>
                <a:cubicBezTo>
                  <a:pt x="38" y="35"/>
                  <a:pt x="9981" y="40"/>
                  <a:pt x="10000" y="8"/>
                </a:cubicBezTo>
                <a:lnTo>
                  <a:pt x="11902" y="10047"/>
                </a:lnTo>
                <a:lnTo>
                  <a:pt x="0" y="10047"/>
                </a:lnTo>
                <a:cubicBezTo>
                  <a:pt x="23" y="6745"/>
                  <a:pt x="-8" y="3302"/>
                  <a:pt x="15" y="0"/>
                </a:cubicBezTo>
                <a:close/>
              </a:path>
            </a:pathLst>
          </a:custGeom>
        </p:spPr>
        <p:txBody>
          <a:bodyPr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CB776-9030-ED57-386C-7A05F4EDDBCB}"/>
              </a:ext>
            </a:extLst>
          </p:cNvPr>
          <p:cNvSpPr txBox="1"/>
          <p:nvPr userDrawn="1"/>
        </p:nvSpPr>
        <p:spPr>
          <a:xfrm>
            <a:off x="399994" y="3028889"/>
            <a:ext cx="34839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>
                <a:solidFill>
                  <a:srgbClr val="414141"/>
                </a:solidFill>
              </a:rPr>
              <a:t>Sicherheit</a:t>
            </a:r>
            <a:r>
              <a:rPr lang="en-US" sz="2000" b="1" dirty="0">
                <a:solidFill>
                  <a:srgbClr val="414141"/>
                </a:solidFill>
              </a:rPr>
              <a:t> </a:t>
            </a:r>
            <a:r>
              <a:rPr lang="en-US" sz="2000" b="1" dirty="0" err="1">
                <a:solidFill>
                  <a:srgbClr val="414141"/>
                </a:solidFill>
              </a:rPr>
              <a:t>durch</a:t>
            </a:r>
            <a:r>
              <a:rPr lang="en-US" sz="2000" b="1" dirty="0">
                <a:solidFill>
                  <a:srgbClr val="414141"/>
                </a:solidFill>
              </a:rPr>
              <a:t> </a:t>
            </a:r>
            <a:r>
              <a:rPr lang="en-US" sz="2000" b="1" dirty="0" err="1">
                <a:solidFill>
                  <a:srgbClr val="414141"/>
                </a:solidFill>
              </a:rPr>
              <a:t>Technologie</a:t>
            </a:r>
            <a:endParaRPr lang="en-US" sz="2000" b="1" dirty="0">
              <a:solidFill>
                <a:srgbClr val="4141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273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76F56B1-3021-E9F7-EB1D-7A1C1DC475D2}"/>
              </a:ext>
            </a:extLst>
          </p:cNvPr>
          <p:cNvSpPr/>
          <p:nvPr userDrawn="1"/>
        </p:nvSpPr>
        <p:spPr>
          <a:xfrm>
            <a:off x="0" y="1508"/>
            <a:ext cx="12192000" cy="6858000"/>
          </a:xfrm>
          <a:prstGeom prst="rect">
            <a:avLst/>
          </a:prstGeom>
          <a:gradFill flip="none" rotWithShape="1">
            <a:gsLst>
              <a:gs pos="51000">
                <a:srgbClr val="2C73B9"/>
              </a:gs>
              <a:gs pos="0">
                <a:srgbClr val="2F79C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10" name="Picture 9" descr="A blue and black logo&#10;&#10;Description automatically generated with low confidence">
            <a:extLst>
              <a:ext uri="{FF2B5EF4-FFF2-40B4-BE49-F238E27FC236}">
                <a16:creationId xmlns:a16="http://schemas.microsoft.com/office/drawing/2014/main" id="{7AD855C3-A5D5-A265-718A-85978F7089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251" y="188477"/>
            <a:ext cx="2880000" cy="14716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Title 18">
            <a:extLst>
              <a:ext uri="{FF2B5EF4-FFF2-40B4-BE49-F238E27FC236}">
                <a16:creationId xmlns:a16="http://schemas.microsoft.com/office/drawing/2014/main" id="{C44133C5-3FB5-53D2-98A6-3DE55C1EB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108" y="2703946"/>
            <a:ext cx="5530024" cy="1794938"/>
          </a:xfrm>
          <a:solidFill>
            <a:srgbClr val="1398E9">
              <a:alpha val="25098"/>
            </a:srgbClr>
          </a:solidFill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Freeform: Shape 151">
            <a:extLst>
              <a:ext uri="{FF2B5EF4-FFF2-40B4-BE49-F238E27FC236}">
                <a16:creationId xmlns:a16="http://schemas.microsoft.com/office/drawing/2014/main" id="{7BB4C5C5-0D0E-505C-DECB-D4B93655A5C7}"/>
              </a:ext>
            </a:extLst>
          </p:cNvPr>
          <p:cNvSpPr>
            <a:spLocks/>
          </p:cNvSpPr>
          <p:nvPr userDrawn="1"/>
        </p:nvSpPr>
        <p:spPr>
          <a:xfrm>
            <a:off x="203264" y="138925"/>
            <a:ext cx="2160000" cy="2160000"/>
          </a:xfrm>
          <a:custGeom>
            <a:avLst/>
            <a:gdLst>
              <a:gd name="connsiteX0" fmla="*/ 2895599 w 5791198"/>
              <a:gd name="connsiteY0" fmla="*/ 0 h 5791198"/>
              <a:gd name="connsiteX1" fmla="*/ 5791198 w 5791198"/>
              <a:gd name="connsiteY1" fmla="*/ 2895599 h 5791198"/>
              <a:gd name="connsiteX2" fmla="*/ 2895599 w 5791198"/>
              <a:gd name="connsiteY2" fmla="*/ 5791198 h 5791198"/>
              <a:gd name="connsiteX3" fmla="*/ 0 w 5791198"/>
              <a:gd name="connsiteY3" fmla="*/ 2895599 h 5791198"/>
              <a:gd name="connsiteX4" fmla="*/ 2895599 w 5791198"/>
              <a:gd name="connsiteY4" fmla="*/ 0 h 5791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91198" h="5791198">
                <a:moveTo>
                  <a:pt x="2895599" y="0"/>
                </a:moveTo>
                <a:cubicBezTo>
                  <a:pt x="4494794" y="0"/>
                  <a:pt x="5791198" y="1296404"/>
                  <a:pt x="5791198" y="2895599"/>
                </a:cubicBezTo>
                <a:cubicBezTo>
                  <a:pt x="5791198" y="4494794"/>
                  <a:pt x="4494794" y="5791198"/>
                  <a:pt x="2895599" y="5791198"/>
                </a:cubicBezTo>
                <a:cubicBezTo>
                  <a:pt x="1296404" y="5791198"/>
                  <a:pt x="0" y="4494794"/>
                  <a:pt x="0" y="2895599"/>
                </a:cubicBezTo>
                <a:cubicBezTo>
                  <a:pt x="0" y="1296404"/>
                  <a:pt x="1296404" y="0"/>
                  <a:pt x="2895599" y="0"/>
                </a:cubicBezTo>
                <a:close/>
              </a:path>
            </a:pathLst>
          </a:custGeom>
          <a:gradFill>
            <a:gsLst>
              <a:gs pos="100000">
                <a:srgbClr val="0089DE"/>
              </a:gs>
              <a:gs pos="0">
                <a:srgbClr val="0098F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id-ID" dirty="0"/>
          </a:p>
        </p:txBody>
      </p:sp>
      <p:sp>
        <p:nvSpPr>
          <p:cNvPr id="22" name="Freeform: Shape 62">
            <a:extLst>
              <a:ext uri="{FF2B5EF4-FFF2-40B4-BE49-F238E27FC236}">
                <a16:creationId xmlns:a16="http://schemas.microsoft.com/office/drawing/2014/main" id="{2C49D9D5-9213-F0FF-037A-230791D565B7}"/>
              </a:ext>
            </a:extLst>
          </p:cNvPr>
          <p:cNvSpPr>
            <a:spLocks/>
          </p:cNvSpPr>
          <p:nvPr userDrawn="1"/>
        </p:nvSpPr>
        <p:spPr>
          <a:xfrm>
            <a:off x="275264" y="210925"/>
            <a:ext cx="2016000" cy="2016000"/>
          </a:xfrm>
          <a:custGeom>
            <a:avLst/>
            <a:gdLst>
              <a:gd name="connsiteX0" fmla="*/ 2895599 w 5791198"/>
              <a:gd name="connsiteY0" fmla="*/ 0 h 5791198"/>
              <a:gd name="connsiteX1" fmla="*/ 5791198 w 5791198"/>
              <a:gd name="connsiteY1" fmla="*/ 2895599 h 5791198"/>
              <a:gd name="connsiteX2" fmla="*/ 2895599 w 5791198"/>
              <a:gd name="connsiteY2" fmla="*/ 5791198 h 5791198"/>
              <a:gd name="connsiteX3" fmla="*/ 0 w 5791198"/>
              <a:gd name="connsiteY3" fmla="*/ 2895599 h 5791198"/>
              <a:gd name="connsiteX4" fmla="*/ 2895599 w 5791198"/>
              <a:gd name="connsiteY4" fmla="*/ 0 h 5791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91198" h="5791198">
                <a:moveTo>
                  <a:pt x="2895599" y="0"/>
                </a:moveTo>
                <a:cubicBezTo>
                  <a:pt x="4494794" y="0"/>
                  <a:pt x="5791198" y="1296404"/>
                  <a:pt x="5791198" y="2895599"/>
                </a:cubicBezTo>
                <a:cubicBezTo>
                  <a:pt x="5791198" y="4494794"/>
                  <a:pt x="4494794" y="5791198"/>
                  <a:pt x="2895599" y="5791198"/>
                </a:cubicBezTo>
                <a:cubicBezTo>
                  <a:pt x="1296404" y="5791198"/>
                  <a:pt x="0" y="4494794"/>
                  <a:pt x="0" y="2895599"/>
                </a:cubicBezTo>
                <a:cubicBezTo>
                  <a:pt x="0" y="1296404"/>
                  <a:pt x="1296404" y="0"/>
                  <a:pt x="289559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85800" dist="139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26" name="Freeform: Shape 62">
            <a:extLst>
              <a:ext uri="{FF2B5EF4-FFF2-40B4-BE49-F238E27FC236}">
                <a16:creationId xmlns:a16="http://schemas.microsoft.com/office/drawing/2014/main" id="{D285CDD5-058D-9D40-3114-6AA0858D9927}"/>
              </a:ext>
            </a:extLst>
          </p:cNvPr>
          <p:cNvSpPr>
            <a:spLocks/>
          </p:cNvSpPr>
          <p:nvPr userDrawn="1"/>
        </p:nvSpPr>
        <p:spPr>
          <a:xfrm>
            <a:off x="7224242" y="2305152"/>
            <a:ext cx="4500000" cy="3960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85800" dist="139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4FE82740-3055-1037-A4A7-1DBC6A14625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7314242" y="2395152"/>
            <a:ext cx="4320000" cy="3780000"/>
          </a:xfrm>
          <a:prstGeom prst="roundRect">
            <a:avLst>
              <a:gd name="adj" fmla="val 1736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333006FE-1971-0229-63AB-EC2F8E42835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9264" y="264925"/>
            <a:ext cx="1908000" cy="190800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A612B52-2190-F1E1-1E19-C3AE15054C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2108" y="4764796"/>
            <a:ext cx="5530024" cy="914400"/>
          </a:xfrm>
          <a:solidFill>
            <a:srgbClr val="1398E9">
              <a:alpha val="25098"/>
            </a:srgbClr>
          </a:solidFill>
        </p:spPr>
        <p:txBody>
          <a:bodyPr/>
          <a:lstStyle>
            <a:lvl1pPr marL="0" indent="0">
              <a:buNone/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>
              <a:buNone/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>
              <a:buNone/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lang="en-US" sz="2400" kern="120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0753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151">
            <a:extLst>
              <a:ext uri="{FF2B5EF4-FFF2-40B4-BE49-F238E27FC236}">
                <a16:creationId xmlns:a16="http://schemas.microsoft.com/office/drawing/2014/main" id="{1346547F-BC40-744B-91CF-8FF5832F55AF}"/>
              </a:ext>
            </a:extLst>
          </p:cNvPr>
          <p:cNvSpPr/>
          <p:nvPr userDrawn="1"/>
        </p:nvSpPr>
        <p:spPr>
          <a:xfrm>
            <a:off x="2965300" y="298050"/>
            <a:ext cx="6261900" cy="6261900"/>
          </a:xfrm>
          <a:custGeom>
            <a:avLst/>
            <a:gdLst>
              <a:gd name="connsiteX0" fmla="*/ 2895599 w 5791198"/>
              <a:gd name="connsiteY0" fmla="*/ 0 h 5791198"/>
              <a:gd name="connsiteX1" fmla="*/ 5791198 w 5791198"/>
              <a:gd name="connsiteY1" fmla="*/ 2895599 h 5791198"/>
              <a:gd name="connsiteX2" fmla="*/ 2895599 w 5791198"/>
              <a:gd name="connsiteY2" fmla="*/ 5791198 h 5791198"/>
              <a:gd name="connsiteX3" fmla="*/ 0 w 5791198"/>
              <a:gd name="connsiteY3" fmla="*/ 2895599 h 5791198"/>
              <a:gd name="connsiteX4" fmla="*/ 2895599 w 5791198"/>
              <a:gd name="connsiteY4" fmla="*/ 0 h 5791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91198" h="5791198">
                <a:moveTo>
                  <a:pt x="2895599" y="0"/>
                </a:moveTo>
                <a:cubicBezTo>
                  <a:pt x="4494794" y="0"/>
                  <a:pt x="5791198" y="1296404"/>
                  <a:pt x="5791198" y="2895599"/>
                </a:cubicBezTo>
                <a:cubicBezTo>
                  <a:pt x="5791198" y="4494794"/>
                  <a:pt x="4494794" y="5791198"/>
                  <a:pt x="2895599" y="5791198"/>
                </a:cubicBezTo>
                <a:cubicBezTo>
                  <a:pt x="1296404" y="5791198"/>
                  <a:pt x="0" y="4494794"/>
                  <a:pt x="0" y="2895599"/>
                </a:cubicBezTo>
                <a:cubicBezTo>
                  <a:pt x="0" y="1296404"/>
                  <a:pt x="1296404" y="0"/>
                  <a:pt x="2895599" y="0"/>
                </a:cubicBezTo>
                <a:close/>
              </a:path>
            </a:pathLst>
          </a:custGeom>
          <a:gradFill>
            <a:gsLst>
              <a:gs pos="100000">
                <a:srgbClr val="0089DE"/>
              </a:gs>
              <a:gs pos="0">
                <a:srgbClr val="0098F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id-ID" dirty="0"/>
          </a:p>
        </p:txBody>
      </p:sp>
      <p:sp>
        <p:nvSpPr>
          <p:cNvPr id="4" name="Freeform: Shape 147">
            <a:extLst>
              <a:ext uri="{FF2B5EF4-FFF2-40B4-BE49-F238E27FC236}">
                <a16:creationId xmlns:a16="http://schemas.microsoft.com/office/drawing/2014/main" id="{5D8183F1-262A-364D-A7A1-88FD18E18B31}"/>
              </a:ext>
            </a:extLst>
          </p:cNvPr>
          <p:cNvSpPr/>
          <p:nvPr userDrawn="1"/>
        </p:nvSpPr>
        <p:spPr>
          <a:xfrm rot="18473235">
            <a:off x="116597" y="1285049"/>
            <a:ext cx="12026092" cy="4287902"/>
          </a:xfrm>
          <a:custGeom>
            <a:avLst/>
            <a:gdLst>
              <a:gd name="connsiteX0" fmla="*/ 2185588 w 12026092"/>
              <a:gd name="connsiteY0" fmla="*/ 48398 h 4287902"/>
              <a:gd name="connsiteX1" fmla="*/ 2233985 w 12026092"/>
              <a:gd name="connsiteY1" fmla="*/ 165240 h 4287902"/>
              <a:gd name="connsiteX2" fmla="*/ 2068745 w 12026092"/>
              <a:gd name="connsiteY2" fmla="*/ 330480 h 4287902"/>
              <a:gd name="connsiteX3" fmla="*/ 257154 w 12026092"/>
              <a:gd name="connsiteY3" fmla="*/ 330480 h 4287902"/>
              <a:gd name="connsiteX4" fmla="*/ 0 w 12026092"/>
              <a:gd name="connsiteY4" fmla="*/ 0 h 4287902"/>
              <a:gd name="connsiteX5" fmla="*/ 2068745 w 12026092"/>
              <a:gd name="connsiteY5" fmla="*/ 0 h 4287902"/>
              <a:gd name="connsiteX6" fmla="*/ 2185588 w 12026092"/>
              <a:gd name="connsiteY6" fmla="*/ 48398 h 4287902"/>
              <a:gd name="connsiteX7" fmla="*/ 9445314 w 12026092"/>
              <a:gd name="connsiteY7" fmla="*/ 3985420 h 4287902"/>
              <a:gd name="connsiteX8" fmla="*/ 9493711 w 12026092"/>
              <a:gd name="connsiteY8" fmla="*/ 4102263 h 4287902"/>
              <a:gd name="connsiteX9" fmla="*/ 9328472 w 12026092"/>
              <a:gd name="connsiteY9" fmla="*/ 4267503 h 4287902"/>
              <a:gd name="connsiteX10" fmla="*/ 3320636 w 12026092"/>
              <a:gd name="connsiteY10" fmla="*/ 4267503 h 4287902"/>
              <a:gd name="connsiteX11" fmla="*/ 3063482 w 12026092"/>
              <a:gd name="connsiteY11" fmla="*/ 3937023 h 4287902"/>
              <a:gd name="connsiteX12" fmla="*/ 9328472 w 12026092"/>
              <a:gd name="connsiteY12" fmla="*/ 3937023 h 4287902"/>
              <a:gd name="connsiteX13" fmla="*/ 9445314 w 12026092"/>
              <a:gd name="connsiteY13" fmla="*/ 3985420 h 4287902"/>
              <a:gd name="connsiteX14" fmla="*/ 11768938 w 12026092"/>
              <a:gd name="connsiteY14" fmla="*/ 3957422 h 4287902"/>
              <a:gd name="connsiteX15" fmla="*/ 12026092 w 12026092"/>
              <a:gd name="connsiteY15" fmla="*/ 4287902 h 4287902"/>
              <a:gd name="connsiteX16" fmla="*/ 10040498 w 12026092"/>
              <a:gd name="connsiteY16" fmla="*/ 4287902 h 4287902"/>
              <a:gd name="connsiteX17" fmla="*/ 9875259 w 12026092"/>
              <a:gd name="connsiteY17" fmla="*/ 4122662 h 4287902"/>
              <a:gd name="connsiteX18" fmla="*/ 10040497 w 12026092"/>
              <a:gd name="connsiteY18" fmla="*/ 3957422 h 4287902"/>
              <a:gd name="connsiteX19" fmla="*/ 9148114 w 12026092"/>
              <a:gd name="connsiteY19" fmla="*/ 589279 h 4287902"/>
              <a:gd name="connsiteX20" fmla="*/ 11580834 w 12026092"/>
              <a:gd name="connsiteY20" fmla="*/ 3715680 h 4287902"/>
              <a:gd name="connsiteX21" fmla="*/ 2837478 w 12026092"/>
              <a:gd name="connsiteY21" fmla="*/ 3646570 h 4287902"/>
              <a:gd name="connsiteX22" fmla="*/ 404758 w 12026092"/>
              <a:gd name="connsiteY22" fmla="*/ 520169 h 4287902"/>
              <a:gd name="connsiteX23" fmla="*/ 8704465 w 12026092"/>
              <a:gd name="connsiteY23" fmla="*/ 19124 h 4287902"/>
              <a:gd name="connsiteX24" fmla="*/ 8961618 w 12026092"/>
              <a:gd name="connsiteY24" fmla="*/ 349604 h 4287902"/>
              <a:gd name="connsiteX25" fmla="*/ 2604755 w 12026092"/>
              <a:gd name="connsiteY25" fmla="*/ 349603 h 4287902"/>
              <a:gd name="connsiteX26" fmla="*/ 2439514 w 12026092"/>
              <a:gd name="connsiteY26" fmla="*/ 184364 h 4287902"/>
              <a:gd name="connsiteX27" fmla="*/ 2604755 w 12026092"/>
              <a:gd name="connsiteY27" fmla="*/ 19124 h 4287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026092" h="4287902">
                <a:moveTo>
                  <a:pt x="2185588" y="48398"/>
                </a:moveTo>
                <a:cubicBezTo>
                  <a:pt x="2215490" y="78300"/>
                  <a:pt x="2233985" y="119610"/>
                  <a:pt x="2233985" y="165240"/>
                </a:cubicBezTo>
                <a:cubicBezTo>
                  <a:pt x="2233985" y="256500"/>
                  <a:pt x="2160005" y="330480"/>
                  <a:pt x="2068745" y="330480"/>
                </a:cubicBezTo>
                <a:lnTo>
                  <a:pt x="257154" y="330480"/>
                </a:lnTo>
                <a:lnTo>
                  <a:pt x="0" y="0"/>
                </a:lnTo>
                <a:lnTo>
                  <a:pt x="2068745" y="0"/>
                </a:lnTo>
                <a:cubicBezTo>
                  <a:pt x="2114375" y="0"/>
                  <a:pt x="2155685" y="18495"/>
                  <a:pt x="2185588" y="48398"/>
                </a:cubicBezTo>
                <a:close/>
                <a:moveTo>
                  <a:pt x="9445314" y="3985420"/>
                </a:moveTo>
                <a:cubicBezTo>
                  <a:pt x="9475217" y="4015324"/>
                  <a:pt x="9493712" y="4056633"/>
                  <a:pt x="9493711" y="4102263"/>
                </a:cubicBezTo>
                <a:cubicBezTo>
                  <a:pt x="9493712" y="4193523"/>
                  <a:pt x="9419731" y="4267503"/>
                  <a:pt x="9328472" y="4267503"/>
                </a:cubicBezTo>
                <a:lnTo>
                  <a:pt x="3320636" y="4267503"/>
                </a:lnTo>
                <a:lnTo>
                  <a:pt x="3063482" y="3937023"/>
                </a:lnTo>
                <a:lnTo>
                  <a:pt x="9328472" y="3937023"/>
                </a:lnTo>
                <a:cubicBezTo>
                  <a:pt x="9374102" y="3937023"/>
                  <a:pt x="9415411" y="3955518"/>
                  <a:pt x="9445314" y="3985420"/>
                </a:cubicBezTo>
                <a:close/>
                <a:moveTo>
                  <a:pt x="11768938" y="3957422"/>
                </a:moveTo>
                <a:lnTo>
                  <a:pt x="12026092" y="4287902"/>
                </a:lnTo>
                <a:lnTo>
                  <a:pt x="10040498" y="4287902"/>
                </a:lnTo>
                <a:cubicBezTo>
                  <a:pt x="9949238" y="4287902"/>
                  <a:pt x="9875258" y="4213922"/>
                  <a:pt x="9875259" y="4122662"/>
                </a:cubicBezTo>
                <a:cubicBezTo>
                  <a:pt x="9875258" y="4031403"/>
                  <a:pt x="9949238" y="3957422"/>
                  <a:pt x="10040497" y="3957422"/>
                </a:cubicBezTo>
                <a:close/>
                <a:moveTo>
                  <a:pt x="9148114" y="589279"/>
                </a:moveTo>
                <a:lnTo>
                  <a:pt x="11580834" y="3715680"/>
                </a:lnTo>
                <a:lnTo>
                  <a:pt x="2837478" y="3646570"/>
                </a:lnTo>
                <a:lnTo>
                  <a:pt x="404758" y="520169"/>
                </a:lnTo>
                <a:close/>
                <a:moveTo>
                  <a:pt x="8704465" y="19124"/>
                </a:moveTo>
                <a:lnTo>
                  <a:pt x="8961618" y="349604"/>
                </a:lnTo>
                <a:lnTo>
                  <a:pt x="2604755" y="349603"/>
                </a:lnTo>
                <a:cubicBezTo>
                  <a:pt x="2513494" y="349604"/>
                  <a:pt x="2439515" y="275623"/>
                  <a:pt x="2439514" y="184364"/>
                </a:cubicBezTo>
                <a:cubicBezTo>
                  <a:pt x="2439515" y="93105"/>
                  <a:pt x="2513494" y="19124"/>
                  <a:pt x="2604755" y="19124"/>
                </a:cubicBezTo>
                <a:close/>
              </a:path>
            </a:pathLst>
          </a:custGeom>
          <a:gradFill>
            <a:gsLst>
              <a:gs pos="100000">
                <a:srgbClr val="2C73B9"/>
              </a:gs>
              <a:gs pos="0">
                <a:srgbClr val="2C73B9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5" name="Freeform: Shape 62">
            <a:extLst>
              <a:ext uri="{FF2B5EF4-FFF2-40B4-BE49-F238E27FC236}">
                <a16:creationId xmlns:a16="http://schemas.microsoft.com/office/drawing/2014/main" id="{1C2B53CE-8517-2247-B5FC-829DA0393A40}"/>
              </a:ext>
            </a:extLst>
          </p:cNvPr>
          <p:cNvSpPr/>
          <p:nvPr userDrawn="1"/>
        </p:nvSpPr>
        <p:spPr>
          <a:xfrm>
            <a:off x="3200401" y="533401"/>
            <a:ext cx="5791198" cy="5791198"/>
          </a:xfrm>
          <a:custGeom>
            <a:avLst/>
            <a:gdLst>
              <a:gd name="connsiteX0" fmla="*/ 2895599 w 5791198"/>
              <a:gd name="connsiteY0" fmla="*/ 0 h 5791198"/>
              <a:gd name="connsiteX1" fmla="*/ 5791198 w 5791198"/>
              <a:gd name="connsiteY1" fmla="*/ 2895599 h 5791198"/>
              <a:gd name="connsiteX2" fmla="*/ 2895599 w 5791198"/>
              <a:gd name="connsiteY2" fmla="*/ 5791198 h 5791198"/>
              <a:gd name="connsiteX3" fmla="*/ 0 w 5791198"/>
              <a:gd name="connsiteY3" fmla="*/ 2895599 h 5791198"/>
              <a:gd name="connsiteX4" fmla="*/ 2895599 w 5791198"/>
              <a:gd name="connsiteY4" fmla="*/ 0 h 5791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91198" h="5791198">
                <a:moveTo>
                  <a:pt x="2895599" y="0"/>
                </a:moveTo>
                <a:cubicBezTo>
                  <a:pt x="4494794" y="0"/>
                  <a:pt x="5791198" y="1296404"/>
                  <a:pt x="5791198" y="2895599"/>
                </a:cubicBezTo>
                <a:cubicBezTo>
                  <a:pt x="5791198" y="4494794"/>
                  <a:pt x="4494794" y="5791198"/>
                  <a:pt x="2895599" y="5791198"/>
                </a:cubicBezTo>
                <a:cubicBezTo>
                  <a:pt x="1296404" y="5791198"/>
                  <a:pt x="0" y="4494794"/>
                  <a:pt x="0" y="2895599"/>
                </a:cubicBezTo>
                <a:cubicBezTo>
                  <a:pt x="0" y="1296404"/>
                  <a:pt x="1296404" y="0"/>
                  <a:pt x="289559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85800" dist="139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E18A4F-814C-9AFA-ED07-23F6FB6E7444}"/>
              </a:ext>
            </a:extLst>
          </p:cNvPr>
          <p:cNvGrpSpPr>
            <a:grpSpLocks noChangeAspect="1"/>
          </p:cNvGrpSpPr>
          <p:nvPr userDrawn="1"/>
        </p:nvGrpSpPr>
        <p:grpSpPr>
          <a:xfrm rot="11700000">
            <a:off x="9215815" y="2045733"/>
            <a:ext cx="3776436" cy="3568055"/>
            <a:chOff x="-807913" y="-916232"/>
            <a:chExt cx="3610997" cy="3411741"/>
          </a:xfrm>
        </p:grpSpPr>
        <p:grpSp>
          <p:nvGrpSpPr>
            <p:cNvPr id="9" name="Google Shape;10140;p71">
              <a:extLst>
                <a:ext uri="{FF2B5EF4-FFF2-40B4-BE49-F238E27FC236}">
                  <a16:creationId xmlns:a16="http://schemas.microsoft.com/office/drawing/2014/main" id="{CF022B8D-4477-057C-52B7-C35A37571A99}"/>
                </a:ext>
              </a:extLst>
            </p:cNvPr>
            <p:cNvGrpSpPr/>
            <p:nvPr/>
          </p:nvGrpSpPr>
          <p:grpSpPr>
            <a:xfrm rot="19800000">
              <a:off x="-364573" y="-843616"/>
              <a:ext cx="2713896" cy="3143318"/>
              <a:chOff x="4293838" y="3078639"/>
              <a:chExt cx="269353" cy="311973"/>
            </a:xfrm>
          </p:grpSpPr>
          <p:sp>
            <p:nvSpPr>
              <p:cNvPr id="116" name="Google Shape;10141;p71">
                <a:extLst>
                  <a:ext uri="{FF2B5EF4-FFF2-40B4-BE49-F238E27FC236}">
                    <a16:creationId xmlns:a16="http://schemas.microsoft.com/office/drawing/2014/main" id="{F9CC093B-412A-156A-D117-126D227F01BE}"/>
                  </a:ext>
                </a:extLst>
              </p:cNvPr>
              <p:cNvSpPr/>
              <p:nvPr/>
            </p:nvSpPr>
            <p:spPr>
              <a:xfrm>
                <a:off x="4293838" y="3078639"/>
                <a:ext cx="269353" cy="311973"/>
              </a:xfrm>
              <a:custGeom>
                <a:avLst/>
                <a:gdLst/>
                <a:ahLst/>
                <a:cxnLst/>
                <a:rect l="l" t="t" r="r" b="b"/>
                <a:pathLst>
                  <a:path w="34247" h="39666" fill="none" extrusionOk="0">
                    <a:moveTo>
                      <a:pt x="13" y="16730"/>
                    </a:moveTo>
                    <a:lnTo>
                      <a:pt x="7162" y="27690"/>
                    </a:lnTo>
                    <a:lnTo>
                      <a:pt x="8480" y="39666"/>
                    </a:lnTo>
                    <a:lnTo>
                      <a:pt x="18182" y="34138"/>
                    </a:lnTo>
                    <a:lnTo>
                      <a:pt x="26371" y="29807"/>
                    </a:lnTo>
                    <a:cubicBezTo>
                      <a:pt x="26371" y="29807"/>
                      <a:pt x="33605" y="34694"/>
                      <a:pt x="33932" y="35456"/>
                    </a:cubicBezTo>
                    <a:cubicBezTo>
                      <a:pt x="34246" y="36218"/>
                      <a:pt x="32263" y="18388"/>
                      <a:pt x="32263" y="18388"/>
                    </a:cubicBezTo>
                    <a:lnTo>
                      <a:pt x="28428" y="2928"/>
                    </a:lnTo>
                    <a:lnTo>
                      <a:pt x="12932" y="1"/>
                    </a:lnTo>
                    <a:lnTo>
                      <a:pt x="1670" y="2650"/>
                    </a:lnTo>
                    <a:lnTo>
                      <a:pt x="0" y="17142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0142;p71">
                <a:extLst>
                  <a:ext uri="{FF2B5EF4-FFF2-40B4-BE49-F238E27FC236}">
                    <a16:creationId xmlns:a16="http://schemas.microsoft.com/office/drawing/2014/main" id="{54817134-2F30-8214-BCBC-4FCBA5914E42}"/>
                  </a:ext>
                </a:extLst>
              </p:cNvPr>
              <p:cNvSpPr/>
              <p:nvPr/>
            </p:nvSpPr>
            <p:spPr>
              <a:xfrm>
                <a:off x="4306965" y="3099473"/>
                <a:ext cx="625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7949" h="8856" fill="none" extrusionOk="0">
                    <a:moveTo>
                      <a:pt x="1" y="1"/>
                    </a:moveTo>
                    <a:lnTo>
                      <a:pt x="7948" y="885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0143;p71">
                <a:extLst>
                  <a:ext uri="{FF2B5EF4-FFF2-40B4-BE49-F238E27FC236}">
                    <a16:creationId xmlns:a16="http://schemas.microsoft.com/office/drawing/2014/main" id="{277AE5DA-50D7-C959-92FB-BCAD28C330F5}"/>
                  </a:ext>
                </a:extLst>
              </p:cNvPr>
              <p:cNvSpPr/>
              <p:nvPr/>
            </p:nvSpPr>
            <p:spPr>
              <a:xfrm>
                <a:off x="4369476" y="3169118"/>
                <a:ext cx="26072" cy="98666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12545" fill="none" extrusionOk="0">
                    <a:moveTo>
                      <a:pt x="0" y="1"/>
                    </a:moveTo>
                    <a:lnTo>
                      <a:pt x="3315" y="12545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0144;p71">
                <a:extLst>
                  <a:ext uri="{FF2B5EF4-FFF2-40B4-BE49-F238E27FC236}">
                    <a16:creationId xmlns:a16="http://schemas.microsoft.com/office/drawing/2014/main" id="{3EE78BAF-3076-6CC9-BD0B-5547D402FA33}"/>
                  </a:ext>
                </a:extLst>
              </p:cNvPr>
              <p:cNvSpPr/>
              <p:nvPr/>
            </p:nvSpPr>
            <p:spPr>
              <a:xfrm>
                <a:off x="4399347" y="3078639"/>
                <a:ext cx="60041" cy="110558"/>
              </a:xfrm>
              <a:custGeom>
                <a:avLst/>
                <a:gdLst/>
                <a:ahLst/>
                <a:cxnLst/>
                <a:rect l="l" t="t" r="r" b="b"/>
                <a:pathLst>
                  <a:path w="7634" h="14057" fill="none" extrusionOk="0">
                    <a:moveTo>
                      <a:pt x="7634" y="14057"/>
                    </a:moveTo>
                    <a:lnTo>
                      <a:pt x="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0145;p71">
                <a:extLst>
                  <a:ext uri="{FF2B5EF4-FFF2-40B4-BE49-F238E27FC236}">
                    <a16:creationId xmlns:a16="http://schemas.microsoft.com/office/drawing/2014/main" id="{2F0FBEA4-3801-9F0B-8E77-D06C9ECD96AB}"/>
                  </a:ext>
                </a:extLst>
              </p:cNvPr>
              <p:cNvSpPr/>
              <p:nvPr/>
            </p:nvSpPr>
            <p:spPr>
              <a:xfrm>
                <a:off x="4373282" y="3169118"/>
                <a:ext cx="82299" cy="20079"/>
              </a:xfrm>
              <a:custGeom>
                <a:avLst/>
                <a:gdLst/>
                <a:ahLst/>
                <a:cxnLst/>
                <a:rect l="l" t="t" r="r" b="b"/>
                <a:pathLst>
                  <a:path w="10464" h="2553" fill="none" extrusionOk="0">
                    <a:moveTo>
                      <a:pt x="0" y="1"/>
                    </a:moveTo>
                    <a:lnTo>
                      <a:pt x="10464" y="2553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0146;p71">
                <a:extLst>
                  <a:ext uri="{FF2B5EF4-FFF2-40B4-BE49-F238E27FC236}">
                    <a16:creationId xmlns:a16="http://schemas.microsoft.com/office/drawing/2014/main" id="{345B1722-E0C7-1BBA-1AE9-DF3B1895CC63}"/>
                  </a:ext>
                </a:extLst>
              </p:cNvPr>
              <p:cNvSpPr/>
              <p:nvPr/>
            </p:nvSpPr>
            <p:spPr>
              <a:xfrm>
                <a:off x="4369476" y="3078639"/>
                <a:ext cx="2987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11505" fill="none" extrusionOk="0">
                    <a:moveTo>
                      <a:pt x="0" y="11505"/>
                    </a:moveTo>
                    <a:lnTo>
                      <a:pt x="3799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0147;p71">
                <a:extLst>
                  <a:ext uri="{FF2B5EF4-FFF2-40B4-BE49-F238E27FC236}">
                    <a16:creationId xmlns:a16="http://schemas.microsoft.com/office/drawing/2014/main" id="{F4126ACD-F00A-22A1-0AB5-004C18B88926}"/>
                  </a:ext>
                </a:extLst>
              </p:cNvPr>
              <p:cNvSpPr/>
              <p:nvPr/>
            </p:nvSpPr>
            <p:spPr>
              <a:xfrm>
                <a:off x="4293932" y="3169118"/>
                <a:ext cx="75551" cy="41110"/>
              </a:xfrm>
              <a:custGeom>
                <a:avLst/>
                <a:gdLst/>
                <a:ahLst/>
                <a:cxnLst/>
                <a:rect l="l" t="t" r="r" b="b"/>
                <a:pathLst>
                  <a:path w="9606" h="5227" fill="none" extrusionOk="0">
                    <a:moveTo>
                      <a:pt x="1" y="5226"/>
                    </a:moveTo>
                    <a:lnTo>
                      <a:pt x="9605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0148;p71">
                <a:extLst>
                  <a:ext uri="{FF2B5EF4-FFF2-40B4-BE49-F238E27FC236}">
                    <a16:creationId xmlns:a16="http://schemas.microsoft.com/office/drawing/2014/main" id="{CC571F71-441B-36BE-B90E-98761A3D1E6B}"/>
                  </a:ext>
                </a:extLst>
              </p:cNvPr>
              <p:cNvSpPr/>
              <p:nvPr/>
            </p:nvSpPr>
            <p:spPr>
              <a:xfrm>
                <a:off x="4350159" y="3267776"/>
                <a:ext cx="45389" cy="27032"/>
              </a:xfrm>
              <a:custGeom>
                <a:avLst/>
                <a:gdLst/>
                <a:ahLst/>
                <a:cxnLst/>
                <a:rect l="l" t="t" r="r" b="b"/>
                <a:pathLst>
                  <a:path w="5771" h="3437" fill="none" extrusionOk="0">
                    <a:moveTo>
                      <a:pt x="1" y="3436"/>
                    </a:moveTo>
                    <a:lnTo>
                      <a:pt x="577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0149;p71">
                <a:extLst>
                  <a:ext uri="{FF2B5EF4-FFF2-40B4-BE49-F238E27FC236}">
                    <a16:creationId xmlns:a16="http://schemas.microsoft.com/office/drawing/2014/main" id="{8823962F-62A6-D84E-521D-41C9EE17400F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38830" cy="76031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9667" fill="none" extrusionOk="0">
                    <a:moveTo>
                      <a:pt x="1" y="1"/>
                    </a:moveTo>
                    <a:lnTo>
                      <a:pt x="4936" y="966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0150;p71">
                <a:extLst>
                  <a:ext uri="{FF2B5EF4-FFF2-40B4-BE49-F238E27FC236}">
                    <a16:creationId xmlns:a16="http://schemas.microsoft.com/office/drawing/2014/main" id="{6EFC40FA-275A-5EDB-F54A-4824EA66517F}"/>
                  </a:ext>
                </a:extLst>
              </p:cNvPr>
              <p:cNvSpPr/>
              <p:nvPr/>
            </p:nvSpPr>
            <p:spPr>
              <a:xfrm>
                <a:off x="4360439" y="3267776"/>
                <a:ext cx="35109" cy="121978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15509" fill="none" extrusionOk="0">
                    <a:moveTo>
                      <a:pt x="0" y="15509"/>
                    </a:moveTo>
                    <a:lnTo>
                      <a:pt x="446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0151;p71">
                <a:extLst>
                  <a:ext uri="{FF2B5EF4-FFF2-40B4-BE49-F238E27FC236}">
                    <a16:creationId xmlns:a16="http://schemas.microsoft.com/office/drawing/2014/main" id="{7821110F-0670-76B7-D891-7C3D7CC9A0AA}"/>
                  </a:ext>
                </a:extLst>
              </p:cNvPr>
              <p:cNvSpPr/>
              <p:nvPr/>
            </p:nvSpPr>
            <p:spPr>
              <a:xfrm>
                <a:off x="4293932" y="3210220"/>
                <a:ext cx="101616" cy="57564"/>
              </a:xfrm>
              <a:custGeom>
                <a:avLst/>
                <a:gdLst/>
                <a:ahLst/>
                <a:cxnLst/>
                <a:rect l="l" t="t" r="r" b="b"/>
                <a:pathLst>
                  <a:path w="12920" h="7319" fill="none" extrusionOk="0">
                    <a:moveTo>
                      <a:pt x="1" y="0"/>
                    </a:moveTo>
                    <a:lnTo>
                      <a:pt x="12920" y="731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0152;p71">
                <a:extLst>
                  <a:ext uri="{FF2B5EF4-FFF2-40B4-BE49-F238E27FC236}">
                    <a16:creationId xmlns:a16="http://schemas.microsoft.com/office/drawing/2014/main" id="{E94B3C95-7C85-D2F3-FD93-9EF85823C7A3}"/>
                  </a:ext>
                </a:extLst>
              </p:cNvPr>
              <p:cNvSpPr/>
              <p:nvPr/>
            </p:nvSpPr>
            <p:spPr>
              <a:xfrm>
                <a:off x="4395540" y="3186436"/>
                <a:ext cx="66420" cy="79735"/>
              </a:xfrm>
              <a:custGeom>
                <a:avLst/>
                <a:gdLst/>
                <a:ahLst/>
                <a:cxnLst/>
                <a:rect l="l" t="t" r="r" b="b"/>
                <a:pathLst>
                  <a:path w="8445" h="10138" fill="none" extrusionOk="0">
                    <a:moveTo>
                      <a:pt x="8444" y="0"/>
                    </a:moveTo>
                    <a:lnTo>
                      <a:pt x="1" y="10137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0153;p71">
                <a:extLst>
                  <a:ext uri="{FF2B5EF4-FFF2-40B4-BE49-F238E27FC236}">
                    <a16:creationId xmlns:a16="http://schemas.microsoft.com/office/drawing/2014/main" id="{7976B122-28E0-FF2C-45D0-DCF083754CBA}"/>
                  </a:ext>
                </a:extLst>
              </p:cNvPr>
              <p:cNvSpPr/>
              <p:nvPr/>
            </p:nvSpPr>
            <p:spPr>
              <a:xfrm>
                <a:off x="4459380" y="3189669"/>
                <a:ext cx="41873" cy="123402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690" fill="none" extrusionOk="0">
                    <a:moveTo>
                      <a:pt x="1" y="0"/>
                    </a:moveTo>
                    <a:lnTo>
                      <a:pt x="5323" y="1569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0154;p71">
                <a:extLst>
                  <a:ext uri="{FF2B5EF4-FFF2-40B4-BE49-F238E27FC236}">
                    <a16:creationId xmlns:a16="http://schemas.microsoft.com/office/drawing/2014/main" id="{D50FCB06-F6DD-0A13-DAA7-3D2C2F164590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105713" cy="45295"/>
              </a:xfrm>
              <a:custGeom>
                <a:avLst/>
                <a:gdLst/>
                <a:ahLst/>
                <a:cxnLst/>
                <a:rect l="l" t="t" r="r" b="b"/>
                <a:pathLst>
                  <a:path w="13441" h="5759" fill="none" extrusionOk="0">
                    <a:moveTo>
                      <a:pt x="1" y="1"/>
                    </a:moveTo>
                    <a:lnTo>
                      <a:pt x="13440" y="575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0155;p71">
                <a:extLst>
                  <a:ext uri="{FF2B5EF4-FFF2-40B4-BE49-F238E27FC236}">
                    <a16:creationId xmlns:a16="http://schemas.microsoft.com/office/drawing/2014/main" id="{845B1D95-28DF-4D9B-FF68-F072A3F55985}"/>
                  </a:ext>
                </a:extLst>
              </p:cNvPr>
              <p:cNvSpPr/>
              <p:nvPr/>
            </p:nvSpPr>
            <p:spPr>
              <a:xfrm>
                <a:off x="4501246" y="3223252"/>
                <a:ext cx="46435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5904" h="11420" fill="none" extrusionOk="0">
                    <a:moveTo>
                      <a:pt x="0" y="11420"/>
                    </a:moveTo>
                    <a:lnTo>
                      <a:pt x="590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0156;p71">
                <a:extLst>
                  <a:ext uri="{FF2B5EF4-FFF2-40B4-BE49-F238E27FC236}">
                    <a16:creationId xmlns:a16="http://schemas.microsoft.com/office/drawing/2014/main" id="{492CE3CA-2E0F-A16B-825E-46B6B3427D40}"/>
                  </a:ext>
                </a:extLst>
              </p:cNvPr>
              <p:cNvSpPr/>
              <p:nvPr/>
            </p:nvSpPr>
            <p:spPr>
              <a:xfrm>
                <a:off x="4459671" y="3104231"/>
                <a:ext cx="58421" cy="84966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10803" fill="none" extrusionOk="0">
                    <a:moveTo>
                      <a:pt x="0" y="10803"/>
                    </a:moveTo>
                    <a:lnTo>
                      <a:pt x="7428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0157;p71">
                <a:extLst>
                  <a:ext uri="{FF2B5EF4-FFF2-40B4-BE49-F238E27FC236}">
                    <a16:creationId xmlns:a16="http://schemas.microsoft.com/office/drawing/2014/main" id="{5E0EC529-468F-BE59-7536-37E5623B879F}"/>
                  </a:ext>
                </a:extLst>
              </p:cNvPr>
              <p:cNvSpPr/>
              <p:nvPr/>
            </p:nvSpPr>
            <p:spPr>
              <a:xfrm>
                <a:off x="4459671" y="3189189"/>
                <a:ext cx="86586" cy="36737"/>
              </a:xfrm>
              <a:custGeom>
                <a:avLst/>
                <a:gdLst/>
                <a:ahLst/>
                <a:cxnLst/>
                <a:rect l="l" t="t" r="r" b="b"/>
                <a:pathLst>
                  <a:path w="11009" h="4671" fill="none" extrusionOk="0">
                    <a:moveTo>
                      <a:pt x="0" y="1"/>
                    </a:moveTo>
                    <a:lnTo>
                      <a:pt x="11008" y="467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3" name="Google Shape;10160;p71">
              <a:extLst>
                <a:ext uri="{FF2B5EF4-FFF2-40B4-BE49-F238E27FC236}">
                  <a16:creationId xmlns:a16="http://schemas.microsoft.com/office/drawing/2014/main" id="{25E7E6B7-2AE4-25DB-BD9A-C9BE16DFCC5E}"/>
                </a:ext>
              </a:extLst>
            </p:cNvPr>
            <p:cNvSpPr/>
            <p:nvPr/>
          </p:nvSpPr>
          <p:spPr>
            <a:xfrm rot="19800000">
              <a:off x="2705414" y="1100798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9EA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163;p71">
              <a:extLst>
                <a:ext uri="{FF2B5EF4-FFF2-40B4-BE49-F238E27FC236}">
                  <a16:creationId xmlns:a16="http://schemas.microsoft.com/office/drawing/2014/main" id="{13AC7C2A-34EF-FB0E-90C4-62B9F818E153}"/>
                </a:ext>
              </a:extLst>
            </p:cNvPr>
            <p:cNvSpPr/>
            <p:nvPr/>
          </p:nvSpPr>
          <p:spPr>
            <a:xfrm rot="19800000">
              <a:off x="-364115" y="1158621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0"/>
                  </a:moveTo>
                  <a:cubicBezTo>
                    <a:pt x="363" y="0"/>
                    <a:pt x="0" y="375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5"/>
                    <a:pt x="1282" y="0"/>
                    <a:pt x="823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166;p71">
              <a:extLst>
                <a:ext uri="{FF2B5EF4-FFF2-40B4-BE49-F238E27FC236}">
                  <a16:creationId xmlns:a16="http://schemas.microsoft.com/office/drawing/2014/main" id="{D51C0FA9-19D4-904F-945E-E54EA73C28CD}"/>
                </a:ext>
              </a:extLst>
            </p:cNvPr>
            <p:cNvSpPr/>
            <p:nvPr/>
          </p:nvSpPr>
          <p:spPr>
            <a:xfrm rot="19800000">
              <a:off x="-807913" y="127294"/>
              <a:ext cx="97670" cy="97730"/>
            </a:xfrm>
            <a:custGeom>
              <a:avLst/>
              <a:gdLst/>
              <a:ahLst/>
              <a:cxnLst/>
              <a:rect l="l" t="t" r="r" b="b"/>
              <a:pathLst>
                <a:path w="1658" h="1659" extrusionOk="0">
                  <a:moveTo>
                    <a:pt x="823" y="1"/>
                  </a:moveTo>
                  <a:cubicBezTo>
                    <a:pt x="363" y="1"/>
                    <a:pt x="0" y="364"/>
                    <a:pt x="0" y="824"/>
                  </a:cubicBezTo>
                  <a:cubicBezTo>
                    <a:pt x="0" y="1283"/>
                    <a:pt x="363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169;p71">
              <a:extLst>
                <a:ext uri="{FF2B5EF4-FFF2-40B4-BE49-F238E27FC236}">
                  <a16:creationId xmlns:a16="http://schemas.microsoft.com/office/drawing/2014/main" id="{7E9ACF26-3BEC-1768-7BB3-03E9382F287A}"/>
                </a:ext>
              </a:extLst>
            </p:cNvPr>
            <p:cNvSpPr/>
            <p:nvPr/>
          </p:nvSpPr>
          <p:spPr>
            <a:xfrm rot="19800000">
              <a:off x="1962647" y="1012612"/>
              <a:ext cx="97730" cy="97670"/>
            </a:xfrm>
            <a:custGeom>
              <a:avLst/>
              <a:gdLst/>
              <a:ahLst/>
              <a:cxnLst/>
              <a:rect l="l" t="t" r="r" b="b"/>
              <a:pathLst>
                <a:path w="1659" h="1658" extrusionOk="0">
                  <a:moveTo>
                    <a:pt x="835" y="0"/>
                  </a:moveTo>
                  <a:cubicBezTo>
                    <a:pt x="376" y="0"/>
                    <a:pt x="1" y="363"/>
                    <a:pt x="1" y="823"/>
                  </a:cubicBezTo>
                  <a:cubicBezTo>
                    <a:pt x="1" y="1282"/>
                    <a:pt x="376" y="1657"/>
                    <a:pt x="835" y="1657"/>
                  </a:cubicBezTo>
                  <a:cubicBezTo>
                    <a:pt x="1295" y="1657"/>
                    <a:pt x="1658" y="1282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172;p71">
              <a:extLst>
                <a:ext uri="{FF2B5EF4-FFF2-40B4-BE49-F238E27FC236}">
                  <a16:creationId xmlns:a16="http://schemas.microsoft.com/office/drawing/2014/main" id="{83E63C9B-4E34-598E-5BCF-D24901423732}"/>
                </a:ext>
              </a:extLst>
            </p:cNvPr>
            <p:cNvSpPr/>
            <p:nvPr/>
          </p:nvSpPr>
          <p:spPr>
            <a:xfrm rot="19800000">
              <a:off x="1551344" y="1646573"/>
              <a:ext cx="97730" cy="97730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76" y="1"/>
                    <a:pt x="1" y="376"/>
                    <a:pt x="1" y="823"/>
                  </a:cubicBezTo>
                  <a:cubicBezTo>
                    <a:pt x="1" y="1283"/>
                    <a:pt x="376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175;p71">
              <a:extLst>
                <a:ext uri="{FF2B5EF4-FFF2-40B4-BE49-F238E27FC236}">
                  <a16:creationId xmlns:a16="http://schemas.microsoft.com/office/drawing/2014/main" id="{8467859B-F023-0534-F3A9-680525F5A2E1}"/>
                </a:ext>
              </a:extLst>
            </p:cNvPr>
            <p:cNvSpPr/>
            <p:nvPr/>
          </p:nvSpPr>
          <p:spPr>
            <a:xfrm rot="19800000">
              <a:off x="1126106" y="2397778"/>
              <a:ext cx="97730" cy="97731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64" y="1"/>
                    <a:pt x="1" y="364"/>
                    <a:pt x="1" y="824"/>
                  </a:cubicBezTo>
                  <a:cubicBezTo>
                    <a:pt x="1" y="1283"/>
                    <a:pt x="364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181;p71">
              <a:extLst>
                <a:ext uri="{FF2B5EF4-FFF2-40B4-BE49-F238E27FC236}">
                  <a16:creationId xmlns:a16="http://schemas.microsoft.com/office/drawing/2014/main" id="{A71F8C9A-3FE0-2612-F0D7-002AA795666A}"/>
                </a:ext>
              </a:extLst>
            </p:cNvPr>
            <p:cNvSpPr/>
            <p:nvPr/>
          </p:nvSpPr>
          <p:spPr>
            <a:xfrm rot="19800000">
              <a:off x="1915607" y="-5958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1"/>
                  </a:moveTo>
                  <a:cubicBezTo>
                    <a:pt x="363" y="1"/>
                    <a:pt x="0" y="376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6"/>
                    <a:pt x="1282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0184;p71">
              <a:extLst>
                <a:ext uri="{FF2B5EF4-FFF2-40B4-BE49-F238E27FC236}">
                  <a16:creationId xmlns:a16="http://schemas.microsoft.com/office/drawing/2014/main" id="{CA159D91-22C4-3256-CBE8-F3D398064E60}"/>
                </a:ext>
              </a:extLst>
            </p:cNvPr>
            <p:cNvSpPr/>
            <p:nvPr/>
          </p:nvSpPr>
          <p:spPr>
            <a:xfrm rot="19800000">
              <a:off x="995685" y="161343"/>
              <a:ext cx="57021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0187;p71">
              <a:extLst>
                <a:ext uri="{FF2B5EF4-FFF2-40B4-BE49-F238E27FC236}">
                  <a16:creationId xmlns:a16="http://schemas.microsoft.com/office/drawing/2014/main" id="{1E3ABEC0-F616-0F0B-548C-DFDC0A52A422}"/>
                </a:ext>
              </a:extLst>
            </p:cNvPr>
            <p:cNvSpPr/>
            <p:nvPr/>
          </p:nvSpPr>
          <p:spPr>
            <a:xfrm rot="19800000">
              <a:off x="99074" y="402104"/>
              <a:ext cx="88926" cy="88926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0"/>
                  </a:moveTo>
                  <a:cubicBezTo>
                    <a:pt x="218" y="0"/>
                    <a:pt x="1" y="218"/>
                    <a:pt x="1" y="484"/>
                  </a:cubicBezTo>
                  <a:cubicBezTo>
                    <a:pt x="1" y="750"/>
                    <a:pt x="218" y="968"/>
                    <a:pt x="484" y="968"/>
                  </a:cubicBezTo>
                  <a:cubicBezTo>
                    <a:pt x="751" y="968"/>
                    <a:pt x="968" y="750"/>
                    <a:pt x="968" y="484"/>
                  </a:cubicBezTo>
                  <a:cubicBezTo>
                    <a:pt x="968" y="218"/>
                    <a:pt x="751" y="0"/>
                    <a:pt x="484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0190;p71">
              <a:extLst>
                <a:ext uri="{FF2B5EF4-FFF2-40B4-BE49-F238E27FC236}">
                  <a16:creationId xmlns:a16="http://schemas.microsoft.com/office/drawing/2014/main" id="{4B81C122-4FF1-36A4-4C89-BD04FE6D3FE1}"/>
                </a:ext>
              </a:extLst>
            </p:cNvPr>
            <p:cNvSpPr/>
            <p:nvPr/>
          </p:nvSpPr>
          <p:spPr>
            <a:xfrm rot="19800000">
              <a:off x="834499" y="1168842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0193;p71">
              <a:extLst>
                <a:ext uri="{FF2B5EF4-FFF2-40B4-BE49-F238E27FC236}">
                  <a16:creationId xmlns:a16="http://schemas.microsoft.com/office/drawing/2014/main" id="{91DF620D-E422-03DB-DBCB-06158518C983}"/>
                </a:ext>
              </a:extLst>
            </p:cNvPr>
            <p:cNvSpPr/>
            <p:nvPr/>
          </p:nvSpPr>
          <p:spPr>
            <a:xfrm rot="19800000">
              <a:off x="582339" y="1646576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63"/>
                    <a:pt x="218" y="969"/>
                    <a:pt x="484" y="969"/>
                  </a:cubicBezTo>
                  <a:cubicBezTo>
                    <a:pt x="750" y="969"/>
                    <a:pt x="968" y="763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0196;p71">
              <a:extLst>
                <a:ext uri="{FF2B5EF4-FFF2-40B4-BE49-F238E27FC236}">
                  <a16:creationId xmlns:a16="http://schemas.microsoft.com/office/drawing/2014/main" id="{8018487F-A1B6-5409-8F8C-EA967481F446}"/>
                </a:ext>
              </a:extLst>
            </p:cNvPr>
            <p:cNvSpPr/>
            <p:nvPr/>
          </p:nvSpPr>
          <p:spPr>
            <a:xfrm rot="19800000">
              <a:off x="-94807" y="-498993"/>
              <a:ext cx="67036" cy="57493"/>
            </a:xfrm>
            <a:custGeom>
              <a:avLst/>
              <a:gdLst/>
              <a:ahLst/>
              <a:cxnLst/>
              <a:rect l="l" t="t" r="r" b="b"/>
              <a:pathLst>
                <a:path w="1138" h="976" extrusionOk="0">
                  <a:moveTo>
                    <a:pt x="654" y="0"/>
                  </a:moveTo>
                  <a:cubicBezTo>
                    <a:pt x="218" y="0"/>
                    <a:pt x="1" y="521"/>
                    <a:pt x="303" y="835"/>
                  </a:cubicBezTo>
                  <a:cubicBezTo>
                    <a:pt x="401" y="932"/>
                    <a:pt x="522" y="976"/>
                    <a:pt x="641" y="976"/>
                  </a:cubicBezTo>
                  <a:cubicBezTo>
                    <a:pt x="893" y="976"/>
                    <a:pt x="1138" y="783"/>
                    <a:pt x="1138" y="496"/>
                  </a:cubicBezTo>
                  <a:cubicBezTo>
                    <a:pt x="1138" y="218"/>
                    <a:pt x="920" y="12"/>
                    <a:pt x="654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0160;p71">
              <a:extLst>
                <a:ext uri="{FF2B5EF4-FFF2-40B4-BE49-F238E27FC236}">
                  <a16:creationId xmlns:a16="http://schemas.microsoft.com/office/drawing/2014/main" id="{AADB15BA-1A3D-6685-71B7-0D09BAB0BA44}"/>
                </a:ext>
              </a:extLst>
            </p:cNvPr>
            <p:cNvSpPr/>
            <p:nvPr/>
          </p:nvSpPr>
          <p:spPr>
            <a:xfrm rot="19800000">
              <a:off x="1058112" y="-916232"/>
              <a:ext cx="85459" cy="85459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9EA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12BAA1F-3F37-C894-9710-AAB9B3CE7656}"/>
              </a:ext>
            </a:extLst>
          </p:cNvPr>
          <p:cNvGrpSpPr>
            <a:grpSpLocks noChangeAspect="1"/>
          </p:cNvGrpSpPr>
          <p:nvPr userDrawn="1"/>
        </p:nvGrpSpPr>
        <p:grpSpPr>
          <a:xfrm rot="11700000">
            <a:off x="-642040" y="2029712"/>
            <a:ext cx="3776436" cy="3568055"/>
            <a:chOff x="-807913" y="-916232"/>
            <a:chExt cx="3610997" cy="3411741"/>
          </a:xfrm>
        </p:grpSpPr>
        <p:grpSp>
          <p:nvGrpSpPr>
            <p:cNvPr id="134" name="Google Shape;10140;p71">
              <a:extLst>
                <a:ext uri="{FF2B5EF4-FFF2-40B4-BE49-F238E27FC236}">
                  <a16:creationId xmlns:a16="http://schemas.microsoft.com/office/drawing/2014/main" id="{CA1802C4-2212-B713-FBEB-4494A9636A78}"/>
                </a:ext>
              </a:extLst>
            </p:cNvPr>
            <p:cNvGrpSpPr/>
            <p:nvPr/>
          </p:nvGrpSpPr>
          <p:grpSpPr>
            <a:xfrm rot="19800000">
              <a:off x="-364573" y="-843616"/>
              <a:ext cx="2713896" cy="3143318"/>
              <a:chOff x="4293838" y="3078639"/>
              <a:chExt cx="269353" cy="311973"/>
            </a:xfrm>
          </p:grpSpPr>
          <p:sp>
            <p:nvSpPr>
              <p:cNvPr id="148" name="Google Shape;10141;p71">
                <a:extLst>
                  <a:ext uri="{FF2B5EF4-FFF2-40B4-BE49-F238E27FC236}">
                    <a16:creationId xmlns:a16="http://schemas.microsoft.com/office/drawing/2014/main" id="{ED1245F3-AA2D-5CF3-0B93-40CB2B349B3B}"/>
                  </a:ext>
                </a:extLst>
              </p:cNvPr>
              <p:cNvSpPr/>
              <p:nvPr/>
            </p:nvSpPr>
            <p:spPr>
              <a:xfrm>
                <a:off x="4293838" y="3078639"/>
                <a:ext cx="269353" cy="311973"/>
              </a:xfrm>
              <a:custGeom>
                <a:avLst/>
                <a:gdLst/>
                <a:ahLst/>
                <a:cxnLst/>
                <a:rect l="l" t="t" r="r" b="b"/>
                <a:pathLst>
                  <a:path w="34247" h="39666" fill="none" extrusionOk="0">
                    <a:moveTo>
                      <a:pt x="13" y="16730"/>
                    </a:moveTo>
                    <a:lnTo>
                      <a:pt x="7162" y="27690"/>
                    </a:lnTo>
                    <a:lnTo>
                      <a:pt x="8480" y="39666"/>
                    </a:lnTo>
                    <a:lnTo>
                      <a:pt x="18182" y="34138"/>
                    </a:lnTo>
                    <a:lnTo>
                      <a:pt x="26371" y="29807"/>
                    </a:lnTo>
                    <a:cubicBezTo>
                      <a:pt x="26371" y="29807"/>
                      <a:pt x="33605" y="34694"/>
                      <a:pt x="33932" y="35456"/>
                    </a:cubicBezTo>
                    <a:cubicBezTo>
                      <a:pt x="34246" y="36218"/>
                      <a:pt x="32263" y="18388"/>
                      <a:pt x="32263" y="18388"/>
                    </a:cubicBezTo>
                    <a:lnTo>
                      <a:pt x="28428" y="2928"/>
                    </a:lnTo>
                    <a:lnTo>
                      <a:pt x="12932" y="1"/>
                    </a:lnTo>
                    <a:lnTo>
                      <a:pt x="1670" y="2650"/>
                    </a:lnTo>
                    <a:lnTo>
                      <a:pt x="0" y="17142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0142;p71">
                <a:extLst>
                  <a:ext uri="{FF2B5EF4-FFF2-40B4-BE49-F238E27FC236}">
                    <a16:creationId xmlns:a16="http://schemas.microsoft.com/office/drawing/2014/main" id="{E3AE908A-7462-FD96-877E-E471468D59EE}"/>
                  </a:ext>
                </a:extLst>
              </p:cNvPr>
              <p:cNvSpPr/>
              <p:nvPr/>
            </p:nvSpPr>
            <p:spPr>
              <a:xfrm>
                <a:off x="4306965" y="3099473"/>
                <a:ext cx="625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7949" h="8856" fill="none" extrusionOk="0">
                    <a:moveTo>
                      <a:pt x="1" y="1"/>
                    </a:moveTo>
                    <a:lnTo>
                      <a:pt x="7948" y="885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0143;p71">
                <a:extLst>
                  <a:ext uri="{FF2B5EF4-FFF2-40B4-BE49-F238E27FC236}">
                    <a16:creationId xmlns:a16="http://schemas.microsoft.com/office/drawing/2014/main" id="{281CA201-3AD0-0294-AE6F-3C6711A6CBD4}"/>
                  </a:ext>
                </a:extLst>
              </p:cNvPr>
              <p:cNvSpPr/>
              <p:nvPr/>
            </p:nvSpPr>
            <p:spPr>
              <a:xfrm>
                <a:off x="4369476" y="3169118"/>
                <a:ext cx="26072" cy="98666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12545" fill="none" extrusionOk="0">
                    <a:moveTo>
                      <a:pt x="0" y="1"/>
                    </a:moveTo>
                    <a:lnTo>
                      <a:pt x="3315" y="12545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0144;p71">
                <a:extLst>
                  <a:ext uri="{FF2B5EF4-FFF2-40B4-BE49-F238E27FC236}">
                    <a16:creationId xmlns:a16="http://schemas.microsoft.com/office/drawing/2014/main" id="{05ED64DF-5069-DBA3-C727-FC6584B3C72D}"/>
                  </a:ext>
                </a:extLst>
              </p:cNvPr>
              <p:cNvSpPr/>
              <p:nvPr/>
            </p:nvSpPr>
            <p:spPr>
              <a:xfrm>
                <a:off x="4399347" y="3078639"/>
                <a:ext cx="60041" cy="110558"/>
              </a:xfrm>
              <a:custGeom>
                <a:avLst/>
                <a:gdLst/>
                <a:ahLst/>
                <a:cxnLst/>
                <a:rect l="l" t="t" r="r" b="b"/>
                <a:pathLst>
                  <a:path w="7634" h="14057" fill="none" extrusionOk="0">
                    <a:moveTo>
                      <a:pt x="7634" y="14057"/>
                    </a:moveTo>
                    <a:lnTo>
                      <a:pt x="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0145;p71">
                <a:extLst>
                  <a:ext uri="{FF2B5EF4-FFF2-40B4-BE49-F238E27FC236}">
                    <a16:creationId xmlns:a16="http://schemas.microsoft.com/office/drawing/2014/main" id="{0A0E2008-409E-D0BA-3FDE-6065EB5EBA25}"/>
                  </a:ext>
                </a:extLst>
              </p:cNvPr>
              <p:cNvSpPr/>
              <p:nvPr/>
            </p:nvSpPr>
            <p:spPr>
              <a:xfrm>
                <a:off x="4373282" y="3169118"/>
                <a:ext cx="82299" cy="20079"/>
              </a:xfrm>
              <a:custGeom>
                <a:avLst/>
                <a:gdLst/>
                <a:ahLst/>
                <a:cxnLst/>
                <a:rect l="l" t="t" r="r" b="b"/>
                <a:pathLst>
                  <a:path w="10464" h="2553" fill="none" extrusionOk="0">
                    <a:moveTo>
                      <a:pt x="0" y="1"/>
                    </a:moveTo>
                    <a:lnTo>
                      <a:pt x="10464" y="2553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0146;p71">
                <a:extLst>
                  <a:ext uri="{FF2B5EF4-FFF2-40B4-BE49-F238E27FC236}">
                    <a16:creationId xmlns:a16="http://schemas.microsoft.com/office/drawing/2014/main" id="{333BC1B0-B732-06F3-DFE5-1D393423B1DA}"/>
                  </a:ext>
                </a:extLst>
              </p:cNvPr>
              <p:cNvSpPr/>
              <p:nvPr/>
            </p:nvSpPr>
            <p:spPr>
              <a:xfrm>
                <a:off x="4369476" y="3078639"/>
                <a:ext cx="2987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11505" fill="none" extrusionOk="0">
                    <a:moveTo>
                      <a:pt x="0" y="11505"/>
                    </a:moveTo>
                    <a:lnTo>
                      <a:pt x="3799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0147;p71">
                <a:extLst>
                  <a:ext uri="{FF2B5EF4-FFF2-40B4-BE49-F238E27FC236}">
                    <a16:creationId xmlns:a16="http://schemas.microsoft.com/office/drawing/2014/main" id="{6BF9365A-D8FE-7709-32CC-94E964DD6A51}"/>
                  </a:ext>
                </a:extLst>
              </p:cNvPr>
              <p:cNvSpPr/>
              <p:nvPr/>
            </p:nvSpPr>
            <p:spPr>
              <a:xfrm>
                <a:off x="4293932" y="3169118"/>
                <a:ext cx="75551" cy="41110"/>
              </a:xfrm>
              <a:custGeom>
                <a:avLst/>
                <a:gdLst/>
                <a:ahLst/>
                <a:cxnLst/>
                <a:rect l="l" t="t" r="r" b="b"/>
                <a:pathLst>
                  <a:path w="9606" h="5227" fill="none" extrusionOk="0">
                    <a:moveTo>
                      <a:pt x="1" y="5226"/>
                    </a:moveTo>
                    <a:lnTo>
                      <a:pt x="9605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0148;p71">
                <a:extLst>
                  <a:ext uri="{FF2B5EF4-FFF2-40B4-BE49-F238E27FC236}">
                    <a16:creationId xmlns:a16="http://schemas.microsoft.com/office/drawing/2014/main" id="{B2609AC9-7252-40D5-3BB5-3D5BDD8E123A}"/>
                  </a:ext>
                </a:extLst>
              </p:cNvPr>
              <p:cNvSpPr/>
              <p:nvPr/>
            </p:nvSpPr>
            <p:spPr>
              <a:xfrm>
                <a:off x="4350159" y="3267776"/>
                <a:ext cx="45389" cy="27032"/>
              </a:xfrm>
              <a:custGeom>
                <a:avLst/>
                <a:gdLst/>
                <a:ahLst/>
                <a:cxnLst/>
                <a:rect l="l" t="t" r="r" b="b"/>
                <a:pathLst>
                  <a:path w="5771" h="3437" fill="none" extrusionOk="0">
                    <a:moveTo>
                      <a:pt x="1" y="3436"/>
                    </a:moveTo>
                    <a:lnTo>
                      <a:pt x="577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0149;p71">
                <a:extLst>
                  <a:ext uri="{FF2B5EF4-FFF2-40B4-BE49-F238E27FC236}">
                    <a16:creationId xmlns:a16="http://schemas.microsoft.com/office/drawing/2014/main" id="{C9AE54BB-4D1C-A71C-E908-A4A55F036D35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38830" cy="76031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9667" fill="none" extrusionOk="0">
                    <a:moveTo>
                      <a:pt x="1" y="1"/>
                    </a:moveTo>
                    <a:lnTo>
                      <a:pt x="4936" y="966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0150;p71">
                <a:extLst>
                  <a:ext uri="{FF2B5EF4-FFF2-40B4-BE49-F238E27FC236}">
                    <a16:creationId xmlns:a16="http://schemas.microsoft.com/office/drawing/2014/main" id="{CF93C331-9C32-1976-DB91-85234708D628}"/>
                  </a:ext>
                </a:extLst>
              </p:cNvPr>
              <p:cNvSpPr/>
              <p:nvPr/>
            </p:nvSpPr>
            <p:spPr>
              <a:xfrm>
                <a:off x="4360439" y="3267776"/>
                <a:ext cx="35109" cy="121978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15509" fill="none" extrusionOk="0">
                    <a:moveTo>
                      <a:pt x="0" y="15509"/>
                    </a:moveTo>
                    <a:lnTo>
                      <a:pt x="446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0151;p71">
                <a:extLst>
                  <a:ext uri="{FF2B5EF4-FFF2-40B4-BE49-F238E27FC236}">
                    <a16:creationId xmlns:a16="http://schemas.microsoft.com/office/drawing/2014/main" id="{D372C90C-CB48-CA6C-B73D-5FB8110C09F1}"/>
                  </a:ext>
                </a:extLst>
              </p:cNvPr>
              <p:cNvSpPr/>
              <p:nvPr/>
            </p:nvSpPr>
            <p:spPr>
              <a:xfrm>
                <a:off x="4293932" y="3210220"/>
                <a:ext cx="101616" cy="57564"/>
              </a:xfrm>
              <a:custGeom>
                <a:avLst/>
                <a:gdLst/>
                <a:ahLst/>
                <a:cxnLst/>
                <a:rect l="l" t="t" r="r" b="b"/>
                <a:pathLst>
                  <a:path w="12920" h="7319" fill="none" extrusionOk="0">
                    <a:moveTo>
                      <a:pt x="1" y="0"/>
                    </a:moveTo>
                    <a:lnTo>
                      <a:pt x="12920" y="731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0152;p71">
                <a:extLst>
                  <a:ext uri="{FF2B5EF4-FFF2-40B4-BE49-F238E27FC236}">
                    <a16:creationId xmlns:a16="http://schemas.microsoft.com/office/drawing/2014/main" id="{A4E193FC-87B1-D9CC-6DF0-3188DDA5C5F3}"/>
                  </a:ext>
                </a:extLst>
              </p:cNvPr>
              <p:cNvSpPr/>
              <p:nvPr/>
            </p:nvSpPr>
            <p:spPr>
              <a:xfrm>
                <a:off x="4395540" y="3186436"/>
                <a:ext cx="66420" cy="79735"/>
              </a:xfrm>
              <a:custGeom>
                <a:avLst/>
                <a:gdLst/>
                <a:ahLst/>
                <a:cxnLst/>
                <a:rect l="l" t="t" r="r" b="b"/>
                <a:pathLst>
                  <a:path w="8445" h="10138" fill="none" extrusionOk="0">
                    <a:moveTo>
                      <a:pt x="8444" y="0"/>
                    </a:moveTo>
                    <a:lnTo>
                      <a:pt x="1" y="10137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0153;p71">
                <a:extLst>
                  <a:ext uri="{FF2B5EF4-FFF2-40B4-BE49-F238E27FC236}">
                    <a16:creationId xmlns:a16="http://schemas.microsoft.com/office/drawing/2014/main" id="{F3306242-FC92-7209-13CB-CCDE7C5B457B}"/>
                  </a:ext>
                </a:extLst>
              </p:cNvPr>
              <p:cNvSpPr/>
              <p:nvPr/>
            </p:nvSpPr>
            <p:spPr>
              <a:xfrm>
                <a:off x="4459380" y="3189669"/>
                <a:ext cx="41873" cy="123402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690" fill="none" extrusionOk="0">
                    <a:moveTo>
                      <a:pt x="1" y="0"/>
                    </a:moveTo>
                    <a:lnTo>
                      <a:pt x="5323" y="1569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0154;p71">
                <a:extLst>
                  <a:ext uri="{FF2B5EF4-FFF2-40B4-BE49-F238E27FC236}">
                    <a16:creationId xmlns:a16="http://schemas.microsoft.com/office/drawing/2014/main" id="{F18358AC-9C93-47E1-713F-8986E59B8CBE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105713" cy="45295"/>
              </a:xfrm>
              <a:custGeom>
                <a:avLst/>
                <a:gdLst/>
                <a:ahLst/>
                <a:cxnLst/>
                <a:rect l="l" t="t" r="r" b="b"/>
                <a:pathLst>
                  <a:path w="13441" h="5759" fill="none" extrusionOk="0">
                    <a:moveTo>
                      <a:pt x="1" y="1"/>
                    </a:moveTo>
                    <a:lnTo>
                      <a:pt x="13440" y="575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0155;p71">
                <a:extLst>
                  <a:ext uri="{FF2B5EF4-FFF2-40B4-BE49-F238E27FC236}">
                    <a16:creationId xmlns:a16="http://schemas.microsoft.com/office/drawing/2014/main" id="{92BD1695-1F55-7FDD-5136-D38F041D275B}"/>
                  </a:ext>
                </a:extLst>
              </p:cNvPr>
              <p:cNvSpPr/>
              <p:nvPr/>
            </p:nvSpPr>
            <p:spPr>
              <a:xfrm>
                <a:off x="4501246" y="3223252"/>
                <a:ext cx="46435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5904" h="11420" fill="none" extrusionOk="0">
                    <a:moveTo>
                      <a:pt x="0" y="11420"/>
                    </a:moveTo>
                    <a:lnTo>
                      <a:pt x="590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0156;p71">
                <a:extLst>
                  <a:ext uri="{FF2B5EF4-FFF2-40B4-BE49-F238E27FC236}">
                    <a16:creationId xmlns:a16="http://schemas.microsoft.com/office/drawing/2014/main" id="{AFA66CB1-77BD-9ADC-37FA-C3373468C553}"/>
                  </a:ext>
                </a:extLst>
              </p:cNvPr>
              <p:cNvSpPr/>
              <p:nvPr/>
            </p:nvSpPr>
            <p:spPr>
              <a:xfrm>
                <a:off x="4459671" y="3104231"/>
                <a:ext cx="58421" cy="84966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10803" fill="none" extrusionOk="0">
                    <a:moveTo>
                      <a:pt x="0" y="10803"/>
                    </a:moveTo>
                    <a:lnTo>
                      <a:pt x="7428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0157;p71">
                <a:extLst>
                  <a:ext uri="{FF2B5EF4-FFF2-40B4-BE49-F238E27FC236}">
                    <a16:creationId xmlns:a16="http://schemas.microsoft.com/office/drawing/2014/main" id="{8EB03C4A-ACBA-1377-407C-E627433F65EB}"/>
                  </a:ext>
                </a:extLst>
              </p:cNvPr>
              <p:cNvSpPr/>
              <p:nvPr/>
            </p:nvSpPr>
            <p:spPr>
              <a:xfrm>
                <a:off x="4459671" y="3189189"/>
                <a:ext cx="86586" cy="36737"/>
              </a:xfrm>
              <a:custGeom>
                <a:avLst/>
                <a:gdLst/>
                <a:ahLst/>
                <a:cxnLst/>
                <a:rect l="l" t="t" r="r" b="b"/>
                <a:pathLst>
                  <a:path w="11009" h="4671" fill="none" extrusionOk="0">
                    <a:moveTo>
                      <a:pt x="0" y="1"/>
                    </a:moveTo>
                    <a:lnTo>
                      <a:pt x="11008" y="467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5" name="Google Shape;10160;p71">
              <a:extLst>
                <a:ext uri="{FF2B5EF4-FFF2-40B4-BE49-F238E27FC236}">
                  <a16:creationId xmlns:a16="http://schemas.microsoft.com/office/drawing/2014/main" id="{AD684780-33AE-6CD3-9FB6-93EDF7DE95C3}"/>
                </a:ext>
              </a:extLst>
            </p:cNvPr>
            <p:cNvSpPr/>
            <p:nvPr/>
          </p:nvSpPr>
          <p:spPr>
            <a:xfrm rot="19800000">
              <a:off x="2705414" y="1100798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9EA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0163;p71">
              <a:extLst>
                <a:ext uri="{FF2B5EF4-FFF2-40B4-BE49-F238E27FC236}">
                  <a16:creationId xmlns:a16="http://schemas.microsoft.com/office/drawing/2014/main" id="{846D61B4-ED6B-F099-D828-DE55BEFE75A8}"/>
                </a:ext>
              </a:extLst>
            </p:cNvPr>
            <p:cNvSpPr/>
            <p:nvPr/>
          </p:nvSpPr>
          <p:spPr>
            <a:xfrm rot="19800000">
              <a:off x="-364115" y="1158621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0"/>
                  </a:moveTo>
                  <a:cubicBezTo>
                    <a:pt x="363" y="0"/>
                    <a:pt x="0" y="375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5"/>
                    <a:pt x="1282" y="0"/>
                    <a:pt x="823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0166;p71">
              <a:extLst>
                <a:ext uri="{FF2B5EF4-FFF2-40B4-BE49-F238E27FC236}">
                  <a16:creationId xmlns:a16="http://schemas.microsoft.com/office/drawing/2014/main" id="{9E073434-4C0B-1BF2-AFDB-A54F61A9B84A}"/>
                </a:ext>
              </a:extLst>
            </p:cNvPr>
            <p:cNvSpPr/>
            <p:nvPr/>
          </p:nvSpPr>
          <p:spPr>
            <a:xfrm rot="19800000">
              <a:off x="-807913" y="127294"/>
              <a:ext cx="97670" cy="97730"/>
            </a:xfrm>
            <a:custGeom>
              <a:avLst/>
              <a:gdLst/>
              <a:ahLst/>
              <a:cxnLst/>
              <a:rect l="l" t="t" r="r" b="b"/>
              <a:pathLst>
                <a:path w="1658" h="1659" extrusionOk="0">
                  <a:moveTo>
                    <a:pt x="823" y="1"/>
                  </a:moveTo>
                  <a:cubicBezTo>
                    <a:pt x="363" y="1"/>
                    <a:pt x="0" y="364"/>
                    <a:pt x="0" y="824"/>
                  </a:cubicBezTo>
                  <a:cubicBezTo>
                    <a:pt x="0" y="1283"/>
                    <a:pt x="363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0169;p71">
              <a:extLst>
                <a:ext uri="{FF2B5EF4-FFF2-40B4-BE49-F238E27FC236}">
                  <a16:creationId xmlns:a16="http://schemas.microsoft.com/office/drawing/2014/main" id="{B44F2232-4D95-0246-8441-71CE96A07A1E}"/>
                </a:ext>
              </a:extLst>
            </p:cNvPr>
            <p:cNvSpPr/>
            <p:nvPr/>
          </p:nvSpPr>
          <p:spPr>
            <a:xfrm rot="19800000">
              <a:off x="1962647" y="1012612"/>
              <a:ext cx="97730" cy="97670"/>
            </a:xfrm>
            <a:custGeom>
              <a:avLst/>
              <a:gdLst/>
              <a:ahLst/>
              <a:cxnLst/>
              <a:rect l="l" t="t" r="r" b="b"/>
              <a:pathLst>
                <a:path w="1659" h="1658" extrusionOk="0">
                  <a:moveTo>
                    <a:pt x="835" y="0"/>
                  </a:moveTo>
                  <a:cubicBezTo>
                    <a:pt x="376" y="0"/>
                    <a:pt x="1" y="363"/>
                    <a:pt x="1" y="823"/>
                  </a:cubicBezTo>
                  <a:cubicBezTo>
                    <a:pt x="1" y="1282"/>
                    <a:pt x="376" y="1657"/>
                    <a:pt x="835" y="1657"/>
                  </a:cubicBezTo>
                  <a:cubicBezTo>
                    <a:pt x="1295" y="1657"/>
                    <a:pt x="1658" y="1282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0172;p71">
              <a:extLst>
                <a:ext uri="{FF2B5EF4-FFF2-40B4-BE49-F238E27FC236}">
                  <a16:creationId xmlns:a16="http://schemas.microsoft.com/office/drawing/2014/main" id="{CBEB320C-FE14-C510-3C2B-28C01C3A5B66}"/>
                </a:ext>
              </a:extLst>
            </p:cNvPr>
            <p:cNvSpPr/>
            <p:nvPr/>
          </p:nvSpPr>
          <p:spPr>
            <a:xfrm rot="19800000">
              <a:off x="1551344" y="1646573"/>
              <a:ext cx="97730" cy="97730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76" y="1"/>
                    <a:pt x="1" y="376"/>
                    <a:pt x="1" y="823"/>
                  </a:cubicBezTo>
                  <a:cubicBezTo>
                    <a:pt x="1" y="1283"/>
                    <a:pt x="376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0175;p71">
              <a:extLst>
                <a:ext uri="{FF2B5EF4-FFF2-40B4-BE49-F238E27FC236}">
                  <a16:creationId xmlns:a16="http://schemas.microsoft.com/office/drawing/2014/main" id="{BC8A8363-0B6F-95DF-7289-1B20C4056F3A}"/>
                </a:ext>
              </a:extLst>
            </p:cNvPr>
            <p:cNvSpPr/>
            <p:nvPr/>
          </p:nvSpPr>
          <p:spPr>
            <a:xfrm rot="19800000">
              <a:off x="1126106" y="2397778"/>
              <a:ext cx="97730" cy="97731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64" y="1"/>
                    <a:pt x="1" y="364"/>
                    <a:pt x="1" y="824"/>
                  </a:cubicBezTo>
                  <a:cubicBezTo>
                    <a:pt x="1" y="1283"/>
                    <a:pt x="364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0181;p71">
              <a:extLst>
                <a:ext uri="{FF2B5EF4-FFF2-40B4-BE49-F238E27FC236}">
                  <a16:creationId xmlns:a16="http://schemas.microsoft.com/office/drawing/2014/main" id="{11A894D4-0AD8-13F4-3DAA-7B6FD8D79AF3}"/>
                </a:ext>
              </a:extLst>
            </p:cNvPr>
            <p:cNvSpPr/>
            <p:nvPr/>
          </p:nvSpPr>
          <p:spPr>
            <a:xfrm rot="19800000">
              <a:off x="1915607" y="-5958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1"/>
                  </a:moveTo>
                  <a:cubicBezTo>
                    <a:pt x="363" y="1"/>
                    <a:pt x="0" y="376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6"/>
                    <a:pt x="1282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0184;p71">
              <a:extLst>
                <a:ext uri="{FF2B5EF4-FFF2-40B4-BE49-F238E27FC236}">
                  <a16:creationId xmlns:a16="http://schemas.microsoft.com/office/drawing/2014/main" id="{4CAA3AFF-4525-C430-24CD-70340FEF1204}"/>
                </a:ext>
              </a:extLst>
            </p:cNvPr>
            <p:cNvSpPr/>
            <p:nvPr/>
          </p:nvSpPr>
          <p:spPr>
            <a:xfrm rot="19800000">
              <a:off x="995685" y="161343"/>
              <a:ext cx="57021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0187;p71">
              <a:extLst>
                <a:ext uri="{FF2B5EF4-FFF2-40B4-BE49-F238E27FC236}">
                  <a16:creationId xmlns:a16="http://schemas.microsoft.com/office/drawing/2014/main" id="{5BBE12CF-A984-0FF4-8468-43215EC103C3}"/>
                </a:ext>
              </a:extLst>
            </p:cNvPr>
            <p:cNvSpPr/>
            <p:nvPr/>
          </p:nvSpPr>
          <p:spPr>
            <a:xfrm rot="19800000">
              <a:off x="99074" y="402104"/>
              <a:ext cx="88926" cy="88926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0"/>
                  </a:moveTo>
                  <a:cubicBezTo>
                    <a:pt x="218" y="0"/>
                    <a:pt x="1" y="218"/>
                    <a:pt x="1" y="484"/>
                  </a:cubicBezTo>
                  <a:cubicBezTo>
                    <a:pt x="1" y="750"/>
                    <a:pt x="218" y="968"/>
                    <a:pt x="484" y="968"/>
                  </a:cubicBezTo>
                  <a:cubicBezTo>
                    <a:pt x="751" y="968"/>
                    <a:pt x="968" y="750"/>
                    <a:pt x="968" y="484"/>
                  </a:cubicBezTo>
                  <a:cubicBezTo>
                    <a:pt x="968" y="218"/>
                    <a:pt x="751" y="0"/>
                    <a:pt x="484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0190;p71">
              <a:extLst>
                <a:ext uri="{FF2B5EF4-FFF2-40B4-BE49-F238E27FC236}">
                  <a16:creationId xmlns:a16="http://schemas.microsoft.com/office/drawing/2014/main" id="{BCA2DF7D-604C-D06F-5876-CE5E595515EE}"/>
                </a:ext>
              </a:extLst>
            </p:cNvPr>
            <p:cNvSpPr/>
            <p:nvPr/>
          </p:nvSpPr>
          <p:spPr>
            <a:xfrm rot="19800000">
              <a:off x="834499" y="1168842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0193;p71">
              <a:extLst>
                <a:ext uri="{FF2B5EF4-FFF2-40B4-BE49-F238E27FC236}">
                  <a16:creationId xmlns:a16="http://schemas.microsoft.com/office/drawing/2014/main" id="{7BBA7A9F-13EE-42FC-4B0A-362230A016C0}"/>
                </a:ext>
              </a:extLst>
            </p:cNvPr>
            <p:cNvSpPr/>
            <p:nvPr/>
          </p:nvSpPr>
          <p:spPr>
            <a:xfrm rot="19800000">
              <a:off x="582339" y="1646576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63"/>
                    <a:pt x="218" y="969"/>
                    <a:pt x="484" y="969"/>
                  </a:cubicBezTo>
                  <a:cubicBezTo>
                    <a:pt x="750" y="969"/>
                    <a:pt x="968" y="763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0196;p71">
              <a:extLst>
                <a:ext uri="{FF2B5EF4-FFF2-40B4-BE49-F238E27FC236}">
                  <a16:creationId xmlns:a16="http://schemas.microsoft.com/office/drawing/2014/main" id="{E5DF7B8F-A99D-009A-D989-AB06C8540E63}"/>
                </a:ext>
              </a:extLst>
            </p:cNvPr>
            <p:cNvSpPr/>
            <p:nvPr/>
          </p:nvSpPr>
          <p:spPr>
            <a:xfrm rot="19800000">
              <a:off x="-94807" y="-498993"/>
              <a:ext cx="67036" cy="57493"/>
            </a:xfrm>
            <a:custGeom>
              <a:avLst/>
              <a:gdLst/>
              <a:ahLst/>
              <a:cxnLst/>
              <a:rect l="l" t="t" r="r" b="b"/>
              <a:pathLst>
                <a:path w="1138" h="976" extrusionOk="0">
                  <a:moveTo>
                    <a:pt x="654" y="0"/>
                  </a:moveTo>
                  <a:cubicBezTo>
                    <a:pt x="218" y="0"/>
                    <a:pt x="1" y="521"/>
                    <a:pt x="303" y="835"/>
                  </a:cubicBezTo>
                  <a:cubicBezTo>
                    <a:pt x="401" y="932"/>
                    <a:pt x="522" y="976"/>
                    <a:pt x="641" y="976"/>
                  </a:cubicBezTo>
                  <a:cubicBezTo>
                    <a:pt x="893" y="976"/>
                    <a:pt x="1138" y="783"/>
                    <a:pt x="1138" y="496"/>
                  </a:cubicBezTo>
                  <a:cubicBezTo>
                    <a:pt x="1138" y="218"/>
                    <a:pt x="920" y="12"/>
                    <a:pt x="654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0160;p71">
              <a:extLst>
                <a:ext uri="{FF2B5EF4-FFF2-40B4-BE49-F238E27FC236}">
                  <a16:creationId xmlns:a16="http://schemas.microsoft.com/office/drawing/2014/main" id="{F2A6EAAE-FF62-5D44-C3D8-0F0D3A65CB95}"/>
                </a:ext>
              </a:extLst>
            </p:cNvPr>
            <p:cNvSpPr/>
            <p:nvPr/>
          </p:nvSpPr>
          <p:spPr>
            <a:xfrm rot="19800000">
              <a:off x="1058112" y="-916232"/>
              <a:ext cx="85459" cy="85459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9EA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86ADE1B-D782-6FC2-057E-B9E8AE903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854" y="2673012"/>
            <a:ext cx="5500202" cy="1516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>
                <a:solidFill>
                  <a:srgbClr val="2C73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A picture containing text, outdoor, sign, clipart&#10;&#10;Description automatically generated">
            <a:extLst>
              <a:ext uri="{FF2B5EF4-FFF2-40B4-BE49-F238E27FC236}">
                <a16:creationId xmlns:a16="http://schemas.microsoft.com/office/drawing/2014/main" id="{C9E442DF-E07D-5F52-F03D-133ECEE2F2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142" y="184372"/>
            <a:ext cx="2916000" cy="14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517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_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1021DBCC-0C41-6C53-3365-3D5EAC838E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57950" y="3"/>
            <a:ext cx="5734051" cy="6857998"/>
          </a:xfrm>
          <a:custGeom>
            <a:avLst/>
            <a:gdLst>
              <a:gd name="connsiteX0" fmla="*/ 1351818 w 6506325"/>
              <a:gd name="connsiteY0" fmla="*/ 0 h 6857998"/>
              <a:gd name="connsiteX1" fmla="*/ 6506325 w 6506325"/>
              <a:gd name="connsiteY1" fmla="*/ 0 h 6857998"/>
              <a:gd name="connsiteX2" fmla="*/ 6506325 w 6506325"/>
              <a:gd name="connsiteY2" fmla="*/ 6857998 h 6857998"/>
              <a:gd name="connsiteX3" fmla="*/ 1351819 w 6506325"/>
              <a:gd name="connsiteY3" fmla="*/ 6857998 h 6857998"/>
              <a:gd name="connsiteX4" fmla="*/ 0 w 6506325"/>
              <a:gd name="connsiteY4" fmla="*/ 3428997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06325" h="6857998">
                <a:moveTo>
                  <a:pt x="1351818" y="0"/>
                </a:moveTo>
                <a:lnTo>
                  <a:pt x="6506325" y="0"/>
                </a:lnTo>
                <a:lnTo>
                  <a:pt x="6506325" y="6857998"/>
                </a:lnTo>
                <a:lnTo>
                  <a:pt x="1351819" y="6857998"/>
                </a:lnTo>
                <a:lnTo>
                  <a:pt x="0" y="3428997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BE092B3-8784-99B3-7F69-B76FB3523BE4}"/>
              </a:ext>
            </a:extLst>
          </p:cNvPr>
          <p:cNvSpPr/>
          <p:nvPr userDrawn="1"/>
        </p:nvSpPr>
        <p:spPr>
          <a:xfrm>
            <a:off x="0" y="0"/>
            <a:ext cx="7929002" cy="6858000"/>
          </a:xfrm>
          <a:custGeom>
            <a:avLst/>
            <a:gdLst>
              <a:gd name="connsiteX0" fmla="*/ 171480 w 7317536"/>
              <a:gd name="connsiteY0" fmla="*/ 0 h 6858000"/>
              <a:gd name="connsiteX1" fmla="*/ 7317536 w 7317536"/>
              <a:gd name="connsiteY1" fmla="*/ 0 h 6858000"/>
              <a:gd name="connsiteX2" fmla="*/ 4587983 w 7317536"/>
              <a:gd name="connsiteY2" fmla="*/ 6858000 h 6858000"/>
              <a:gd name="connsiteX3" fmla="*/ 0 w 7317536"/>
              <a:gd name="connsiteY3" fmla="*/ 6858000 h 6858000"/>
              <a:gd name="connsiteX4" fmla="*/ 0 w 7317536"/>
              <a:gd name="connsiteY4" fmla="*/ 4308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7536" h="6858000">
                <a:moveTo>
                  <a:pt x="171480" y="0"/>
                </a:moveTo>
                <a:lnTo>
                  <a:pt x="7317536" y="0"/>
                </a:lnTo>
                <a:lnTo>
                  <a:pt x="4587983" y="6858000"/>
                </a:lnTo>
                <a:lnTo>
                  <a:pt x="0" y="6858000"/>
                </a:lnTo>
                <a:lnTo>
                  <a:pt x="0" y="430842"/>
                </a:lnTo>
                <a:close/>
              </a:path>
            </a:pathLst>
          </a:custGeom>
          <a:gradFill>
            <a:gsLst>
              <a:gs pos="100000">
                <a:srgbClr val="2C73B9"/>
              </a:gs>
              <a:gs pos="0">
                <a:srgbClr val="0089DE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A8C43C9-C331-DDF4-C211-1D6C6821D5B6}"/>
              </a:ext>
            </a:extLst>
          </p:cNvPr>
          <p:cNvSpPr/>
          <p:nvPr userDrawn="1"/>
        </p:nvSpPr>
        <p:spPr>
          <a:xfrm flipH="1">
            <a:off x="0" y="0"/>
            <a:ext cx="7929002" cy="6867144"/>
          </a:xfrm>
          <a:custGeom>
            <a:avLst/>
            <a:gdLst>
              <a:gd name="connsiteX0" fmla="*/ 7327899 w 7327899"/>
              <a:gd name="connsiteY0" fmla="*/ 0 h 6858000"/>
              <a:gd name="connsiteX1" fmla="*/ 2729553 w 7327899"/>
              <a:gd name="connsiteY1" fmla="*/ 0 h 6858000"/>
              <a:gd name="connsiteX2" fmla="*/ 0 w 7327899"/>
              <a:gd name="connsiteY2" fmla="*/ 6858000 h 6858000"/>
              <a:gd name="connsiteX3" fmla="*/ 5980698 w 7327899"/>
              <a:gd name="connsiteY3" fmla="*/ 6858000 h 6858000"/>
              <a:gd name="connsiteX4" fmla="*/ 7327899 w 7327899"/>
              <a:gd name="connsiteY4" fmla="*/ 347315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27899" h="6858000">
                <a:moveTo>
                  <a:pt x="7327899" y="0"/>
                </a:moveTo>
                <a:lnTo>
                  <a:pt x="2729553" y="0"/>
                </a:lnTo>
                <a:lnTo>
                  <a:pt x="0" y="6858000"/>
                </a:lnTo>
                <a:lnTo>
                  <a:pt x="5980698" y="6858000"/>
                </a:lnTo>
                <a:lnTo>
                  <a:pt x="7327899" y="3473158"/>
                </a:lnTo>
                <a:close/>
              </a:path>
            </a:pathLst>
          </a:custGeom>
          <a:gradFill>
            <a:gsLst>
              <a:gs pos="100000">
                <a:srgbClr val="0089DE"/>
              </a:gs>
              <a:gs pos="0">
                <a:srgbClr val="0098F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992438F-7083-F0A0-027A-9176CA7354B7}"/>
              </a:ext>
            </a:extLst>
          </p:cNvPr>
          <p:cNvGrpSpPr/>
          <p:nvPr userDrawn="1"/>
        </p:nvGrpSpPr>
        <p:grpSpPr>
          <a:xfrm>
            <a:off x="2495910" y="-535656"/>
            <a:ext cx="3600090" cy="4525809"/>
            <a:chOff x="-364573" y="-916232"/>
            <a:chExt cx="2713896" cy="3411741"/>
          </a:xfrm>
        </p:grpSpPr>
        <p:grpSp>
          <p:nvGrpSpPr>
            <p:cNvPr id="9" name="Google Shape;10140;p71">
              <a:extLst>
                <a:ext uri="{FF2B5EF4-FFF2-40B4-BE49-F238E27FC236}">
                  <a16:creationId xmlns:a16="http://schemas.microsoft.com/office/drawing/2014/main" id="{23D8767F-6D0F-DFD3-8E27-08720DAAEDE3}"/>
                </a:ext>
              </a:extLst>
            </p:cNvPr>
            <p:cNvGrpSpPr/>
            <p:nvPr/>
          </p:nvGrpSpPr>
          <p:grpSpPr>
            <a:xfrm rot="19800000">
              <a:off x="-364573" y="-843616"/>
              <a:ext cx="2713896" cy="3143318"/>
              <a:chOff x="4293838" y="3078639"/>
              <a:chExt cx="269353" cy="311973"/>
            </a:xfrm>
          </p:grpSpPr>
          <p:sp>
            <p:nvSpPr>
              <p:cNvPr id="16" name="Google Shape;10141;p71">
                <a:extLst>
                  <a:ext uri="{FF2B5EF4-FFF2-40B4-BE49-F238E27FC236}">
                    <a16:creationId xmlns:a16="http://schemas.microsoft.com/office/drawing/2014/main" id="{B55FD0FB-6553-E988-140F-92F9C2FEE6FD}"/>
                  </a:ext>
                </a:extLst>
              </p:cNvPr>
              <p:cNvSpPr/>
              <p:nvPr/>
            </p:nvSpPr>
            <p:spPr>
              <a:xfrm>
                <a:off x="4293838" y="3078639"/>
                <a:ext cx="269353" cy="311973"/>
              </a:xfrm>
              <a:custGeom>
                <a:avLst/>
                <a:gdLst/>
                <a:ahLst/>
                <a:cxnLst/>
                <a:rect l="l" t="t" r="r" b="b"/>
                <a:pathLst>
                  <a:path w="34247" h="39666" fill="none" extrusionOk="0">
                    <a:moveTo>
                      <a:pt x="13" y="16730"/>
                    </a:moveTo>
                    <a:lnTo>
                      <a:pt x="7162" y="27690"/>
                    </a:lnTo>
                    <a:lnTo>
                      <a:pt x="8480" y="39666"/>
                    </a:lnTo>
                    <a:lnTo>
                      <a:pt x="18182" y="34138"/>
                    </a:lnTo>
                    <a:lnTo>
                      <a:pt x="26371" y="29807"/>
                    </a:lnTo>
                    <a:cubicBezTo>
                      <a:pt x="26371" y="29807"/>
                      <a:pt x="33605" y="34694"/>
                      <a:pt x="33932" y="35456"/>
                    </a:cubicBezTo>
                    <a:cubicBezTo>
                      <a:pt x="34246" y="36218"/>
                      <a:pt x="32263" y="18388"/>
                      <a:pt x="32263" y="18388"/>
                    </a:cubicBezTo>
                    <a:lnTo>
                      <a:pt x="28428" y="2928"/>
                    </a:lnTo>
                    <a:lnTo>
                      <a:pt x="12932" y="1"/>
                    </a:lnTo>
                    <a:lnTo>
                      <a:pt x="1670" y="2650"/>
                    </a:lnTo>
                    <a:lnTo>
                      <a:pt x="0" y="17142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0142;p71">
                <a:extLst>
                  <a:ext uri="{FF2B5EF4-FFF2-40B4-BE49-F238E27FC236}">
                    <a16:creationId xmlns:a16="http://schemas.microsoft.com/office/drawing/2014/main" id="{E0F9D49B-2285-E4E1-EE9C-A3D3473DA2E5}"/>
                  </a:ext>
                </a:extLst>
              </p:cNvPr>
              <p:cNvSpPr/>
              <p:nvPr/>
            </p:nvSpPr>
            <p:spPr>
              <a:xfrm>
                <a:off x="4306965" y="3099473"/>
                <a:ext cx="625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7949" h="8856" fill="none" extrusionOk="0">
                    <a:moveTo>
                      <a:pt x="1" y="1"/>
                    </a:moveTo>
                    <a:lnTo>
                      <a:pt x="7948" y="885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0143;p71">
                <a:extLst>
                  <a:ext uri="{FF2B5EF4-FFF2-40B4-BE49-F238E27FC236}">
                    <a16:creationId xmlns:a16="http://schemas.microsoft.com/office/drawing/2014/main" id="{137550AA-0E31-3BD3-CDCA-5867668D2351}"/>
                  </a:ext>
                </a:extLst>
              </p:cNvPr>
              <p:cNvSpPr/>
              <p:nvPr/>
            </p:nvSpPr>
            <p:spPr>
              <a:xfrm>
                <a:off x="4369476" y="3169118"/>
                <a:ext cx="26072" cy="98666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12545" fill="none" extrusionOk="0">
                    <a:moveTo>
                      <a:pt x="0" y="1"/>
                    </a:moveTo>
                    <a:lnTo>
                      <a:pt x="3315" y="12545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0144;p71">
                <a:extLst>
                  <a:ext uri="{FF2B5EF4-FFF2-40B4-BE49-F238E27FC236}">
                    <a16:creationId xmlns:a16="http://schemas.microsoft.com/office/drawing/2014/main" id="{9C25E0F2-CC4B-1A9D-5160-008F6CC26944}"/>
                  </a:ext>
                </a:extLst>
              </p:cNvPr>
              <p:cNvSpPr/>
              <p:nvPr/>
            </p:nvSpPr>
            <p:spPr>
              <a:xfrm>
                <a:off x="4399347" y="3078639"/>
                <a:ext cx="60041" cy="110558"/>
              </a:xfrm>
              <a:custGeom>
                <a:avLst/>
                <a:gdLst/>
                <a:ahLst/>
                <a:cxnLst/>
                <a:rect l="l" t="t" r="r" b="b"/>
                <a:pathLst>
                  <a:path w="7634" h="14057" fill="none" extrusionOk="0">
                    <a:moveTo>
                      <a:pt x="7634" y="14057"/>
                    </a:moveTo>
                    <a:lnTo>
                      <a:pt x="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0145;p71">
                <a:extLst>
                  <a:ext uri="{FF2B5EF4-FFF2-40B4-BE49-F238E27FC236}">
                    <a16:creationId xmlns:a16="http://schemas.microsoft.com/office/drawing/2014/main" id="{9BC7E2AC-509D-D6F9-465E-BB6E355AB82C}"/>
                  </a:ext>
                </a:extLst>
              </p:cNvPr>
              <p:cNvSpPr/>
              <p:nvPr/>
            </p:nvSpPr>
            <p:spPr>
              <a:xfrm>
                <a:off x="4373282" y="3169118"/>
                <a:ext cx="82299" cy="20079"/>
              </a:xfrm>
              <a:custGeom>
                <a:avLst/>
                <a:gdLst/>
                <a:ahLst/>
                <a:cxnLst/>
                <a:rect l="l" t="t" r="r" b="b"/>
                <a:pathLst>
                  <a:path w="10464" h="2553" fill="none" extrusionOk="0">
                    <a:moveTo>
                      <a:pt x="0" y="1"/>
                    </a:moveTo>
                    <a:lnTo>
                      <a:pt x="10464" y="2553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0146;p71">
                <a:extLst>
                  <a:ext uri="{FF2B5EF4-FFF2-40B4-BE49-F238E27FC236}">
                    <a16:creationId xmlns:a16="http://schemas.microsoft.com/office/drawing/2014/main" id="{C59D8166-BD2C-02E0-A4E7-A23796506E6E}"/>
                  </a:ext>
                </a:extLst>
              </p:cNvPr>
              <p:cNvSpPr/>
              <p:nvPr/>
            </p:nvSpPr>
            <p:spPr>
              <a:xfrm>
                <a:off x="4369476" y="3078639"/>
                <a:ext cx="2987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11505" fill="none" extrusionOk="0">
                    <a:moveTo>
                      <a:pt x="0" y="11505"/>
                    </a:moveTo>
                    <a:lnTo>
                      <a:pt x="3799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0147;p71">
                <a:extLst>
                  <a:ext uri="{FF2B5EF4-FFF2-40B4-BE49-F238E27FC236}">
                    <a16:creationId xmlns:a16="http://schemas.microsoft.com/office/drawing/2014/main" id="{53ACDA7C-B0A4-8345-60F8-3EBDCE205204}"/>
                  </a:ext>
                </a:extLst>
              </p:cNvPr>
              <p:cNvSpPr/>
              <p:nvPr/>
            </p:nvSpPr>
            <p:spPr>
              <a:xfrm>
                <a:off x="4293932" y="3169118"/>
                <a:ext cx="75551" cy="41110"/>
              </a:xfrm>
              <a:custGeom>
                <a:avLst/>
                <a:gdLst/>
                <a:ahLst/>
                <a:cxnLst/>
                <a:rect l="l" t="t" r="r" b="b"/>
                <a:pathLst>
                  <a:path w="9606" h="5227" fill="none" extrusionOk="0">
                    <a:moveTo>
                      <a:pt x="1" y="5226"/>
                    </a:moveTo>
                    <a:lnTo>
                      <a:pt x="9605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0148;p71">
                <a:extLst>
                  <a:ext uri="{FF2B5EF4-FFF2-40B4-BE49-F238E27FC236}">
                    <a16:creationId xmlns:a16="http://schemas.microsoft.com/office/drawing/2014/main" id="{40ED55F9-1CF1-5217-3F99-525A505AA150}"/>
                  </a:ext>
                </a:extLst>
              </p:cNvPr>
              <p:cNvSpPr/>
              <p:nvPr/>
            </p:nvSpPr>
            <p:spPr>
              <a:xfrm>
                <a:off x="4350159" y="3267776"/>
                <a:ext cx="45389" cy="27032"/>
              </a:xfrm>
              <a:custGeom>
                <a:avLst/>
                <a:gdLst/>
                <a:ahLst/>
                <a:cxnLst/>
                <a:rect l="l" t="t" r="r" b="b"/>
                <a:pathLst>
                  <a:path w="5771" h="3437" fill="none" extrusionOk="0">
                    <a:moveTo>
                      <a:pt x="1" y="3436"/>
                    </a:moveTo>
                    <a:lnTo>
                      <a:pt x="577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0149;p71">
                <a:extLst>
                  <a:ext uri="{FF2B5EF4-FFF2-40B4-BE49-F238E27FC236}">
                    <a16:creationId xmlns:a16="http://schemas.microsoft.com/office/drawing/2014/main" id="{AA42D3DF-F1F6-351B-595C-1C698F9BB1C0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38830" cy="76031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9667" fill="none" extrusionOk="0">
                    <a:moveTo>
                      <a:pt x="1" y="1"/>
                    </a:moveTo>
                    <a:lnTo>
                      <a:pt x="4936" y="966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0150;p71">
                <a:extLst>
                  <a:ext uri="{FF2B5EF4-FFF2-40B4-BE49-F238E27FC236}">
                    <a16:creationId xmlns:a16="http://schemas.microsoft.com/office/drawing/2014/main" id="{39E2E227-1CC0-E596-D94B-B78196E0AB95}"/>
                  </a:ext>
                </a:extLst>
              </p:cNvPr>
              <p:cNvSpPr/>
              <p:nvPr/>
            </p:nvSpPr>
            <p:spPr>
              <a:xfrm>
                <a:off x="4360439" y="3267776"/>
                <a:ext cx="35109" cy="121978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15509" fill="none" extrusionOk="0">
                    <a:moveTo>
                      <a:pt x="0" y="15509"/>
                    </a:moveTo>
                    <a:lnTo>
                      <a:pt x="446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0151;p71">
                <a:extLst>
                  <a:ext uri="{FF2B5EF4-FFF2-40B4-BE49-F238E27FC236}">
                    <a16:creationId xmlns:a16="http://schemas.microsoft.com/office/drawing/2014/main" id="{E1A414C3-E04E-E50E-FF44-5FF1E89F8572}"/>
                  </a:ext>
                </a:extLst>
              </p:cNvPr>
              <p:cNvSpPr/>
              <p:nvPr/>
            </p:nvSpPr>
            <p:spPr>
              <a:xfrm>
                <a:off x="4293932" y="3210220"/>
                <a:ext cx="101616" cy="57564"/>
              </a:xfrm>
              <a:custGeom>
                <a:avLst/>
                <a:gdLst/>
                <a:ahLst/>
                <a:cxnLst/>
                <a:rect l="l" t="t" r="r" b="b"/>
                <a:pathLst>
                  <a:path w="12920" h="7319" fill="none" extrusionOk="0">
                    <a:moveTo>
                      <a:pt x="1" y="0"/>
                    </a:moveTo>
                    <a:lnTo>
                      <a:pt x="12920" y="731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0152;p71">
                <a:extLst>
                  <a:ext uri="{FF2B5EF4-FFF2-40B4-BE49-F238E27FC236}">
                    <a16:creationId xmlns:a16="http://schemas.microsoft.com/office/drawing/2014/main" id="{10C2F86E-6480-6F66-014C-D48DDC366627}"/>
                  </a:ext>
                </a:extLst>
              </p:cNvPr>
              <p:cNvSpPr/>
              <p:nvPr/>
            </p:nvSpPr>
            <p:spPr>
              <a:xfrm>
                <a:off x="4395540" y="3186436"/>
                <a:ext cx="66420" cy="79735"/>
              </a:xfrm>
              <a:custGeom>
                <a:avLst/>
                <a:gdLst/>
                <a:ahLst/>
                <a:cxnLst/>
                <a:rect l="l" t="t" r="r" b="b"/>
                <a:pathLst>
                  <a:path w="8445" h="10138" fill="none" extrusionOk="0">
                    <a:moveTo>
                      <a:pt x="8444" y="0"/>
                    </a:moveTo>
                    <a:lnTo>
                      <a:pt x="1" y="10137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0153;p71">
                <a:extLst>
                  <a:ext uri="{FF2B5EF4-FFF2-40B4-BE49-F238E27FC236}">
                    <a16:creationId xmlns:a16="http://schemas.microsoft.com/office/drawing/2014/main" id="{AF3E1257-FD6C-4998-F7B6-00E3AFCBCFAD}"/>
                  </a:ext>
                </a:extLst>
              </p:cNvPr>
              <p:cNvSpPr/>
              <p:nvPr/>
            </p:nvSpPr>
            <p:spPr>
              <a:xfrm>
                <a:off x="4459380" y="3189669"/>
                <a:ext cx="41873" cy="123402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690" fill="none" extrusionOk="0">
                    <a:moveTo>
                      <a:pt x="1" y="0"/>
                    </a:moveTo>
                    <a:lnTo>
                      <a:pt x="5323" y="1569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0154;p71">
                <a:extLst>
                  <a:ext uri="{FF2B5EF4-FFF2-40B4-BE49-F238E27FC236}">
                    <a16:creationId xmlns:a16="http://schemas.microsoft.com/office/drawing/2014/main" id="{543074A8-EDD3-4DBD-4972-F691031194B9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105713" cy="45295"/>
              </a:xfrm>
              <a:custGeom>
                <a:avLst/>
                <a:gdLst/>
                <a:ahLst/>
                <a:cxnLst/>
                <a:rect l="l" t="t" r="r" b="b"/>
                <a:pathLst>
                  <a:path w="13441" h="5759" fill="none" extrusionOk="0">
                    <a:moveTo>
                      <a:pt x="1" y="1"/>
                    </a:moveTo>
                    <a:lnTo>
                      <a:pt x="13440" y="575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0155;p71">
                <a:extLst>
                  <a:ext uri="{FF2B5EF4-FFF2-40B4-BE49-F238E27FC236}">
                    <a16:creationId xmlns:a16="http://schemas.microsoft.com/office/drawing/2014/main" id="{4FEE685F-E338-D929-7FEF-255A975CF51D}"/>
                  </a:ext>
                </a:extLst>
              </p:cNvPr>
              <p:cNvSpPr/>
              <p:nvPr/>
            </p:nvSpPr>
            <p:spPr>
              <a:xfrm>
                <a:off x="4501246" y="3223252"/>
                <a:ext cx="46435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5904" h="11420" fill="none" extrusionOk="0">
                    <a:moveTo>
                      <a:pt x="0" y="11420"/>
                    </a:moveTo>
                    <a:lnTo>
                      <a:pt x="590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0156;p71">
                <a:extLst>
                  <a:ext uri="{FF2B5EF4-FFF2-40B4-BE49-F238E27FC236}">
                    <a16:creationId xmlns:a16="http://schemas.microsoft.com/office/drawing/2014/main" id="{450A3717-70C3-3EA8-21DB-06AD9B463D14}"/>
                  </a:ext>
                </a:extLst>
              </p:cNvPr>
              <p:cNvSpPr/>
              <p:nvPr/>
            </p:nvSpPr>
            <p:spPr>
              <a:xfrm>
                <a:off x="4459671" y="3104231"/>
                <a:ext cx="58421" cy="84966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10803" fill="none" extrusionOk="0">
                    <a:moveTo>
                      <a:pt x="0" y="10803"/>
                    </a:moveTo>
                    <a:lnTo>
                      <a:pt x="7428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0157;p71">
                <a:extLst>
                  <a:ext uri="{FF2B5EF4-FFF2-40B4-BE49-F238E27FC236}">
                    <a16:creationId xmlns:a16="http://schemas.microsoft.com/office/drawing/2014/main" id="{0B6DE961-3CAF-AA92-32F9-D07761711F9C}"/>
                  </a:ext>
                </a:extLst>
              </p:cNvPr>
              <p:cNvSpPr/>
              <p:nvPr/>
            </p:nvSpPr>
            <p:spPr>
              <a:xfrm>
                <a:off x="4459671" y="3189189"/>
                <a:ext cx="86586" cy="36737"/>
              </a:xfrm>
              <a:custGeom>
                <a:avLst/>
                <a:gdLst/>
                <a:ahLst/>
                <a:cxnLst/>
                <a:rect l="l" t="t" r="r" b="b"/>
                <a:pathLst>
                  <a:path w="11009" h="4671" fill="none" extrusionOk="0">
                    <a:moveTo>
                      <a:pt x="0" y="1"/>
                    </a:moveTo>
                    <a:lnTo>
                      <a:pt x="11008" y="467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" name="Google Shape;10172;p71">
              <a:extLst>
                <a:ext uri="{FF2B5EF4-FFF2-40B4-BE49-F238E27FC236}">
                  <a16:creationId xmlns:a16="http://schemas.microsoft.com/office/drawing/2014/main" id="{3682FD3E-1CD8-B479-EEF1-73888CCC4DF3}"/>
                </a:ext>
              </a:extLst>
            </p:cNvPr>
            <p:cNvSpPr/>
            <p:nvPr/>
          </p:nvSpPr>
          <p:spPr>
            <a:xfrm rot="19800000">
              <a:off x="1551344" y="1646573"/>
              <a:ext cx="97730" cy="97730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76" y="1"/>
                    <a:pt x="1" y="376"/>
                    <a:pt x="1" y="823"/>
                  </a:cubicBezTo>
                  <a:cubicBezTo>
                    <a:pt x="1" y="1283"/>
                    <a:pt x="376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0098F2"/>
            </a:solidFill>
            <a:ln>
              <a:solidFill>
                <a:srgbClr val="5CB9F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175;p71">
              <a:extLst>
                <a:ext uri="{FF2B5EF4-FFF2-40B4-BE49-F238E27FC236}">
                  <a16:creationId xmlns:a16="http://schemas.microsoft.com/office/drawing/2014/main" id="{3D64B61F-EA82-04B1-7017-C10A71FDCABD}"/>
                </a:ext>
              </a:extLst>
            </p:cNvPr>
            <p:cNvSpPr/>
            <p:nvPr/>
          </p:nvSpPr>
          <p:spPr>
            <a:xfrm rot="19800000">
              <a:off x="1126106" y="2397778"/>
              <a:ext cx="97730" cy="97731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64" y="1"/>
                    <a:pt x="1" y="364"/>
                    <a:pt x="1" y="824"/>
                  </a:cubicBezTo>
                  <a:cubicBezTo>
                    <a:pt x="1" y="1283"/>
                    <a:pt x="364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0098F2"/>
            </a:solidFill>
            <a:ln>
              <a:solidFill>
                <a:srgbClr val="5CB9F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190;p71">
              <a:extLst>
                <a:ext uri="{FF2B5EF4-FFF2-40B4-BE49-F238E27FC236}">
                  <a16:creationId xmlns:a16="http://schemas.microsoft.com/office/drawing/2014/main" id="{97372FB3-0E46-7015-A568-4B8800CC9F3B}"/>
                </a:ext>
              </a:extLst>
            </p:cNvPr>
            <p:cNvSpPr/>
            <p:nvPr/>
          </p:nvSpPr>
          <p:spPr>
            <a:xfrm rot="19800000">
              <a:off x="834499" y="1168842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0098F2"/>
            </a:solidFill>
            <a:ln>
              <a:solidFill>
                <a:srgbClr val="5CB9F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193;p71">
              <a:extLst>
                <a:ext uri="{FF2B5EF4-FFF2-40B4-BE49-F238E27FC236}">
                  <a16:creationId xmlns:a16="http://schemas.microsoft.com/office/drawing/2014/main" id="{0AC1ED31-E8E5-99F1-5F16-A0F3BFCEE22C}"/>
                </a:ext>
              </a:extLst>
            </p:cNvPr>
            <p:cNvSpPr/>
            <p:nvPr/>
          </p:nvSpPr>
          <p:spPr>
            <a:xfrm rot="19800000">
              <a:off x="582339" y="1646576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63"/>
                    <a:pt x="218" y="969"/>
                    <a:pt x="484" y="969"/>
                  </a:cubicBezTo>
                  <a:cubicBezTo>
                    <a:pt x="750" y="969"/>
                    <a:pt x="968" y="763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0098F2"/>
            </a:solidFill>
            <a:ln>
              <a:solidFill>
                <a:srgbClr val="5CB9F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196;p71">
              <a:extLst>
                <a:ext uri="{FF2B5EF4-FFF2-40B4-BE49-F238E27FC236}">
                  <a16:creationId xmlns:a16="http://schemas.microsoft.com/office/drawing/2014/main" id="{990513E1-10D5-1F41-4917-5A3BEED8A06B}"/>
                </a:ext>
              </a:extLst>
            </p:cNvPr>
            <p:cNvSpPr/>
            <p:nvPr/>
          </p:nvSpPr>
          <p:spPr>
            <a:xfrm rot="19800000">
              <a:off x="-94807" y="-498993"/>
              <a:ext cx="67036" cy="57493"/>
            </a:xfrm>
            <a:custGeom>
              <a:avLst/>
              <a:gdLst/>
              <a:ahLst/>
              <a:cxnLst/>
              <a:rect l="l" t="t" r="r" b="b"/>
              <a:pathLst>
                <a:path w="1138" h="976" extrusionOk="0">
                  <a:moveTo>
                    <a:pt x="654" y="0"/>
                  </a:moveTo>
                  <a:cubicBezTo>
                    <a:pt x="218" y="0"/>
                    <a:pt x="1" y="521"/>
                    <a:pt x="303" y="835"/>
                  </a:cubicBezTo>
                  <a:cubicBezTo>
                    <a:pt x="401" y="932"/>
                    <a:pt x="522" y="976"/>
                    <a:pt x="641" y="976"/>
                  </a:cubicBezTo>
                  <a:cubicBezTo>
                    <a:pt x="893" y="976"/>
                    <a:pt x="1138" y="783"/>
                    <a:pt x="1138" y="496"/>
                  </a:cubicBezTo>
                  <a:cubicBezTo>
                    <a:pt x="1138" y="218"/>
                    <a:pt x="920" y="12"/>
                    <a:pt x="654" y="0"/>
                  </a:cubicBezTo>
                  <a:close/>
                </a:path>
              </a:pathLst>
            </a:custGeom>
            <a:solidFill>
              <a:srgbClr val="0098F2"/>
            </a:solidFill>
            <a:ln>
              <a:solidFill>
                <a:srgbClr val="5CB9F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160;p71">
              <a:extLst>
                <a:ext uri="{FF2B5EF4-FFF2-40B4-BE49-F238E27FC236}">
                  <a16:creationId xmlns:a16="http://schemas.microsoft.com/office/drawing/2014/main" id="{4318D078-CD2F-4554-3961-1A5A4F9EE485}"/>
                </a:ext>
              </a:extLst>
            </p:cNvPr>
            <p:cNvSpPr/>
            <p:nvPr/>
          </p:nvSpPr>
          <p:spPr>
            <a:xfrm rot="19800000">
              <a:off x="1058112" y="-916232"/>
              <a:ext cx="85459" cy="85459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0098F2"/>
            </a:solidFill>
            <a:ln>
              <a:solidFill>
                <a:srgbClr val="5CB9F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Title 37">
            <a:extLst>
              <a:ext uri="{FF2B5EF4-FFF2-40B4-BE49-F238E27FC236}">
                <a16:creationId xmlns:a16="http://schemas.microsoft.com/office/drawing/2014/main" id="{930C1D04-4537-E8B3-C3B1-5C7C35BDC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95" y="1920454"/>
            <a:ext cx="6050361" cy="1476360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B769CD3D-F163-FC94-8953-F710BE18A98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8373" y="3592097"/>
            <a:ext cx="6050361" cy="10184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 descr="A picture containing text, outdoor, sign, clipart&#10;&#10;Description automatically generated">
            <a:extLst>
              <a:ext uri="{FF2B5EF4-FFF2-40B4-BE49-F238E27FC236}">
                <a16:creationId xmlns:a16="http://schemas.microsoft.com/office/drawing/2014/main" id="{77469393-CF9B-1636-B8B0-23429FCBAE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7778" y="6092724"/>
            <a:ext cx="1297677" cy="64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188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_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0257C20-5872-111B-5F3C-FEDA57FC2D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57950" y="3"/>
            <a:ext cx="5734051" cy="6857998"/>
          </a:xfrm>
          <a:custGeom>
            <a:avLst/>
            <a:gdLst>
              <a:gd name="connsiteX0" fmla="*/ 1351818 w 6506325"/>
              <a:gd name="connsiteY0" fmla="*/ 0 h 6857998"/>
              <a:gd name="connsiteX1" fmla="*/ 6506325 w 6506325"/>
              <a:gd name="connsiteY1" fmla="*/ 0 h 6857998"/>
              <a:gd name="connsiteX2" fmla="*/ 6506325 w 6506325"/>
              <a:gd name="connsiteY2" fmla="*/ 6857998 h 6857998"/>
              <a:gd name="connsiteX3" fmla="*/ 1351819 w 6506325"/>
              <a:gd name="connsiteY3" fmla="*/ 6857998 h 6857998"/>
              <a:gd name="connsiteX4" fmla="*/ 0 w 6506325"/>
              <a:gd name="connsiteY4" fmla="*/ 3428997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06325" h="6857998">
                <a:moveTo>
                  <a:pt x="1351818" y="0"/>
                </a:moveTo>
                <a:lnTo>
                  <a:pt x="6506325" y="0"/>
                </a:lnTo>
                <a:lnTo>
                  <a:pt x="6506325" y="6857998"/>
                </a:lnTo>
                <a:lnTo>
                  <a:pt x="1351819" y="6857998"/>
                </a:lnTo>
                <a:lnTo>
                  <a:pt x="0" y="3428997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BE092B3-8784-99B3-7F69-B76FB3523BE4}"/>
              </a:ext>
            </a:extLst>
          </p:cNvPr>
          <p:cNvSpPr/>
          <p:nvPr userDrawn="1"/>
        </p:nvSpPr>
        <p:spPr>
          <a:xfrm>
            <a:off x="0" y="0"/>
            <a:ext cx="7929002" cy="6858000"/>
          </a:xfrm>
          <a:custGeom>
            <a:avLst/>
            <a:gdLst>
              <a:gd name="connsiteX0" fmla="*/ 171480 w 7317536"/>
              <a:gd name="connsiteY0" fmla="*/ 0 h 6858000"/>
              <a:gd name="connsiteX1" fmla="*/ 7317536 w 7317536"/>
              <a:gd name="connsiteY1" fmla="*/ 0 h 6858000"/>
              <a:gd name="connsiteX2" fmla="*/ 4587983 w 7317536"/>
              <a:gd name="connsiteY2" fmla="*/ 6858000 h 6858000"/>
              <a:gd name="connsiteX3" fmla="*/ 0 w 7317536"/>
              <a:gd name="connsiteY3" fmla="*/ 6858000 h 6858000"/>
              <a:gd name="connsiteX4" fmla="*/ 0 w 7317536"/>
              <a:gd name="connsiteY4" fmla="*/ 4308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7536" h="6858000">
                <a:moveTo>
                  <a:pt x="171480" y="0"/>
                </a:moveTo>
                <a:lnTo>
                  <a:pt x="7317536" y="0"/>
                </a:lnTo>
                <a:lnTo>
                  <a:pt x="4587983" y="6858000"/>
                </a:lnTo>
                <a:lnTo>
                  <a:pt x="0" y="6858000"/>
                </a:lnTo>
                <a:lnTo>
                  <a:pt x="0" y="430842"/>
                </a:lnTo>
                <a:close/>
              </a:path>
            </a:pathLst>
          </a:custGeom>
          <a:gradFill>
            <a:gsLst>
              <a:gs pos="100000">
                <a:srgbClr val="2C73B9"/>
              </a:gs>
              <a:gs pos="0">
                <a:srgbClr val="0089DE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A8C43C9-C331-DDF4-C211-1D6C6821D5B6}"/>
              </a:ext>
            </a:extLst>
          </p:cNvPr>
          <p:cNvSpPr/>
          <p:nvPr userDrawn="1"/>
        </p:nvSpPr>
        <p:spPr>
          <a:xfrm flipH="1">
            <a:off x="0" y="0"/>
            <a:ext cx="7929002" cy="6858000"/>
          </a:xfrm>
          <a:custGeom>
            <a:avLst/>
            <a:gdLst>
              <a:gd name="connsiteX0" fmla="*/ 7327899 w 7327899"/>
              <a:gd name="connsiteY0" fmla="*/ 0 h 6858000"/>
              <a:gd name="connsiteX1" fmla="*/ 2729553 w 7327899"/>
              <a:gd name="connsiteY1" fmla="*/ 0 h 6858000"/>
              <a:gd name="connsiteX2" fmla="*/ 0 w 7327899"/>
              <a:gd name="connsiteY2" fmla="*/ 6858000 h 6858000"/>
              <a:gd name="connsiteX3" fmla="*/ 5980698 w 7327899"/>
              <a:gd name="connsiteY3" fmla="*/ 6858000 h 6858000"/>
              <a:gd name="connsiteX4" fmla="*/ 7327899 w 7327899"/>
              <a:gd name="connsiteY4" fmla="*/ 347315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27899" h="6858000">
                <a:moveTo>
                  <a:pt x="7327899" y="0"/>
                </a:moveTo>
                <a:lnTo>
                  <a:pt x="2729553" y="0"/>
                </a:lnTo>
                <a:lnTo>
                  <a:pt x="0" y="6858000"/>
                </a:lnTo>
                <a:lnTo>
                  <a:pt x="5980698" y="6858000"/>
                </a:lnTo>
                <a:lnTo>
                  <a:pt x="7327899" y="3473158"/>
                </a:lnTo>
                <a:close/>
              </a:path>
            </a:pathLst>
          </a:custGeom>
          <a:gradFill>
            <a:gsLst>
              <a:gs pos="100000">
                <a:srgbClr val="0089DE"/>
              </a:gs>
              <a:gs pos="0">
                <a:srgbClr val="0098F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992438F-7083-F0A0-027A-9176CA7354B7}"/>
              </a:ext>
            </a:extLst>
          </p:cNvPr>
          <p:cNvGrpSpPr/>
          <p:nvPr userDrawn="1"/>
        </p:nvGrpSpPr>
        <p:grpSpPr>
          <a:xfrm>
            <a:off x="2495910" y="-535656"/>
            <a:ext cx="3600090" cy="4525809"/>
            <a:chOff x="-364573" y="-916232"/>
            <a:chExt cx="2713896" cy="3411741"/>
          </a:xfrm>
        </p:grpSpPr>
        <p:grpSp>
          <p:nvGrpSpPr>
            <p:cNvPr id="9" name="Google Shape;10140;p71">
              <a:extLst>
                <a:ext uri="{FF2B5EF4-FFF2-40B4-BE49-F238E27FC236}">
                  <a16:creationId xmlns:a16="http://schemas.microsoft.com/office/drawing/2014/main" id="{23D8767F-6D0F-DFD3-8E27-08720DAAEDE3}"/>
                </a:ext>
              </a:extLst>
            </p:cNvPr>
            <p:cNvGrpSpPr/>
            <p:nvPr/>
          </p:nvGrpSpPr>
          <p:grpSpPr>
            <a:xfrm rot="19800000">
              <a:off x="-364573" y="-843616"/>
              <a:ext cx="2713896" cy="3143318"/>
              <a:chOff x="4293838" y="3078639"/>
              <a:chExt cx="269353" cy="311973"/>
            </a:xfrm>
          </p:grpSpPr>
          <p:sp>
            <p:nvSpPr>
              <p:cNvPr id="16" name="Google Shape;10141;p71">
                <a:extLst>
                  <a:ext uri="{FF2B5EF4-FFF2-40B4-BE49-F238E27FC236}">
                    <a16:creationId xmlns:a16="http://schemas.microsoft.com/office/drawing/2014/main" id="{B55FD0FB-6553-E988-140F-92F9C2FEE6FD}"/>
                  </a:ext>
                </a:extLst>
              </p:cNvPr>
              <p:cNvSpPr/>
              <p:nvPr/>
            </p:nvSpPr>
            <p:spPr>
              <a:xfrm>
                <a:off x="4293838" y="3078639"/>
                <a:ext cx="269353" cy="311973"/>
              </a:xfrm>
              <a:custGeom>
                <a:avLst/>
                <a:gdLst/>
                <a:ahLst/>
                <a:cxnLst/>
                <a:rect l="l" t="t" r="r" b="b"/>
                <a:pathLst>
                  <a:path w="34247" h="39666" fill="none" extrusionOk="0">
                    <a:moveTo>
                      <a:pt x="13" y="16730"/>
                    </a:moveTo>
                    <a:lnTo>
                      <a:pt x="7162" y="27690"/>
                    </a:lnTo>
                    <a:lnTo>
                      <a:pt x="8480" y="39666"/>
                    </a:lnTo>
                    <a:lnTo>
                      <a:pt x="18182" y="34138"/>
                    </a:lnTo>
                    <a:lnTo>
                      <a:pt x="26371" y="29807"/>
                    </a:lnTo>
                    <a:cubicBezTo>
                      <a:pt x="26371" y="29807"/>
                      <a:pt x="33605" y="34694"/>
                      <a:pt x="33932" y="35456"/>
                    </a:cubicBezTo>
                    <a:cubicBezTo>
                      <a:pt x="34246" y="36218"/>
                      <a:pt x="32263" y="18388"/>
                      <a:pt x="32263" y="18388"/>
                    </a:cubicBezTo>
                    <a:lnTo>
                      <a:pt x="28428" y="2928"/>
                    </a:lnTo>
                    <a:lnTo>
                      <a:pt x="12932" y="1"/>
                    </a:lnTo>
                    <a:lnTo>
                      <a:pt x="1670" y="2650"/>
                    </a:lnTo>
                    <a:lnTo>
                      <a:pt x="0" y="17142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0142;p71">
                <a:extLst>
                  <a:ext uri="{FF2B5EF4-FFF2-40B4-BE49-F238E27FC236}">
                    <a16:creationId xmlns:a16="http://schemas.microsoft.com/office/drawing/2014/main" id="{E0F9D49B-2285-E4E1-EE9C-A3D3473DA2E5}"/>
                  </a:ext>
                </a:extLst>
              </p:cNvPr>
              <p:cNvSpPr/>
              <p:nvPr/>
            </p:nvSpPr>
            <p:spPr>
              <a:xfrm>
                <a:off x="4306965" y="3099473"/>
                <a:ext cx="625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7949" h="8856" fill="none" extrusionOk="0">
                    <a:moveTo>
                      <a:pt x="1" y="1"/>
                    </a:moveTo>
                    <a:lnTo>
                      <a:pt x="7948" y="885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0143;p71">
                <a:extLst>
                  <a:ext uri="{FF2B5EF4-FFF2-40B4-BE49-F238E27FC236}">
                    <a16:creationId xmlns:a16="http://schemas.microsoft.com/office/drawing/2014/main" id="{137550AA-0E31-3BD3-CDCA-5867668D2351}"/>
                  </a:ext>
                </a:extLst>
              </p:cNvPr>
              <p:cNvSpPr/>
              <p:nvPr/>
            </p:nvSpPr>
            <p:spPr>
              <a:xfrm>
                <a:off x="4369476" y="3169118"/>
                <a:ext cx="26072" cy="98666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12545" fill="none" extrusionOk="0">
                    <a:moveTo>
                      <a:pt x="0" y="1"/>
                    </a:moveTo>
                    <a:lnTo>
                      <a:pt x="3315" y="12545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0144;p71">
                <a:extLst>
                  <a:ext uri="{FF2B5EF4-FFF2-40B4-BE49-F238E27FC236}">
                    <a16:creationId xmlns:a16="http://schemas.microsoft.com/office/drawing/2014/main" id="{9C25E0F2-CC4B-1A9D-5160-008F6CC26944}"/>
                  </a:ext>
                </a:extLst>
              </p:cNvPr>
              <p:cNvSpPr/>
              <p:nvPr/>
            </p:nvSpPr>
            <p:spPr>
              <a:xfrm>
                <a:off x="4399347" y="3078639"/>
                <a:ext cx="60041" cy="110558"/>
              </a:xfrm>
              <a:custGeom>
                <a:avLst/>
                <a:gdLst/>
                <a:ahLst/>
                <a:cxnLst/>
                <a:rect l="l" t="t" r="r" b="b"/>
                <a:pathLst>
                  <a:path w="7634" h="14057" fill="none" extrusionOk="0">
                    <a:moveTo>
                      <a:pt x="7634" y="14057"/>
                    </a:moveTo>
                    <a:lnTo>
                      <a:pt x="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0145;p71">
                <a:extLst>
                  <a:ext uri="{FF2B5EF4-FFF2-40B4-BE49-F238E27FC236}">
                    <a16:creationId xmlns:a16="http://schemas.microsoft.com/office/drawing/2014/main" id="{9BC7E2AC-509D-D6F9-465E-BB6E355AB82C}"/>
                  </a:ext>
                </a:extLst>
              </p:cNvPr>
              <p:cNvSpPr/>
              <p:nvPr/>
            </p:nvSpPr>
            <p:spPr>
              <a:xfrm>
                <a:off x="4373282" y="3169118"/>
                <a:ext cx="82299" cy="20079"/>
              </a:xfrm>
              <a:custGeom>
                <a:avLst/>
                <a:gdLst/>
                <a:ahLst/>
                <a:cxnLst/>
                <a:rect l="l" t="t" r="r" b="b"/>
                <a:pathLst>
                  <a:path w="10464" h="2553" fill="none" extrusionOk="0">
                    <a:moveTo>
                      <a:pt x="0" y="1"/>
                    </a:moveTo>
                    <a:lnTo>
                      <a:pt x="10464" y="2553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0146;p71">
                <a:extLst>
                  <a:ext uri="{FF2B5EF4-FFF2-40B4-BE49-F238E27FC236}">
                    <a16:creationId xmlns:a16="http://schemas.microsoft.com/office/drawing/2014/main" id="{C59D8166-BD2C-02E0-A4E7-A23796506E6E}"/>
                  </a:ext>
                </a:extLst>
              </p:cNvPr>
              <p:cNvSpPr/>
              <p:nvPr/>
            </p:nvSpPr>
            <p:spPr>
              <a:xfrm>
                <a:off x="4369476" y="3078639"/>
                <a:ext cx="2987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11505" fill="none" extrusionOk="0">
                    <a:moveTo>
                      <a:pt x="0" y="11505"/>
                    </a:moveTo>
                    <a:lnTo>
                      <a:pt x="3799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0147;p71">
                <a:extLst>
                  <a:ext uri="{FF2B5EF4-FFF2-40B4-BE49-F238E27FC236}">
                    <a16:creationId xmlns:a16="http://schemas.microsoft.com/office/drawing/2014/main" id="{53ACDA7C-B0A4-8345-60F8-3EBDCE205204}"/>
                  </a:ext>
                </a:extLst>
              </p:cNvPr>
              <p:cNvSpPr/>
              <p:nvPr/>
            </p:nvSpPr>
            <p:spPr>
              <a:xfrm>
                <a:off x="4293932" y="3169118"/>
                <a:ext cx="75551" cy="41110"/>
              </a:xfrm>
              <a:custGeom>
                <a:avLst/>
                <a:gdLst/>
                <a:ahLst/>
                <a:cxnLst/>
                <a:rect l="l" t="t" r="r" b="b"/>
                <a:pathLst>
                  <a:path w="9606" h="5227" fill="none" extrusionOk="0">
                    <a:moveTo>
                      <a:pt x="1" y="5226"/>
                    </a:moveTo>
                    <a:lnTo>
                      <a:pt x="9605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0148;p71">
                <a:extLst>
                  <a:ext uri="{FF2B5EF4-FFF2-40B4-BE49-F238E27FC236}">
                    <a16:creationId xmlns:a16="http://schemas.microsoft.com/office/drawing/2014/main" id="{40ED55F9-1CF1-5217-3F99-525A505AA150}"/>
                  </a:ext>
                </a:extLst>
              </p:cNvPr>
              <p:cNvSpPr/>
              <p:nvPr/>
            </p:nvSpPr>
            <p:spPr>
              <a:xfrm>
                <a:off x="4350159" y="3267776"/>
                <a:ext cx="45389" cy="27032"/>
              </a:xfrm>
              <a:custGeom>
                <a:avLst/>
                <a:gdLst/>
                <a:ahLst/>
                <a:cxnLst/>
                <a:rect l="l" t="t" r="r" b="b"/>
                <a:pathLst>
                  <a:path w="5771" h="3437" fill="none" extrusionOk="0">
                    <a:moveTo>
                      <a:pt x="1" y="3436"/>
                    </a:moveTo>
                    <a:lnTo>
                      <a:pt x="577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0149;p71">
                <a:extLst>
                  <a:ext uri="{FF2B5EF4-FFF2-40B4-BE49-F238E27FC236}">
                    <a16:creationId xmlns:a16="http://schemas.microsoft.com/office/drawing/2014/main" id="{AA42D3DF-F1F6-351B-595C-1C698F9BB1C0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38830" cy="76031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9667" fill="none" extrusionOk="0">
                    <a:moveTo>
                      <a:pt x="1" y="1"/>
                    </a:moveTo>
                    <a:lnTo>
                      <a:pt x="4936" y="966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0150;p71">
                <a:extLst>
                  <a:ext uri="{FF2B5EF4-FFF2-40B4-BE49-F238E27FC236}">
                    <a16:creationId xmlns:a16="http://schemas.microsoft.com/office/drawing/2014/main" id="{39E2E227-1CC0-E596-D94B-B78196E0AB95}"/>
                  </a:ext>
                </a:extLst>
              </p:cNvPr>
              <p:cNvSpPr/>
              <p:nvPr/>
            </p:nvSpPr>
            <p:spPr>
              <a:xfrm>
                <a:off x="4360439" y="3267776"/>
                <a:ext cx="35109" cy="121978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15509" fill="none" extrusionOk="0">
                    <a:moveTo>
                      <a:pt x="0" y="15509"/>
                    </a:moveTo>
                    <a:lnTo>
                      <a:pt x="446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0151;p71">
                <a:extLst>
                  <a:ext uri="{FF2B5EF4-FFF2-40B4-BE49-F238E27FC236}">
                    <a16:creationId xmlns:a16="http://schemas.microsoft.com/office/drawing/2014/main" id="{E1A414C3-E04E-E50E-FF44-5FF1E89F8572}"/>
                  </a:ext>
                </a:extLst>
              </p:cNvPr>
              <p:cNvSpPr/>
              <p:nvPr/>
            </p:nvSpPr>
            <p:spPr>
              <a:xfrm>
                <a:off x="4293932" y="3210220"/>
                <a:ext cx="101616" cy="57564"/>
              </a:xfrm>
              <a:custGeom>
                <a:avLst/>
                <a:gdLst/>
                <a:ahLst/>
                <a:cxnLst/>
                <a:rect l="l" t="t" r="r" b="b"/>
                <a:pathLst>
                  <a:path w="12920" h="7319" fill="none" extrusionOk="0">
                    <a:moveTo>
                      <a:pt x="1" y="0"/>
                    </a:moveTo>
                    <a:lnTo>
                      <a:pt x="12920" y="731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0152;p71">
                <a:extLst>
                  <a:ext uri="{FF2B5EF4-FFF2-40B4-BE49-F238E27FC236}">
                    <a16:creationId xmlns:a16="http://schemas.microsoft.com/office/drawing/2014/main" id="{10C2F86E-6480-6F66-014C-D48DDC366627}"/>
                  </a:ext>
                </a:extLst>
              </p:cNvPr>
              <p:cNvSpPr/>
              <p:nvPr/>
            </p:nvSpPr>
            <p:spPr>
              <a:xfrm>
                <a:off x="4395540" y="3186436"/>
                <a:ext cx="66420" cy="79735"/>
              </a:xfrm>
              <a:custGeom>
                <a:avLst/>
                <a:gdLst/>
                <a:ahLst/>
                <a:cxnLst/>
                <a:rect l="l" t="t" r="r" b="b"/>
                <a:pathLst>
                  <a:path w="8445" h="10138" fill="none" extrusionOk="0">
                    <a:moveTo>
                      <a:pt x="8444" y="0"/>
                    </a:moveTo>
                    <a:lnTo>
                      <a:pt x="1" y="10137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0153;p71">
                <a:extLst>
                  <a:ext uri="{FF2B5EF4-FFF2-40B4-BE49-F238E27FC236}">
                    <a16:creationId xmlns:a16="http://schemas.microsoft.com/office/drawing/2014/main" id="{AF3E1257-FD6C-4998-F7B6-00E3AFCBCFAD}"/>
                  </a:ext>
                </a:extLst>
              </p:cNvPr>
              <p:cNvSpPr/>
              <p:nvPr/>
            </p:nvSpPr>
            <p:spPr>
              <a:xfrm>
                <a:off x="4459380" y="3189669"/>
                <a:ext cx="41873" cy="123402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690" fill="none" extrusionOk="0">
                    <a:moveTo>
                      <a:pt x="1" y="0"/>
                    </a:moveTo>
                    <a:lnTo>
                      <a:pt x="5323" y="1569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0154;p71">
                <a:extLst>
                  <a:ext uri="{FF2B5EF4-FFF2-40B4-BE49-F238E27FC236}">
                    <a16:creationId xmlns:a16="http://schemas.microsoft.com/office/drawing/2014/main" id="{543074A8-EDD3-4DBD-4972-F691031194B9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105713" cy="45295"/>
              </a:xfrm>
              <a:custGeom>
                <a:avLst/>
                <a:gdLst/>
                <a:ahLst/>
                <a:cxnLst/>
                <a:rect l="l" t="t" r="r" b="b"/>
                <a:pathLst>
                  <a:path w="13441" h="5759" fill="none" extrusionOk="0">
                    <a:moveTo>
                      <a:pt x="1" y="1"/>
                    </a:moveTo>
                    <a:lnTo>
                      <a:pt x="13440" y="575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0155;p71">
                <a:extLst>
                  <a:ext uri="{FF2B5EF4-FFF2-40B4-BE49-F238E27FC236}">
                    <a16:creationId xmlns:a16="http://schemas.microsoft.com/office/drawing/2014/main" id="{4FEE685F-E338-D929-7FEF-255A975CF51D}"/>
                  </a:ext>
                </a:extLst>
              </p:cNvPr>
              <p:cNvSpPr/>
              <p:nvPr/>
            </p:nvSpPr>
            <p:spPr>
              <a:xfrm>
                <a:off x="4501246" y="3223252"/>
                <a:ext cx="46435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5904" h="11420" fill="none" extrusionOk="0">
                    <a:moveTo>
                      <a:pt x="0" y="11420"/>
                    </a:moveTo>
                    <a:lnTo>
                      <a:pt x="590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0156;p71">
                <a:extLst>
                  <a:ext uri="{FF2B5EF4-FFF2-40B4-BE49-F238E27FC236}">
                    <a16:creationId xmlns:a16="http://schemas.microsoft.com/office/drawing/2014/main" id="{450A3717-70C3-3EA8-21DB-06AD9B463D14}"/>
                  </a:ext>
                </a:extLst>
              </p:cNvPr>
              <p:cNvSpPr/>
              <p:nvPr/>
            </p:nvSpPr>
            <p:spPr>
              <a:xfrm>
                <a:off x="4459671" y="3104231"/>
                <a:ext cx="58421" cy="84966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10803" fill="none" extrusionOk="0">
                    <a:moveTo>
                      <a:pt x="0" y="10803"/>
                    </a:moveTo>
                    <a:lnTo>
                      <a:pt x="7428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0157;p71">
                <a:extLst>
                  <a:ext uri="{FF2B5EF4-FFF2-40B4-BE49-F238E27FC236}">
                    <a16:creationId xmlns:a16="http://schemas.microsoft.com/office/drawing/2014/main" id="{0B6DE961-3CAF-AA92-32F9-D07761711F9C}"/>
                  </a:ext>
                </a:extLst>
              </p:cNvPr>
              <p:cNvSpPr/>
              <p:nvPr/>
            </p:nvSpPr>
            <p:spPr>
              <a:xfrm>
                <a:off x="4459671" y="3189189"/>
                <a:ext cx="86586" cy="36737"/>
              </a:xfrm>
              <a:custGeom>
                <a:avLst/>
                <a:gdLst/>
                <a:ahLst/>
                <a:cxnLst/>
                <a:rect l="l" t="t" r="r" b="b"/>
                <a:pathLst>
                  <a:path w="11009" h="4671" fill="none" extrusionOk="0">
                    <a:moveTo>
                      <a:pt x="0" y="1"/>
                    </a:moveTo>
                    <a:lnTo>
                      <a:pt x="11008" y="467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" name="Google Shape;10172;p71">
              <a:extLst>
                <a:ext uri="{FF2B5EF4-FFF2-40B4-BE49-F238E27FC236}">
                  <a16:creationId xmlns:a16="http://schemas.microsoft.com/office/drawing/2014/main" id="{3682FD3E-1CD8-B479-EEF1-73888CCC4DF3}"/>
                </a:ext>
              </a:extLst>
            </p:cNvPr>
            <p:cNvSpPr/>
            <p:nvPr/>
          </p:nvSpPr>
          <p:spPr>
            <a:xfrm rot="19800000">
              <a:off x="1551344" y="1646573"/>
              <a:ext cx="97730" cy="97730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76" y="1"/>
                    <a:pt x="1" y="376"/>
                    <a:pt x="1" y="823"/>
                  </a:cubicBezTo>
                  <a:cubicBezTo>
                    <a:pt x="1" y="1283"/>
                    <a:pt x="376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0098F2"/>
            </a:solidFill>
            <a:ln>
              <a:solidFill>
                <a:srgbClr val="5CB9F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175;p71">
              <a:extLst>
                <a:ext uri="{FF2B5EF4-FFF2-40B4-BE49-F238E27FC236}">
                  <a16:creationId xmlns:a16="http://schemas.microsoft.com/office/drawing/2014/main" id="{3D64B61F-EA82-04B1-7017-C10A71FDCABD}"/>
                </a:ext>
              </a:extLst>
            </p:cNvPr>
            <p:cNvSpPr/>
            <p:nvPr/>
          </p:nvSpPr>
          <p:spPr>
            <a:xfrm rot="19800000">
              <a:off x="1126106" y="2397778"/>
              <a:ext cx="97730" cy="97731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64" y="1"/>
                    <a:pt x="1" y="364"/>
                    <a:pt x="1" y="824"/>
                  </a:cubicBezTo>
                  <a:cubicBezTo>
                    <a:pt x="1" y="1283"/>
                    <a:pt x="364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0098F2"/>
            </a:solidFill>
            <a:ln>
              <a:solidFill>
                <a:srgbClr val="5CB9F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190;p71">
              <a:extLst>
                <a:ext uri="{FF2B5EF4-FFF2-40B4-BE49-F238E27FC236}">
                  <a16:creationId xmlns:a16="http://schemas.microsoft.com/office/drawing/2014/main" id="{97372FB3-0E46-7015-A568-4B8800CC9F3B}"/>
                </a:ext>
              </a:extLst>
            </p:cNvPr>
            <p:cNvSpPr/>
            <p:nvPr/>
          </p:nvSpPr>
          <p:spPr>
            <a:xfrm rot="19800000">
              <a:off x="834499" y="1168842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0098F2"/>
            </a:solidFill>
            <a:ln>
              <a:solidFill>
                <a:srgbClr val="5CB9F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193;p71">
              <a:extLst>
                <a:ext uri="{FF2B5EF4-FFF2-40B4-BE49-F238E27FC236}">
                  <a16:creationId xmlns:a16="http://schemas.microsoft.com/office/drawing/2014/main" id="{0AC1ED31-E8E5-99F1-5F16-A0F3BFCEE22C}"/>
                </a:ext>
              </a:extLst>
            </p:cNvPr>
            <p:cNvSpPr/>
            <p:nvPr/>
          </p:nvSpPr>
          <p:spPr>
            <a:xfrm rot="19800000">
              <a:off x="582339" y="1646576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63"/>
                    <a:pt x="218" y="969"/>
                    <a:pt x="484" y="969"/>
                  </a:cubicBezTo>
                  <a:cubicBezTo>
                    <a:pt x="750" y="969"/>
                    <a:pt x="968" y="763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0098F2"/>
            </a:solidFill>
            <a:ln>
              <a:solidFill>
                <a:srgbClr val="5CB9F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196;p71">
              <a:extLst>
                <a:ext uri="{FF2B5EF4-FFF2-40B4-BE49-F238E27FC236}">
                  <a16:creationId xmlns:a16="http://schemas.microsoft.com/office/drawing/2014/main" id="{990513E1-10D5-1F41-4917-5A3BEED8A06B}"/>
                </a:ext>
              </a:extLst>
            </p:cNvPr>
            <p:cNvSpPr/>
            <p:nvPr/>
          </p:nvSpPr>
          <p:spPr>
            <a:xfrm rot="19800000">
              <a:off x="-94807" y="-498993"/>
              <a:ext cx="67036" cy="57493"/>
            </a:xfrm>
            <a:custGeom>
              <a:avLst/>
              <a:gdLst/>
              <a:ahLst/>
              <a:cxnLst/>
              <a:rect l="l" t="t" r="r" b="b"/>
              <a:pathLst>
                <a:path w="1138" h="976" extrusionOk="0">
                  <a:moveTo>
                    <a:pt x="654" y="0"/>
                  </a:moveTo>
                  <a:cubicBezTo>
                    <a:pt x="218" y="0"/>
                    <a:pt x="1" y="521"/>
                    <a:pt x="303" y="835"/>
                  </a:cubicBezTo>
                  <a:cubicBezTo>
                    <a:pt x="401" y="932"/>
                    <a:pt x="522" y="976"/>
                    <a:pt x="641" y="976"/>
                  </a:cubicBezTo>
                  <a:cubicBezTo>
                    <a:pt x="893" y="976"/>
                    <a:pt x="1138" y="783"/>
                    <a:pt x="1138" y="496"/>
                  </a:cubicBezTo>
                  <a:cubicBezTo>
                    <a:pt x="1138" y="218"/>
                    <a:pt x="920" y="12"/>
                    <a:pt x="654" y="0"/>
                  </a:cubicBezTo>
                  <a:close/>
                </a:path>
              </a:pathLst>
            </a:custGeom>
            <a:solidFill>
              <a:srgbClr val="0098F2"/>
            </a:solidFill>
            <a:ln>
              <a:solidFill>
                <a:srgbClr val="5CB9F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160;p71">
              <a:extLst>
                <a:ext uri="{FF2B5EF4-FFF2-40B4-BE49-F238E27FC236}">
                  <a16:creationId xmlns:a16="http://schemas.microsoft.com/office/drawing/2014/main" id="{4318D078-CD2F-4554-3961-1A5A4F9EE485}"/>
                </a:ext>
              </a:extLst>
            </p:cNvPr>
            <p:cNvSpPr/>
            <p:nvPr/>
          </p:nvSpPr>
          <p:spPr>
            <a:xfrm rot="19800000">
              <a:off x="1058112" y="-916232"/>
              <a:ext cx="85459" cy="85459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0098F2"/>
            </a:solidFill>
            <a:ln>
              <a:solidFill>
                <a:srgbClr val="5CB9F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138A1155-7EEA-9319-EA6F-19E542E8A0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92" y="298735"/>
            <a:ext cx="641343" cy="654055"/>
          </a:xfrm>
          <a:prstGeom prst="rect">
            <a:avLst/>
          </a:prstGeom>
        </p:spPr>
      </p:pic>
      <p:sp>
        <p:nvSpPr>
          <p:cNvPr id="34" name="Title 37">
            <a:extLst>
              <a:ext uri="{FF2B5EF4-FFF2-40B4-BE49-F238E27FC236}">
                <a16:creationId xmlns:a16="http://schemas.microsoft.com/office/drawing/2014/main" id="{D347ABF1-B693-4A7B-2CDC-AE6A1036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95" y="1920454"/>
            <a:ext cx="6050361" cy="1476360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5" name="Content Placeholder 39">
            <a:extLst>
              <a:ext uri="{FF2B5EF4-FFF2-40B4-BE49-F238E27FC236}">
                <a16:creationId xmlns:a16="http://schemas.microsoft.com/office/drawing/2014/main" id="{9843EAAA-8660-3C73-ED7F-9727473F4B1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8373" y="3592097"/>
            <a:ext cx="6050361" cy="10184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021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9BF9C6-A1AB-2205-E38C-6A6551582FB6}"/>
              </a:ext>
            </a:extLst>
          </p:cNvPr>
          <p:cNvSpPr/>
          <p:nvPr userDrawn="1"/>
        </p:nvSpPr>
        <p:spPr>
          <a:xfrm rot="5400000">
            <a:off x="10003690" y="5499441"/>
            <a:ext cx="863262" cy="1847462"/>
          </a:xfrm>
          <a:prstGeom prst="roundRect">
            <a:avLst>
              <a:gd name="adj" fmla="val 1413"/>
            </a:avLst>
          </a:prstGeom>
          <a:gradFill>
            <a:gsLst>
              <a:gs pos="0">
                <a:srgbClr val="2C73B9"/>
              </a:gs>
              <a:gs pos="100000">
                <a:srgbClr val="006BAA">
                  <a:alpha val="49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C4F09D96-6857-4D30-5DBB-1134A6BA1F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0505"/>
          <a:stretch/>
        </p:blipFill>
        <p:spPr>
          <a:xfrm>
            <a:off x="9415872" y="4233612"/>
            <a:ext cx="2767824" cy="2624388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BEBF06F-9CD0-6C70-03B3-6E1DFC3FB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249"/>
            <a:ext cx="10515600" cy="9310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3F3D88C-F76D-A53B-78E2-30381922A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4817"/>
            <a:ext cx="10515600" cy="4712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BCC4C87-FFE6-4995-F773-558B0177385E}"/>
              </a:ext>
            </a:extLst>
          </p:cNvPr>
          <p:cNvSpPr/>
          <p:nvPr userDrawn="1"/>
        </p:nvSpPr>
        <p:spPr>
          <a:xfrm>
            <a:off x="10657950" y="3366092"/>
            <a:ext cx="1340548" cy="1340548"/>
          </a:xfrm>
          <a:prstGeom prst="roundRect">
            <a:avLst>
              <a:gd name="adj" fmla="val 1413"/>
            </a:avLst>
          </a:prstGeom>
          <a:gradFill>
            <a:gsLst>
              <a:gs pos="0">
                <a:srgbClr val="2C73B9"/>
              </a:gs>
              <a:gs pos="100000">
                <a:srgbClr val="006BAA">
                  <a:alpha val="49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Rectangle: Top Corners Rounded 49">
            <a:extLst>
              <a:ext uri="{FF2B5EF4-FFF2-40B4-BE49-F238E27FC236}">
                <a16:creationId xmlns:a16="http://schemas.microsoft.com/office/drawing/2014/main" id="{D6D59AFC-FC3F-117F-3E25-362B48CDE9B2}"/>
              </a:ext>
            </a:extLst>
          </p:cNvPr>
          <p:cNvSpPr>
            <a:spLocks/>
          </p:cNvSpPr>
          <p:nvPr userDrawn="1"/>
        </p:nvSpPr>
        <p:spPr>
          <a:xfrm>
            <a:off x="11115486" y="3197"/>
            <a:ext cx="1080000" cy="1332000"/>
          </a:xfrm>
          <a:prstGeom prst="round2SameRect">
            <a:avLst>
              <a:gd name="adj1" fmla="val 1710"/>
              <a:gd name="adj2" fmla="val 0"/>
            </a:avLst>
          </a:prstGeom>
          <a:gradFill>
            <a:gsLst>
              <a:gs pos="0">
                <a:srgbClr val="2C73B9"/>
              </a:gs>
              <a:gs pos="75000">
                <a:srgbClr val="006BAA">
                  <a:alpha val="49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1263D1E-DC16-B0BE-5042-062CCE6616D0}"/>
              </a:ext>
            </a:extLst>
          </p:cNvPr>
          <p:cNvGrpSpPr/>
          <p:nvPr userDrawn="1"/>
        </p:nvGrpSpPr>
        <p:grpSpPr>
          <a:xfrm rot="16200000">
            <a:off x="9289523" y="1292710"/>
            <a:ext cx="2911792" cy="2751119"/>
            <a:chOff x="-807913" y="-916232"/>
            <a:chExt cx="3610997" cy="3411741"/>
          </a:xfrm>
        </p:grpSpPr>
        <p:grpSp>
          <p:nvGrpSpPr>
            <p:cNvPr id="52" name="Google Shape;10140;p71">
              <a:extLst>
                <a:ext uri="{FF2B5EF4-FFF2-40B4-BE49-F238E27FC236}">
                  <a16:creationId xmlns:a16="http://schemas.microsoft.com/office/drawing/2014/main" id="{03E04D63-861B-B4A7-A792-C91BE6E6EBA7}"/>
                </a:ext>
              </a:extLst>
            </p:cNvPr>
            <p:cNvGrpSpPr/>
            <p:nvPr/>
          </p:nvGrpSpPr>
          <p:grpSpPr>
            <a:xfrm rot="19800000">
              <a:off x="-364573" y="-843616"/>
              <a:ext cx="2713896" cy="3143318"/>
              <a:chOff x="4293838" y="3078639"/>
              <a:chExt cx="269353" cy="311973"/>
            </a:xfrm>
          </p:grpSpPr>
          <p:sp>
            <p:nvSpPr>
              <p:cNvPr id="66" name="Google Shape;10141;p71">
                <a:extLst>
                  <a:ext uri="{FF2B5EF4-FFF2-40B4-BE49-F238E27FC236}">
                    <a16:creationId xmlns:a16="http://schemas.microsoft.com/office/drawing/2014/main" id="{10DA1CFE-A37E-708A-037F-271BDBE7D82E}"/>
                  </a:ext>
                </a:extLst>
              </p:cNvPr>
              <p:cNvSpPr/>
              <p:nvPr/>
            </p:nvSpPr>
            <p:spPr>
              <a:xfrm>
                <a:off x="4293838" y="3078639"/>
                <a:ext cx="269353" cy="311973"/>
              </a:xfrm>
              <a:custGeom>
                <a:avLst/>
                <a:gdLst/>
                <a:ahLst/>
                <a:cxnLst/>
                <a:rect l="l" t="t" r="r" b="b"/>
                <a:pathLst>
                  <a:path w="34247" h="39666" fill="none" extrusionOk="0">
                    <a:moveTo>
                      <a:pt x="13" y="16730"/>
                    </a:moveTo>
                    <a:lnTo>
                      <a:pt x="7162" y="27690"/>
                    </a:lnTo>
                    <a:lnTo>
                      <a:pt x="8480" y="39666"/>
                    </a:lnTo>
                    <a:lnTo>
                      <a:pt x="18182" y="34138"/>
                    </a:lnTo>
                    <a:lnTo>
                      <a:pt x="26371" y="29807"/>
                    </a:lnTo>
                    <a:cubicBezTo>
                      <a:pt x="26371" y="29807"/>
                      <a:pt x="33605" y="34694"/>
                      <a:pt x="33932" y="35456"/>
                    </a:cubicBezTo>
                    <a:cubicBezTo>
                      <a:pt x="34246" y="36218"/>
                      <a:pt x="32263" y="18388"/>
                      <a:pt x="32263" y="18388"/>
                    </a:cubicBezTo>
                    <a:lnTo>
                      <a:pt x="28428" y="2928"/>
                    </a:lnTo>
                    <a:lnTo>
                      <a:pt x="12932" y="1"/>
                    </a:lnTo>
                    <a:lnTo>
                      <a:pt x="1670" y="2650"/>
                    </a:lnTo>
                    <a:lnTo>
                      <a:pt x="0" y="17142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0142;p71">
                <a:extLst>
                  <a:ext uri="{FF2B5EF4-FFF2-40B4-BE49-F238E27FC236}">
                    <a16:creationId xmlns:a16="http://schemas.microsoft.com/office/drawing/2014/main" id="{39C81DA7-C5FF-3A48-57A7-2A7EA159ED1A}"/>
                  </a:ext>
                </a:extLst>
              </p:cNvPr>
              <p:cNvSpPr/>
              <p:nvPr/>
            </p:nvSpPr>
            <p:spPr>
              <a:xfrm>
                <a:off x="4306965" y="3099473"/>
                <a:ext cx="625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7949" h="8856" fill="none" extrusionOk="0">
                    <a:moveTo>
                      <a:pt x="1" y="1"/>
                    </a:moveTo>
                    <a:lnTo>
                      <a:pt x="7948" y="885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10143;p71">
                <a:extLst>
                  <a:ext uri="{FF2B5EF4-FFF2-40B4-BE49-F238E27FC236}">
                    <a16:creationId xmlns:a16="http://schemas.microsoft.com/office/drawing/2014/main" id="{846ED9BF-9147-6360-8175-FC85D396F078}"/>
                  </a:ext>
                </a:extLst>
              </p:cNvPr>
              <p:cNvSpPr/>
              <p:nvPr/>
            </p:nvSpPr>
            <p:spPr>
              <a:xfrm>
                <a:off x="4369476" y="3169118"/>
                <a:ext cx="26072" cy="98666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12545" fill="none" extrusionOk="0">
                    <a:moveTo>
                      <a:pt x="0" y="1"/>
                    </a:moveTo>
                    <a:lnTo>
                      <a:pt x="3315" y="12545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10144;p71">
                <a:extLst>
                  <a:ext uri="{FF2B5EF4-FFF2-40B4-BE49-F238E27FC236}">
                    <a16:creationId xmlns:a16="http://schemas.microsoft.com/office/drawing/2014/main" id="{AAC33AA4-D62A-35FF-0460-2AC4C4ED7B01}"/>
                  </a:ext>
                </a:extLst>
              </p:cNvPr>
              <p:cNvSpPr/>
              <p:nvPr/>
            </p:nvSpPr>
            <p:spPr>
              <a:xfrm>
                <a:off x="4399347" y="3078639"/>
                <a:ext cx="60041" cy="110558"/>
              </a:xfrm>
              <a:custGeom>
                <a:avLst/>
                <a:gdLst/>
                <a:ahLst/>
                <a:cxnLst/>
                <a:rect l="l" t="t" r="r" b="b"/>
                <a:pathLst>
                  <a:path w="7634" h="14057" fill="none" extrusionOk="0">
                    <a:moveTo>
                      <a:pt x="7634" y="14057"/>
                    </a:moveTo>
                    <a:lnTo>
                      <a:pt x="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10145;p71">
                <a:extLst>
                  <a:ext uri="{FF2B5EF4-FFF2-40B4-BE49-F238E27FC236}">
                    <a16:creationId xmlns:a16="http://schemas.microsoft.com/office/drawing/2014/main" id="{67FACCA4-CC44-3C28-7FCD-DE5F2DE514ED}"/>
                  </a:ext>
                </a:extLst>
              </p:cNvPr>
              <p:cNvSpPr/>
              <p:nvPr/>
            </p:nvSpPr>
            <p:spPr>
              <a:xfrm>
                <a:off x="4373282" y="3169118"/>
                <a:ext cx="82299" cy="20079"/>
              </a:xfrm>
              <a:custGeom>
                <a:avLst/>
                <a:gdLst/>
                <a:ahLst/>
                <a:cxnLst/>
                <a:rect l="l" t="t" r="r" b="b"/>
                <a:pathLst>
                  <a:path w="10464" h="2553" fill="none" extrusionOk="0">
                    <a:moveTo>
                      <a:pt x="0" y="1"/>
                    </a:moveTo>
                    <a:lnTo>
                      <a:pt x="10464" y="2553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10146;p71">
                <a:extLst>
                  <a:ext uri="{FF2B5EF4-FFF2-40B4-BE49-F238E27FC236}">
                    <a16:creationId xmlns:a16="http://schemas.microsoft.com/office/drawing/2014/main" id="{E2CB5364-9A4B-14D1-F70A-6EBF6B20F677}"/>
                  </a:ext>
                </a:extLst>
              </p:cNvPr>
              <p:cNvSpPr/>
              <p:nvPr/>
            </p:nvSpPr>
            <p:spPr>
              <a:xfrm>
                <a:off x="4369476" y="3078639"/>
                <a:ext cx="2987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11505" fill="none" extrusionOk="0">
                    <a:moveTo>
                      <a:pt x="0" y="11505"/>
                    </a:moveTo>
                    <a:lnTo>
                      <a:pt x="3799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10147;p71">
                <a:extLst>
                  <a:ext uri="{FF2B5EF4-FFF2-40B4-BE49-F238E27FC236}">
                    <a16:creationId xmlns:a16="http://schemas.microsoft.com/office/drawing/2014/main" id="{99974991-BDD0-DCC2-F8DB-FCCEA459D192}"/>
                  </a:ext>
                </a:extLst>
              </p:cNvPr>
              <p:cNvSpPr/>
              <p:nvPr/>
            </p:nvSpPr>
            <p:spPr>
              <a:xfrm>
                <a:off x="4293932" y="3169118"/>
                <a:ext cx="75551" cy="41110"/>
              </a:xfrm>
              <a:custGeom>
                <a:avLst/>
                <a:gdLst/>
                <a:ahLst/>
                <a:cxnLst/>
                <a:rect l="l" t="t" r="r" b="b"/>
                <a:pathLst>
                  <a:path w="9606" h="5227" fill="none" extrusionOk="0">
                    <a:moveTo>
                      <a:pt x="1" y="5226"/>
                    </a:moveTo>
                    <a:lnTo>
                      <a:pt x="9605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10148;p71">
                <a:extLst>
                  <a:ext uri="{FF2B5EF4-FFF2-40B4-BE49-F238E27FC236}">
                    <a16:creationId xmlns:a16="http://schemas.microsoft.com/office/drawing/2014/main" id="{35D89D92-BDD4-4197-1FE7-2E799CE76001}"/>
                  </a:ext>
                </a:extLst>
              </p:cNvPr>
              <p:cNvSpPr/>
              <p:nvPr/>
            </p:nvSpPr>
            <p:spPr>
              <a:xfrm>
                <a:off x="4350159" y="3267776"/>
                <a:ext cx="45389" cy="27032"/>
              </a:xfrm>
              <a:custGeom>
                <a:avLst/>
                <a:gdLst/>
                <a:ahLst/>
                <a:cxnLst/>
                <a:rect l="l" t="t" r="r" b="b"/>
                <a:pathLst>
                  <a:path w="5771" h="3437" fill="none" extrusionOk="0">
                    <a:moveTo>
                      <a:pt x="1" y="3436"/>
                    </a:moveTo>
                    <a:lnTo>
                      <a:pt x="577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10149;p71">
                <a:extLst>
                  <a:ext uri="{FF2B5EF4-FFF2-40B4-BE49-F238E27FC236}">
                    <a16:creationId xmlns:a16="http://schemas.microsoft.com/office/drawing/2014/main" id="{EC1AC83A-11B0-3D5D-16DA-A93BE73143DB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38830" cy="76031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9667" fill="none" extrusionOk="0">
                    <a:moveTo>
                      <a:pt x="1" y="1"/>
                    </a:moveTo>
                    <a:lnTo>
                      <a:pt x="4936" y="966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10150;p71">
                <a:extLst>
                  <a:ext uri="{FF2B5EF4-FFF2-40B4-BE49-F238E27FC236}">
                    <a16:creationId xmlns:a16="http://schemas.microsoft.com/office/drawing/2014/main" id="{8BB0539D-38AC-4347-85ED-88040E51AB6C}"/>
                  </a:ext>
                </a:extLst>
              </p:cNvPr>
              <p:cNvSpPr/>
              <p:nvPr/>
            </p:nvSpPr>
            <p:spPr>
              <a:xfrm>
                <a:off x="4360439" y="3267776"/>
                <a:ext cx="35109" cy="121978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15509" fill="none" extrusionOk="0">
                    <a:moveTo>
                      <a:pt x="0" y="15509"/>
                    </a:moveTo>
                    <a:lnTo>
                      <a:pt x="446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10151;p71">
                <a:extLst>
                  <a:ext uri="{FF2B5EF4-FFF2-40B4-BE49-F238E27FC236}">
                    <a16:creationId xmlns:a16="http://schemas.microsoft.com/office/drawing/2014/main" id="{9598AC2D-BA4D-5C42-4B67-E6AFEBBA0573}"/>
                  </a:ext>
                </a:extLst>
              </p:cNvPr>
              <p:cNvSpPr/>
              <p:nvPr/>
            </p:nvSpPr>
            <p:spPr>
              <a:xfrm>
                <a:off x="4293932" y="3210220"/>
                <a:ext cx="101616" cy="57564"/>
              </a:xfrm>
              <a:custGeom>
                <a:avLst/>
                <a:gdLst/>
                <a:ahLst/>
                <a:cxnLst/>
                <a:rect l="l" t="t" r="r" b="b"/>
                <a:pathLst>
                  <a:path w="12920" h="7319" fill="none" extrusionOk="0">
                    <a:moveTo>
                      <a:pt x="1" y="0"/>
                    </a:moveTo>
                    <a:lnTo>
                      <a:pt x="12920" y="731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10152;p71">
                <a:extLst>
                  <a:ext uri="{FF2B5EF4-FFF2-40B4-BE49-F238E27FC236}">
                    <a16:creationId xmlns:a16="http://schemas.microsoft.com/office/drawing/2014/main" id="{ECEC01C7-0E6A-AEA5-075F-188FF0958230}"/>
                  </a:ext>
                </a:extLst>
              </p:cNvPr>
              <p:cNvSpPr/>
              <p:nvPr/>
            </p:nvSpPr>
            <p:spPr>
              <a:xfrm>
                <a:off x="4395540" y="3186436"/>
                <a:ext cx="66420" cy="79735"/>
              </a:xfrm>
              <a:custGeom>
                <a:avLst/>
                <a:gdLst/>
                <a:ahLst/>
                <a:cxnLst/>
                <a:rect l="l" t="t" r="r" b="b"/>
                <a:pathLst>
                  <a:path w="8445" h="10138" fill="none" extrusionOk="0">
                    <a:moveTo>
                      <a:pt x="8444" y="0"/>
                    </a:moveTo>
                    <a:lnTo>
                      <a:pt x="1" y="10137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10153;p71">
                <a:extLst>
                  <a:ext uri="{FF2B5EF4-FFF2-40B4-BE49-F238E27FC236}">
                    <a16:creationId xmlns:a16="http://schemas.microsoft.com/office/drawing/2014/main" id="{976B8ECD-1879-B4FB-E96B-105B2DEC476D}"/>
                  </a:ext>
                </a:extLst>
              </p:cNvPr>
              <p:cNvSpPr/>
              <p:nvPr/>
            </p:nvSpPr>
            <p:spPr>
              <a:xfrm>
                <a:off x="4459380" y="3189669"/>
                <a:ext cx="41873" cy="123402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690" fill="none" extrusionOk="0">
                    <a:moveTo>
                      <a:pt x="1" y="0"/>
                    </a:moveTo>
                    <a:lnTo>
                      <a:pt x="5323" y="1569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10154;p71">
                <a:extLst>
                  <a:ext uri="{FF2B5EF4-FFF2-40B4-BE49-F238E27FC236}">
                    <a16:creationId xmlns:a16="http://schemas.microsoft.com/office/drawing/2014/main" id="{13BC4A74-C6AC-E412-103A-CA7CB5153645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105713" cy="45295"/>
              </a:xfrm>
              <a:custGeom>
                <a:avLst/>
                <a:gdLst/>
                <a:ahLst/>
                <a:cxnLst/>
                <a:rect l="l" t="t" r="r" b="b"/>
                <a:pathLst>
                  <a:path w="13441" h="5759" fill="none" extrusionOk="0">
                    <a:moveTo>
                      <a:pt x="1" y="1"/>
                    </a:moveTo>
                    <a:lnTo>
                      <a:pt x="13440" y="575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10155;p71">
                <a:extLst>
                  <a:ext uri="{FF2B5EF4-FFF2-40B4-BE49-F238E27FC236}">
                    <a16:creationId xmlns:a16="http://schemas.microsoft.com/office/drawing/2014/main" id="{D281BDF5-9C12-A636-B9CF-4467C39144BF}"/>
                  </a:ext>
                </a:extLst>
              </p:cNvPr>
              <p:cNvSpPr/>
              <p:nvPr/>
            </p:nvSpPr>
            <p:spPr>
              <a:xfrm>
                <a:off x="4501246" y="3223252"/>
                <a:ext cx="46435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5904" h="11420" fill="none" extrusionOk="0">
                    <a:moveTo>
                      <a:pt x="0" y="11420"/>
                    </a:moveTo>
                    <a:lnTo>
                      <a:pt x="590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10156;p71">
                <a:extLst>
                  <a:ext uri="{FF2B5EF4-FFF2-40B4-BE49-F238E27FC236}">
                    <a16:creationId xmlns:a16="http://schemas.microsoft.com/office/drawing/2014/main" id="{1DEE0767-009D-B1D7-164A-ADA023561108}"/>
                  </a:ext>
                </a:extLst>
              </p:cNvPr>
              <p:cNvSpPr/>
              <p:nvPr/>
            </p:nvSpPr>
            <p:spPr>
              <a:xfrm>
                <a:off x="4459671" y="3104231"/>
                <a:ext cx="58421" cy="84966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10803" fill="none" extrusionOk="0">
                    <a:moveTo>
                      <a:pt x="0" y="10803"/>
                    </a:moveTo>
                    <a:lnTo>
                      <a:pt x="7428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10157;p71">
                <a:extLst>
                  <a:ext uri="{FF2B5EF4-FFF2-40B4-BE49-F238E27FC236}">
                    <a16:creationId xmlns:a16="http://schemas.microsoft.com/office/drawing/2014/main" id="{A416E911-5B9D-EDD3-396D-77EA757FCBFC}"/>
                  </a:ext>
                </a:extLst>
              </p:cNvPr>
              <p:cNvSpPr/>
              <p:nvPr/>
            </p:nvSpPr>
            <p:spPr>
              <a:xfrm>
                <a:off x="4459671" y="3189189"/>
                <a:ext cx="86586" cy="36737"/>
              </a:xfrm>
              <a:custGeom>
                <a:avLst/>
                <a:gdLst/>
                <a:ahLst/>
                <a:cxnLst/>
                <a:rect l="l" t="t" r="r" b="b"/>
                <a:pathLst>
                  <a:path w="11009" h="4671" fill="none" extrusionOk="0">
                    <a:moveTo>
                      <a:pt x="0" y="1"/>
                    </a:moveTo>
                    <a:lnTo>
                      <a:pt x="11008" y="467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" name="Google Shape;10160;p71">
              <a:extLst>
                <a:ext uri="{FF2B5EF4-FFF2-40B4-BE49-F238E27FC236}">
                  <a16:creationId xmlns:a16="http://schemas.microsoft.com/office/drawing/2014/main" id="{1EFC320C-C9BF-8DBE-F4D1-7A197B7E9BB9}"/>
                </a:ext>
              </a:extLst>
            </p:cNvPr>
            <p:cNvSpPr/>
            <p:nvPr/>
          </p:nvSpPr>
          <p:spPr>
            <a:xfrm rot="19800000">
              <a:off x="2705414" y="1100798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9EA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0163;p71">
              <a:extLst>
                <a:ext uri="{FF2B5EF4-FFF2-40B4-BE49-F238E27FC236}">
                  <a16:creationId xmlns:a16="http://schemas.microsoft.com/office/drawing/2014/main" id="{E498B53A-77C7-1331-D1BE-1EABC05DB6EA}"/>
                </a:ext>
              </a:extLst>
            </p:cNvPr>
            <p:cNvSpPr/>
            <p:nvPr/>
          </p:nvSpPr>
          <p:spPr>
            <a:xfrm rot="19800000">
              <a:off x="-364115" y="1158621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0"/>
                  </a:moveTo>
                  <a:cubicBezTo>
                    <a:pt x="363" y="0"/>
                    <a:pt x="0" y="375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5"/>
                    <a:pt x="1282" y="0"/>
                    <a:pt x="823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166;p71">
              <a:extLst>
                <a:ext uri="{FF2B5EF4-FFF2-40B4-BE49-F238E27FC236}">
                  <a16:creationId xmlns:a16="http://schemas.microsoft.com/office/drawing/2014/main" id="{6E5C12CE-C4CA-2AA8-2055-13CF2013EE21}"/>
                </a:ext>
              </a:extLst>
            </p:cNvPr>
            <p:cNvSpPr/>
            <p:nvPr/>
          </p:nvSpPr>
          <p:spPr>
            <a:xfrm rot="19800000">
              <a:off x="-807913" y="127294"/>
              <a:ext cx="97670" cy="97730"/>
            </a:xfrm>
            <a:custGeom>
              <a:avLst/>
              <a:gdLst/>
              <a:ahLst/>
              <a:cxnLst/>
              <a:rect l="l" t="t" r="r" b="b"/>
              <a:pathLst>
                <a:path w="1658" h="1659" extrusionOk="0">
                  <a:moveTo>
                    <a:pt x="823" y="1"/>
                  </a:moveTo>
                  <a:cubicBezTo>
                    <a:pt x="363" y="1"/>
                    <a:pt x="0" y="364"/>
                    <a:pt x="0" y="824"/>
                  </a:cubicBezTo>
                  <a:cubicBezTo>
                    <a:pt x="0" y="1283"/>
                    <a:pt x="363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169;p71">
              <a:extLst>
                <a:ext uri="{FF2B5EF4-FFF2-40B4-BE49-F238E27FC236}">
                  <a16:creationId xmlns:a16="http://schemas.microsoft.com/office/drawing/2014/main" id="{0A66370B-B84C-1222-8DEE-FBACD96052FB}"/>
                </a:ext>
              </a:extLst>
            </p:cNvPr>
            <p:cNvSpPr/>
            <p:nvPr/>
          </p:nvSpPr>
          <p:spPr>
            <a:xfrm rot="19800000">
              <a:off x="1962647" y="1012612"/>
              <a:ext cx="97730" cy="97670"/>
            </a:xfrm>
            <a:custGeom>
              <a:avLst/>
              <a:gdLst/>
              <a:ahLst/>
              <a:cxnLst/>
              <a:rect l="l" t="t" r="r" b="b"/>
              <a:pathLst>
                <a:path w="1659" h="1658" extrusionOk="0">
                  <a:moveTo>
                    <a:pt x="835" y="0"/>
                  </a:moveTo>
                  <a:cubicBezTo>
                    <a:pt x="376" y="0"/>
                    <a:pt x="1" y="363"/>
                    <a:pt x="1" y="823"/>
                  </a:cubicBezTo>
                  <a:cubicBezTo>
                    <a:pt x="1" y="1282"/>
                    <a:pt x="376" y="1657"/>
                    <a:pt x="835" y="1657"/>
                  </a:cubicBezTo>
                  <a:cubicBezTo>
                    <a:pt x="1295" y="1657"/>
                    <a:pt x="1658" y="1282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0172;p71">
              <a:extLst>
                <a:ext uri="{FF2B5EF4-FFF2-40B4-BE49-F238E27FC236}">
                  <a16:creationId xmlns:a16="http://schemas.microsoft.com/office/drawing/2014/main" id="{83AA0F66-1280-A552-E141-E35395BD5EC2}"/>
                </a:ext>
              </a:extLst>
            </p:cNvPr>
            <p:cNvSpPr/>
            <p:nvPr/>
          </p:nvSpPr>
          <p:spPr>
            <a:xfrm rot="19800000">
              <a:off x="1551344" y="1646573"/>
              <a:ext cx="97730" cy="97730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76" y="1"/>
                    <a:pt x="1" y="376"/>
                    <a:pt x="1" y="823"/>
                  </a:cubicBezTo>
                  <a:cubicBezTo>
                    <a:pt x="1" y="1283"/>
                    <a:pt x="376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0175;p71">
              <a:extLst>
                <a:ext uri="{FF2B5EF4-FFF2-40B4-BE49-F238E27FC236}">
                  <a16:creationId xmlns:a16="http://schemas.microsoft.com/office/drawing/2014/main" id="{6F2BC8DE-6F54-24E3-6ED2-A64AFD9E6826}"/>
                </a:ext>
              </a:extLst>
            </p:cNvPr>
            <p:cNvSpPr/>
            <p:nvPr/>
          </p:nvSpPr>
          <p:spPr>
            <a:xfrm rot="19800000">
              <a:off x="1126106" y="2397778"/>
              <a:ext cx="97730" cy="97731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64" y="1"/>
                    <a:pt x="1" y="364"/>
                    <a:pt x="1" y="824"/>
                  </a:cubicBezTo>
                  <a:cubicBezTo>
                    <a:pt x="1" y="1283"/>
                    <a:pt x="364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0181;p71">
              <a:extLst>
                <a:ext uri="{FF2B5EF4-FFF2-40B4-BE49-F238E27FC236}">
                  <a16:creationId xmlns:a16="http://schemas.microsoft.com/office/drawing/2014/main" id="{1D29B30A-D7E3-64CA-9ACF-FB729D3309AC}"/>
                </a:ext>
              </a:extLst>
            </p:cNvPr>
            <p:cNvSpPr/>
            <p:nvPr/>
          </p:nvSpPr>
          <p:spPr>
            <a:xfrm rot="19800000">
              <a:off x="1915607" y="-5958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1"/>
                  </a:moveTo>
                  <a:cubicBezTo>
                    <a:pt x="363" y="1"/>
                    <a:pt x="0" y="376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6"/>
                    <a:pt x="1282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0184;p71">
              <a:extLst>
                <a:ext uri="{FF2B5EF4-FFF2-40B4-BE49-F238E27FC236}">
                  <a16:creationId xmlns:a16="http://schemas.microsoft.com/office/drawing/2014/main" id="{153ED2E2-3AD0-EABC-5CE0-79D2A7415FF9}"/>
                </a:ext>
              </a:extLst>
            </p:cNvPr>
            <p:cNvSpPr/>
            <p:nvPr/>
          </p:nvSpPr>
          <p:spPr>
            <a:xfrm rot="19800000">
              <a:off x="995685" y="161343"/>
              <a:ext cx="57021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0187;p71">
              <a:extLst>
                <a:ext uri="{FF2B5EF4-FFF2-40B4-BE49-F238E27FC236}">
                  <a16:creationId xmlns:a16="http://schemas.microsoft.com/office/drawing/2014/main" id="{B8CE31D6-482B-9828-5711-57B38537835F}"/>
                </a:ext>
              </a:extLst>
            </p:cNvPr>
            <p:cNvSpPr/>
            <p:nvPr/>
          </p:nvSpPr>
          <p:spPr>
            <a:xfrm rot="19800000">
              <a:off x="99074" y="402104"/>
              <a:ext cx="88926" cy="88926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0"/>
                  </a:moveTo>
                  <a:cubicBezTo>
                    <a:pt x="218" y="0"/>
                    <a:pt x="1" y="218"/>
                    <a:pt x="1" y="484"/>
                  </a:cubicBezTo>
                  <a:cubicBezTo>
                    <a:pt x="1" y="750"/>
                    <a:pt x="218" y="968"/>
                    <a:pt x="484" y="968"/>
                  </a:cubicBezTo>
                  <a:cubicBezTo>
                    <a:pt x="751" y="968"/>
                    <a:pt x="968" y="750"/>
                    <a:pt x="968" y="484"/>
                  </a:cubicBezTo>
                  <a:cubicBezTo>
                    <a:pt x="968" y="218"/>
                    <a:pt x="751" y="0"/>
                    <a:pt x="484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0190;p71">
              <a:extLst>
                <a:ext uri="{FF2B5EF4-FFF2-40B4-BE49-F238E27FC236}">
                  <a16:creationId xmlns:a16="http://schemas.microsoft.com/office/drawing/2014/main" id="{667D3157-CDEB-F7F9-D08D-A40214DF8007}"/>
                </a:ext>
              </a:extLst>
            </p:cNvPr>
            <p:cNvSpPr/>
            <p:nvPr/>
          </p:nvSpPr>
          <p:spPr>
            <a:xfrm rot="19800000">
              <a:off x="834499" y="1168842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0193;p71">
              <a:extLst>
                <a:ext uri="{FF2B5EF4-FFF2-40B4-BE49-F238E27FC236}">
                  <a16:creationId xmlns:a16="http://schemas.microsoft.com/office/drawing/2014/main" id="{5FF746A5-D11B-AA36-F683-0E1F6329A23E}"/>
                </a:ext>
              </a:extLst>
            </p:cNvPr>
            <p:cNvSpPr/>
            <p:nvPr/>
          </p:nvSpPr>
          <p:spPr>
            <a:xfrm rot="19800000">
              <a:off x="582339" y="1646576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63"/>
                    <a:pt x="218" y="969"/>
                    <a:pt x="484" y="969"/>
                  </a:cubicBezTo>
                  <a:cubicBezTo>
                    <a:pt x="750" y="969"/>
                    <a:pt x="968" y="763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0196;p71">
              <a:extLst>
                <a:ext uri="{FF2B5EF4-FFF2-40B4-BE49-F238E27FC236}">
                  <a16:creationId xmlns:a16="http://schemas.microsoft.com/office/drawing/2014/main" id="{1D566B8C-650B-069F-C0FA-03E8BBE54C6A}"/>
                </a:ext>
              </a:extLst>
            </p:cNvPr>
            <p:cNvSpPr/>
            <p:nvPr/>
          </p:nvSpPr>
          <p:spPr>
            <a:xfrm rot="19800000">
              <a:off x="-94807" y="-498993"/>
              <a:ext cx="67036" cy="57493"/>
            </a:xfrm>
            <a:custGeom>
              <a:avLst/>
              <a:gdLst/>
              <a:ahLst/>
              <a:cxnLst/>
              <a:rect l="l" t="t" r="r" b="b"/>
              <a:pathLst>
                <a:path w="1138" h="976" extrusionOk="0">
                  <a:moveTo>
                    <a:pt x="654" y="0"/>
                  </a:moveTo>
                  <a:cubicBezTo>
                    <a:pt x="218" y="0"/>
                    <a:pt x="1" y="521"/>
                    <a:pt x="303" y="835"/>
                  </a:cubicBezTo>
                  <a:cubicBezTo>
                    <a:pt x="401" y="932"/>
                    <a:pt x="522" y="976"/>
                    <a:pt x="641" y="976"/>
                  </a:cubicBezTo>
                  <a:cubicBezTo>
                    <a:pt x="893" y="976"/>
                    <a:pt x="1138" y="783"/>
                    <a:pt x="1138" y="496"/>
                  </a:cubicBezTo>
                  <a:cubicBezTo>
                    <a:pt x="1138" y="218"/>
                    <a:pt x="920" y="12"/>
                    <a:pt x="654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0160;p71">
              <a:extLst>
                <a:ext uri="{FF2B5EF4-FFF2-40B4-BE49-F238E27FC236}">
                  <a16:creationId xmlns:a16="http://schemas.microsoft.com/office/drawing/2014/main" id="{ADF6AA26-6505-9FBB-DE49-FD57061BB106}"/>
                </a:ext>
              </a:extLst>
            </p:cNvPr>
            <p:cNvSpPr/>
            <p:nvPr/>
          </p:nvSpPr>
          <p:spPr>
            <a:xfrm rot="19800000">
              <a:off x="1058112" y="-916232"/>
              <a:ext cx="85459" cy="85459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9EA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" name="Date Placeholder 3">
            <a:extLst>
              <a:ext uri="{FF2B5EF4-FFF2-40B4-BE49-F238E27FC236}">
                <a16:creationId xmlns:a16="http://schemas.microsoft.com/office/drawing/2014/main" id="{B560503B-3662-AAF0-AE0B-3B567C1A59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03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84" name="Footer Placeholder 4">
            <a:extLst>
              <a:ext uri="{FF2B5EF4-FFF2-40B4-BE49-F238E27FC236}">
                <a16:creationId xmlns:a16="http://schemas.microsoft.com/office/drawing/2014/main" id="{22BF9D3D-5198-6BF4-26A8-8B688BAB3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594" y="6356350"/>
            <a:ext cx="5752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FF20065-31EC-3F9E-96C2-4D0416A54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392" y="6356349"/>
            <a:ext cx="496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6BAA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785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CFA509-AC18-3696-44C5-AFD172693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249"/>
            <a:ext cx="10515600" cy="9310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9" name="Date Placeholder 3">
            <a:extLst>
              <a:ext uri="{FF2B5EF4-FFF2-40B4-BE49-F238E27FC236}">
                <a16:creationId xmlns:a16="http://schemas.microsoft.com/office/drawing/2014/main" id="{54C96680-4D91-9CAB-F0B3-3CE07DEE3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03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50" name="Footer Placeholder 4">
            <a:extLst>
              <a:ext uri="{FF2B5EF4-FFF2-40B4-BE49-F238E27FC236}">
                <a16:creationId xmlns:a16="http://schemas.microsoft.com/office/drawing/2014/main" id="{E19E0DDA-BC03-7A65-3CD7-E684E5F5B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594" y="6356350"/>
            <a:ext cx="5752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EA4D086-2793-7D0C-5A7D-88E63D2283C8}"/>
              </a:ext>
            </a:extLst>
          </p:cNvPr>
          <p:cNvSpPr/>
          <p:nvPr userDrawn="1"/>
        </p:nvSpPr>
        <p:spPr>
          <a:xfrm rot="5400000">
            <a:off x="10003690" y="5499441"/>
            <a:ext cx="863262" cy="1847462"/>
          </a:xfrm>
          <a:prstGeom prst="roundRect">
            <a:avLst>
              <a:gd name="adj" fmla="val 1413"/>
            </a:avLst>
          </a:prstGeom>
          <a:gradFill>
            <a:gsLst>
              <a:gs pos="0">
                <a:srgbClr val="2C73B9"/>
              </a:gs>
              <a:gs pos="100000">
                <a:srgbClr val="006BAA">
                  <a:alpha val="49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8AE515-BE97-B471-3527-E4B210C5A5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0505"/>
          <a:stretch/>
        </p:blipFill>
        <p:spPr>
          <a:xfrm>
            <a:off x="9415872" y="4233612"/>
            <a:ext cx="2767824" cy="262438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985BA2-410D-D753-5C89-94DA32E43D59}"/>
              </a:ext>
            </a:extLst>
          </p:cNvPr>
          <p:cNvSpPr/>
          <p:nvPr userDrawn="1"/>
        </p:nvSpPr>
        <p:spPr>
          <a:xfrm>
            <a:off x="10657950" y="3366092"/>
            <a:ext cx="1340548" cy="1340548"/>
          </a:xfrm>
          <a:prstGeom prst="roundRect">
            <a:avLst>
              <a:gd name="adj" fmla="val 1413"/>
            </a:avLst>
          </a:prstGeom>
          <a:gradFill>
            <a:gsLst>
              <a:gs pos="0">
                <a:srgbClr val="2C73B9"/>
              </a:gs>
              <a:gs pos="100000">
                <a:srgbClr val="006BAA">
                  <a:alpha val="49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B3465200-E992-83A6-7F9B-7915A38683FF}"/>
              </a:ext>
            </a:extLst>
          </p:cNvPr>
          <p:cNvSpPr>
            <a:spLocks/>
          </p:cNvSpPr>
          <p:nvPr userDrawn="1"/>
        </p:nvSpPr>
        <p:spPr>
          <a:xfrm>
            <a:off x="11115486" y="3197"/>
            <a:ext cx="1080000" cy="1332000"/>
          </a:xfrm>
          <a:prstGeom prst="round2SameRect">
            <a:avLst>
              <a:gd name="adj1" fmla="val 1710"/>
              <a:gd name="adj2" fmla="val 0"/>
            </a:avLst>
          </a:prstGeom>
          <a:gradFill>
            <a:gsLst>
              <a:gs pos="0">
                <a:srgbClr val="2C73B9"/>
              </a:gs>
              <a:gs pos="75000">
                <a:srgbClr val="006BAA">
                  <a:alpha val="49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5A790AE-C144-8D95-6011-E71E4F80BE1C}"/>
              </a:ext>
            </a:extLst>
          </p:cNvPr>
          <p:cNvGrpSpPr/>
          <p:nvPr userDrawn="1"/>
        </p:nvGrpSpPr>
        <p:grpSpPr>
          <a:xfrm rot="16200000">
            <a:off x="9289523" y="1292710"/>
            <a:ext cx="2911792" cy="2751119"/>
            <a:chOff x="-807913" y="-916232"/>
            <a:chExt cx="3610997" cy="3411741"/>
          </a:xfrm>
        </p:grpSpPr>
        <p:grpSp>
          <p:nvGrpSpPr>
            <p:cNvPr id="8" name="Google Shape;10140;p71">
              <a:extLst>
                <a:ext uri="{FF2B5EF4-FFF2-40B4-BE49-F238E27FC236}">
                  <a16:creationId xmlns:a16="http://schemas.microsoft.com/office/drawing/2014/main" id="{0603D8DE-5A34-B8E2-5254-185554D81EEA}"/>
                </a:ext>
              </a:extLst>
            </p:cNvPr>
            <p:cNvGrpSpPr/>
            <p:nvPr/>
          </p:nvGrpSpPr>
          <p:grpSpPr>
            <a:xfrm rot="19800000">
              <a:off x="-364573" y="-843616"/>
              <a:ext cx="2713896" cy="3143318"/>
              <a:chOff x="4293838" y="3078639"/>
              <a:chExt cx="269353" cy="311973"/>
            </a:xfrm>
          </p:grpSpPr>
          <p:sp>
            <p:nvSpPr>
              <p:cNvPr id="60" name="Google Shape;10141;p71">
                <a:extLst>
                  <a:ext uri="{FF2B5EF4-FFF2-40B4-BE49-F238E27FC236}">
                    <a16:creationId xmlns:a16="http://schemas.microsoft.com/office/drawing/2014/main" id="{1F97098A-1DAE-E76B-9C67-643D4B83FA68}"/>
                  </a:ext>
                </a:extLst>
              </p:cNvPr>
              <p:cNvSpPr/>
              <p:nvPr/>
            </p:nvSpPr>
            <p:spPr>
              <a:xfrm>
                <a:off x="4293838" y="3078639"/>
                <a:ext cx="269353" cy="311973"/>
              </a:xfrm>
              <a:custGeom>
                <a:avLst/>
                <a:gdLst/>
                <a:ahLst/>
                <a:cxnLst/>
                <a:rect l="l" t="t" r="r" b="b"/>
                <a:pathLst>
                  <a:path w="34247" h="39666" fill="none" extrusionOk="0">
                    <a:moveTo>
                      <a:pt x="13" y="16730"/>
                    </a:moveTo>
                    <a:lnTo>
                      <a:pt x="7162" y="27690"/>
                    </a:lnTo>
                    <a:lnTo>
                      <a:pt x="8480" y="39666"/>
                    </a:lnTo>
                    <a:lnTo>
                      <a:pt x="18182" y="34138"/>
                    </a:lnTo>
                    <a:lnTo>
                      <a:pt x="26371" y="29807"/>
                    </a:lnTo>
                    <a:cubicBezTo>
                      <a:pt x="26371" y="29807"/>
                      <a:pt x="33605" y="34694"/>
                      <a:pt x="33932" y="35456"/>
                    </a:cubicBezTo>
                    <a:cubicBezTo>
                      <a:pt x="34246" y="36218"/>
                      <a:pt x="32263" y="18388"/>
                      <a:pt x="32263" y="18388"/>
                    </a:cubicBezTo>
                    <a:lnTo>
                      <a:pt x="28428" y="2928"/>
                    </a:lnTo>
                    <a:lnTo>
                      <a:pt x="12932" y="1"/>
                    </a:lnTo>
                    <a:lnTo>
                      <a:pt x="1670" y="2650"/>
                    </a:lnTo>
                    <a:lnTo>
                      <a:pt x="0" y="17142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0142;p71">
                <a:extLst>
                  <a:ext uri="{FF2B5EF4-FFF2-40B4-BE49-F238E27FC236}">
                    <a16:creationId xmlns:a16="http://schemas.microsoft.com/office/drawing/2014/main" id="{66F1C01B-5558-A5A7-FB56-DF141356DA2B}"/>
                  </a:ext>
                </a:extLst>
              </p:cNvPr>
              <p:cNvSpPr/>
              <p:nvPr/>
            </p:nvSpPr>
            <p:spPr>
              <a:xfrm>
                <a:off x="4306965" y="3099473"/>
                <a:ext cx="625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7949" h="8856" fill="none" extrusionOk="0">
                    <a:moveTo>
                      <a:pt x="1" y="1"/>
                    </a:moveTo>
                    <a:lnTo>
                      <a:pt x="7948" y="885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0143;p71">
                <a:extLst>
                  <a:ext uri="{FF2B5EF4-FFF2-40B4-BE49-F238E27FC236}">
                    <a16:creationId xmlns:a16="http://schemas.microsoft.com/office/drawing/2014/main" id="{0D48D008-C170-7C54-76D7-AE2356B9D23E}"/>
                  </a:ext>
                </a:extLst>
              </p:cNvPr>
              <p:cNvSpPr/>
              <p:nvPr/>
            </p:nvSpPr>
            <p:spPr>
              <a:xfrm>
                <a:off x="4369476" y="3169118"/>
                <a:ext cx="26072" cy="98666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12545" fill="none" extrusionOk="0">
                    <a:moveTo>
                      <a:pt x="0" y="1"/>
                    </a:moveTo>
                    <a:lnTo>
                      <a:pt x="3315" y="12545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0144;p71">
                <a:extLst>
                  <a:ext uri="{FF2B5EF4-FFF2-40B4-BE49-F238E27FC236}">
                    <a16:creationId xmlns:a16="http://schemas.microsoft.com/office/drawing/2014/main" id="{10E2DE31-9624-7380-C472-4A5DE03FD2E7}"/>
                  </a:ext>
                </a:extLst>
              </p:cNvPr>
              <p:cNvSpPr/>
              <p:nvPr/>
            </p:nvSpPr>
            <p:spPr>
              <a:xfrm>
                <a:off x="4399347" y="3078639"/>
                <a:ext cx="60041" cy="110558"/>
              </a:xfrm>
              <a:custGeom>
                <a:avLst/>
                <a:gdLst/>
                <a:ahLst/>
                <a:cxnLst/>
                <a:rect l="l" t="t" r="r" b="b"/>
                <a:pathLst>
                  <a:path w="7634" h="14057" fill="none" extrusionOk="0">
                    <a:moveTo>
                      <a:pt x="7634" y="14057"/>
                    </a:moveTo>
                    <a:lnTo>
                      <a:pt x="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10145;p71">
                <a:extLst>
                  <a:ext uri="{FF2B5EF4-FFF2-40B4-BE49-F238E27FC236}">
                    <a16:creationId xmlns:a16="http://schemas.microsoft.com/office/drawing/2014/main" id="{00D64C0F-E750-E0D1-2736-30AEA8120932}"/>
                  </a:ext>
                </a:extLst>
              </p:cNvPr>
              <p:cNvSpPr/>
              <p:nvPr/>
            </p:nvSpPr>
            <p:spPr>
              <a:xfrm>
                <a:off x="4373282" y="3169118"/>
                <a:ext cx="82299" cy="20079"/>
              </a:xfrm>
              <a:custGeom>
                <a:avLst/>
                <a:gdLst/>
                <a:ahLst/>
                <a:cxnLst/>
                <a:rect l="l" t="t" r="r" b="b"/>
                <a:pathLst>
                  <a:path w="10464" h="2553" fill="none" extrusionOk="0">
                    <a:moveTo>
                      <a:pt x="0" y="1"/>
                    </a:moveTo>
                    <a:lnTo>
                      <a:pt x="10464" y="2553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10146;p71">
                <a:extLst>
                  <a:ext uri="{FF2B5EF4-FFF2-40B4-BE49-F238E27FC236}">
                    <a16:creationId xmlns:a16="http://schemas.microsoft.com/office/drawing/2014/main" id="{73FCBF41-A235-43FB-2C48-92310C09FD85}"/>
                  </a:ext>
                </a:extLst>
              </p:cNvPr>
              <p:cNvSpPr/>
              <p:nvPr/>
            </p:nvSpPr>
            <p:spPr>
              <a:xfrm>
                <a:off x="4369476" y="3078639"/>
                <a:ext cx="2987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11505" fill="none" extrusionOk="0">
                    <a:moveTo>
                      <a:pt x="0" y="11505"/>
                    </a:moveTo>
                    <a:lnTo>
                      <a:pt x="3799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10147;p71">
                <a:extLst>
                  <a:ext uri="{FF2B5EF4-FFF2-40B4-BE49-F238E27FC236}">
                    <a16:creationId xmlns:a16="http://schemas.microsoft.com/office/drawing/2014/main" id="{BBC47039-874C-115A-4FCE-61373765CB88}"/>
                  </a:ext>
                </a:extLst>
              </p:cNvPr>
              <p:cNvSpPr/>
              <p:nvPr/>
            </p:nvSpPr>
            <p:spPr>
              <a:xfrm>
                <a:off x="4293932" y="3169118"/>
                <a:ext cx="75551" cy="41110"/>
              </a:xfrm>
              <a:custGeom>
                <a:avLst/>
                <a:gdLst/>
                <a:ahLst/>
                <a:cxnLst/>
                <a:rect l="l" t="t" r="r" b="b"/>
                <a:pathLst>
                  <a:path w="9606" h="5227" fill="none" extrusionOk="0">
                    <a:moveTo>
                      <a:pt x="1" y="5226"/>
                    </a:moveTo>
                    <a:lnTo>
                      <a:pt x="9605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0148;p71">
                <a:extLst>
                  <a:ext uri="{FF2B5EF4-FFF2-40B4-BE49-F238E27FC236}">
                    <a16:creationId xmlns:a16="http://schemas.microsoft.com/office/drawing/2014/main" id="{8DF85AE9-DA38-6BF2-0A3F-869E6600D330}"/>
                  </a:ext>
                </a:extLst>
              </p:cNvPr>
              <p:cNvSpPr/>
              <p:nvPr/>
            </p:nvSpPr>
            <p:spPr>
              <a:xfrm>
                <a:off x="4350159" y="3267776"/>
                <a:ext cx="45389" cy="27032"/>
              </a:xfrm>
              <a:custGeom>
                <a:avLst/>
                <a:gdLst/>
                <a:ahLst/>
                <a:cxnLst/>
                <a:rect l="l" t="t" r="r" b="b"/>
                <a:pathLst>
                  <a:path w="5771" h="3437" fill="none" extrusionOk="0">
                    <a:moveTo>
                      <a:pt x="1" y="3436"/>
                    </a:moveTo>
                    <a:lnTo>
                      <a:pt x="577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10149;p71">
                <a:extLst>
                  <a:ext uri="{FF2B5EF4-FFF2-40B4-BE49-F238E27FC236}">
                    <a16:creationId xmlns:a16="http://schemas.microsoft.com/office/drawing/2014/main" id="{2E99D81C-6727-5BBF-593B-C5B58C2039C3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38830" cy="76031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9667" fill="none" extrusionOk="0">
                    <a:moveTo>
                      <a:pt x="1" y="1"/>
                    </a:moveTo>
                    <a:lnTo>
                      <a:pt x="4936" y="966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10150;p71">
                <a:extLst>
                  <a:ext uri="{FF2B5EF4-FFF2-40B4-BE49-F238E27FC236}">
                    <a16:creationId xmlns:a16="http://schemas.microsoft.com/office/drawing/2014/main" id="{D0AE29C9-A784-C1D9-839A-06C75A7BFAD8}"/>
                  </a:ext>
                </a:extLst>
              </p:cNvPr>
              <p:cNvSpPr/>
              <p:nvPr/>
            </p:nvSpPr>
            <p:spPr>
              <a:xfrm>
                <a:off x="4360439" y="3267776"/>
                <a:ext cx="35109" cy="121978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15509" fill="none" extrusionOk="0">
                    <a:moveTo>
                      <a:pt x="0" y="15509"/>
                    </a:moveTo>
                    <a:lnTo>
                      <a:pt x="446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10151;p71">
                <a:extLst>
                  <a:ext uri="{FF2B5EF4-FFF2-40B4-BE49-F238E27FC236}">
                    <a16:creationId xmlns:a16="http://schemas.microsoft.com/office/drawing/2014/main" id="{B7515B85-9CAD-0667-A74E-17564FA1B3DC}"/>
                  </a:ext>
                </a:extLst>
              </p:cNvPr>
              <p:cNvSpPr/>
              <p:nvPr/>
            </p:nvSpPr>
            <p:spPr>
              <a:xfrm>
                <a:off x="4293932" y="3210220"/>
                <a:ext cx="101616" cy="57564"/>
              </a:xfrm>
              <a:custGeom>
                <a:avLst/>
                <a:gdLst/>
                <a:ahLst/>
                <a:cxnLst/>
                <a:rect l="l" t="t" r="r" b="b"/>
                <a:pathLst>
                  <a:path w="12920" h="7319" fill="none" extrusionOk="0">
                    <a:moveTo>
                      <a:pt x="1" y="0"/>
                    </a:moveTo>
                    <a:lnTo>
                      <a:pt x="12920" y="731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10152;p71">
                <a:extLst>
                  <a:ext uri="{FF2B5EF4-FFF2-40B4-BE49-F238E27FC236}">
                    <a16:creationId xmlns:a16="http://schemas.microsoft.com/office/drawing/2014/main" id="{4500F948-5EE4-3157-80F0-0A917550340E}"/>
                  </a:ext>
                </a:extLst>
              </p:cNvPr>
              <p:cNvSpPr/>
              <p:nvPr/>
            </p:nvSpPr>
            <p:spPr>
              <a:xfrm>
                <a:off x="4395540" y="3186436"/>
                <a:ext cx="66420" cy="79735"/>
              </a:xfrm>
              <a:custGeom>
                <a:avLst/>
                <a:gdLst/>
                <a:ahLst/>
                <a:cxnLst/>
                <a:rect l="l" t="t" r="r" b="b"/>
                <a:pathLst>
                  <a:path w="8445" h="10138" fill="none" extrusionOk="0">
                    <a:moveTo>
                      <a:pt x="8444" y="0"/>
                    </a:moveTo>
                    <a:lnTo>
                      <a:pt x="1" y="10137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10153;p71">
                <a:extLst>
                  <a:ext uri="{FF2B5EF4-FFF2-40B4-BE49-F238E27FC236}">
                    <a16:creationId xmlns:a16="http://schemas.microsoft.com/office/drawing/2014/main" id="{F8833951-C16F-0710-FE13-009494FF2BDE}"/>
                  </a:ext>
                </a:extLst>
              </p:cNvPr>
              <p:cNvSpPr/>
              <p:nvPr/>
            </p:nvSpPr>
            <p:spPr>
              <a:xfrm>
                <a:off x="4459380" y="3189669"/>
                <a:ext cx="41873" cy="123402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690" fill="none" extrusionOk="0">
                    <a:moveTo>
                      <a:pt x="1" y="0"/>
                    </a:moveTo>
                    <a:lnTo>
                      <a:pt x="5323" y="1569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10154;p71">
                <a:extLst>
                  <a:ext uri="{FF2B5EF4-FFF2-40B4-BE49-F238E27FC236}">
                    <a16:creationId xmlns:a16="http://schemas.microsoft.com/office/drawing/2014/main" id="{10384A7A-3030-F366-9CF7-CBB513FA29C8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105713" cy="45295"/>
              </a:xfrm>
              <a:custGeom>
                <a:avLst/>
                <a:gdLst/>
                <a:ahLst/>
                <a:cxnLst/>
                <a:rect l="l" t="t" r="r" b="b"/>
                <a:pathLst>
                  <a:path w="13441" h="5759" fill="none" extrusionOk="0">
                    <a:moveTo>
                      <a:pt x="1" y="1"/>
                    </a:moveTo>
                    <a:lnTo>
                      <a:pt x="13440" y="575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10155;p71">
                <a:extLst>
                  <a:ext uri="{FF2B5EF4-FFF2-40B4-BE49-F238E27FC236}">
                    <a16:creationId xmlns:a16="http://schemas.microsoft.com/office/drawing/2014/main" id="{4E7153CA-294B-C94F-5BEB-B6BBE9634432}"/>
                  </a:ext>
                </a:extLst>
              </p:cNvPr>
              <p:cNvSpPr/>
              <p:nvPr/>
            </p:nvSpPr>
            <p:spPr>
              <a:xfrm>
                <a:off x="4501246" y="3223252"/>
                <a:ext cx="46435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5904" h="11420" fill="none" extrusionOk="0">
                    <a:moveTo>
                      <a:pt x="0" y="11420"/>
                    </a:moveTo>
                    <a:lnTo>
                      <a:pt x="590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10156;p71">
                <a:extLst>
                  <a:ext uri="{FF2B5EF4-FFF2-40B4-BE49-F238E27FC236}">
                    <a16:creationId xmlns:a16="http://schemas.microsoft.com/office/drawing/2014/main" id="{A59B27A9-CCFD-27FF-CFDD-D81AEB8B6D1C}"/>
                  </a:ext>
                </a:extLst>
              </p:cNvPr>
              <p:cNvSpPr/>
              <p:nvPr/>
            </p:nvSpPr>
            <p:spPr>
              <a:xfrm>
                <a:off x="4459671" y="3104231"/>
                <a:ext cx="58421" cy="84966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10803" fill="none" extrusionOk="0">
                    <a:moveTo>
                      <a:pt x="0" y="10803"/>
                    </a:moveTo>
                    <a:lnTo>
                      <a:pt x="7428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10157;p71">
                <a:extLst>
                  <a:ext uri="{FF2B5EF4-FFF2-40B4-BE49-F238E27FC236}">
                    <a16:creationId xmlns:a16="http://schemas.microsoft.com/office/drawing/2014/main" id="{EE39E16B-6CF1-F7B5-CAE9-DBB978866EDD}"/>
                  </a:ext>
                </a:extLst>
              </p:cNvPr>
              <p:cNvSpPr/>
              <p:nvPr/>
            </p:nvSpPr>
            <p:spPr>
              <a:xfrm>
                <a:off x="4459671" y="3189189"/>
                <a:ext cx="86586" cy="36737"/>
              </a:xfrm>
              <a:custGeom>
                <a:avLst/>
                <a:gdLst/>
                <a:ahLst/>
                <a:cxnLst/>
                <a:rect l="l" t="t" r="r" b="b"/>
                <a:pathLst>
                  <a:path w="11009" h="4671" fill="none" extrusionOk="0">
                    <a:moveTo>
                      <a:pt x="0" y="1"/>
                    </a:moveTo>
                    <a:lnTo>
                      <a:pt x="11008" y="467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" name="Google Shape;10160;p71">
              <a:extLst>
                <a:ext uri="{FF2B5EF4-FFF2-40B4-BE49-F238E27FC236}">
                  <a16:creationId xmlns:a16="http://schemas.microsoft.com/office/drawing/2014/main" id="{DA5C5CA2-AA1A-21BE-88D0-2F33873F30B8}"/>
                </a:ext>
              </a:extLst>
            </p:cNvPr>
            <p:cNvSpPr/>
            <p:nvPr/>
          </p:nvSpPr>
          <p:spPr>
            <a:xfrm rot="19800000">
              <a:off x="2705414" y="1100798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9EA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163;p71">
              <a:extLst>
                <a:ext uri="{FF2B5EF4-FFF2-40B4-BE49-F238E27FC236}">
                  <a16:creationId xmlns:a16="http://schemas.microsoft.com/office/drawing/2014/main" id="{EAE41B31-33F4-8837-C2E3-CC5495176E2C}"/>
                </a:ext>
              </a:extLst>
            </p:cNvPr>
            <p:cNvSpPr/>
            <p:nvPr/>
          </p:nvSpPr>
          <p:spPr>
            <a:xfrm rot="19800000">
              <a:off x="-364115" y="1158621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0"/>
                  </a:moveTo>
                  <a:cubicBezTo>
                    <a:pt x="363" y="0"/>
                    <a:pt x="0" y="375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5"/>
                    <a:pt x="1282" y="0"/>
                    <a:pt x="823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166;p71">
              <a:extLst>
                <a:ext uri="{FF2B5EF4-FFF2-40B4-BE49-F238E27FC236}">
                  <a16:creationId xmlns:a16="http://schemas.microsoft.com/office/drawing/2014/main" id="{ED773787-A43F-2D39-ACED-706E4BC3A6C3}"/>
                </a:ext>
              </a:extLst>
            </p:cNvPr>
            <p:cNvSpPr/>
            <p:nvPr/>
          </p:nvSpPr>
          <p:spPr>
            <a:xfrm rot="19800000">
              <a:off x="-807913" y="127294"/>
              <a:ext cx="97670" cy="97730"/>
            </a:xfrm>
            <a:custGeom>
              <a:avLst/>
              <a:gdLst/>
              <a:ahLst/>
              <a:cxnLst/>
              <a:rect l="l" t="t" r="r" b="b"/>
              <a:pathLst>
                <a:path w="1658" h="1659" extrusionOk="0">
                  <a:moveTo>
                    <a:pt x="823" y="1"/>
                  </a:moveTo>
                  <a:cubicBezTo>
                    <a:pt x="363" y="1"/>
                    <a:pt x="0" y="364"/>
                    <a:pt x="0" y="824"/>
                  </a:cubicBezTo>
                  <a:cubicBezTo>
                    <a:pt x="0" y="1283"/>
                    <a:pt x="363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169;p71">
              <a:extLst>
                <a:ext uri="{FF2B5EF4-FFF2-40B4-BE49-F238E27FC236}">
                  <a16:creationId xmlns:a16="http://schemas.microsoft.com/office/drawing/2014/main" id="{CBCD519A-B075-66BC-6DD3-1129B3C08C6E}"/>
                </a:ext>
              </a:extLst>
            </p:cNvPr>
            <p:cNvSpPr/>
            <p:nvPr/>
          </p:nvSpPr>
          <p:spPr>
            <a:xfrm rot="19800000">
              <a:off x="1962647" y="1012612"/>
              <a:ext cx="97730" cy="97670"/>
            </a:xfrm>
            <a:custGeom>
              <a:avLst/>
              <a:gdLst/>
              <a:ahLst/>
              <a:cxnLst/>
              <a:rect l="l" t="t" r="r" b="b"/>
              <a:pathLst>
                <a:path w="1659" h="1658" extrusionOk="0">
                  <a:moveTo>
                    <a:pt x="835" y="0"/>
                  </a:moveTo>
                  <a:cubicBezTo>
                    <a:pt x="376" y="0"/>
                    <a:pt x="1" y="363"/>
                    <a:pt x="1" y="823"/>
                  </a:cubicBezTo>
                  <a:cubicBezTo>
                    <a:pt x="1" y="1282"/>
                    <a:pt x="376" y="1657"/>
                    <a:pt x="835" y="1657"/>
                  </a:cubicBezTo>
                  <a:cubicBezTo>
                    <a:pt x="1295" y="1657"/>
                    <a:pt x="1658" y="1282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172;p71">
              <a:extLst>
                <a:ext uri="{FF2B5EF4-FFF2-40B4-BE49-F238E27FC236}">
                  <a16:creationId xmlns:a16="http://schemas.microsoft.com/office/drawing/2014/main" id="{E4AD0B7C-9C2A-7EAA-F0A9-FF446EA81BE8}"/>
                </a:ext>
              </a:extLst>
            </p:cNvPr>
            <p:cNvSpPr/>
            <p:nvPr/>
          </p:nvSpPr>
          <p:spPr>
            <a:xfrm rot="19800000">
              <a:off x="1551344" y="1646573"/>
              <a:ext cx="97730" cy="97730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76" y="1"/>
                    <a:pt x="1" y="376"/>
                    <a:pt x="1" y="823"/>
                  </a:cubicBezTo>
                  <a:cubicBezTo>
                    <a:pt x="1" y="1283"/>
                    <a:pt x="376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175;p71">
              <a:extLst>
                <a:ext uri="{FF2B5EF4-FFF2-40B4-BE49-F238E27FC236}">
                  <a16:creationId xmlns:a16="http://schemas.microsoft.com/office/drawing/2014/main" id="{A6911705-D9FD-80F5-B6AC-18495626EDC5}"/>
                </a:ext>
              </a:extLst>
            </p:cNvPr>
            <p:cNvSpPr/>
            <p:nvPr/>
          </p:nvSpPr>
          <p:spPr>
            <a:xfrm rot="19800000">
              <a:off x="1126106" y="2397778"/>
              <a:ext cx="97730" cy="97731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64" y="1"/>
                    <a:pt x="1" y="364"/>
                    <a:pt x="1" y="824"/>
                  </a:cubicBezTo>
                  <a:cubicBezTo>
                    <a:pt x="1" y="1283"/>
                    <a:pt x="364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181;p71">
              <a:extLst>
                <a:ext uri="{FF2B5EF4-FFF2-40B4-BE49-F238E27FC236}">
                  <a16:creationId xmlns:a16="http://schemas.microsoft.com/office/drawing/2014/main" id="{141D123D-96C4-F6CF-6F53-8CAB520C309E}"/>
                </a:ext>
              </a:extLst>
            </p:cNvPr>
            <p:cNvSpPr/>
            <p:nvPr/>
          </p:nvSpPr>
          <p:spPr>
            <a:xfrm rot="19800000">
              <a:off x="1915607" y="-5958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1"/>
                  </a:moveTo>
                  <a:cubicBezTo>
                    <a:pt x="363" y="1"/>
                    <a:pt x="0" y="376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6"/>
                    <a:pt x="1282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0184;p71">
              <a:extLst>
                <a:ext uri="{FF2B5EF4-FFF2-40B4-BE49-F238E27FC236}">
                  <a16:creationId xmlns:a16="http://schemas.microsoft.com/office/drawing/2014/main" id="{3A558832-89BD-D3BB-D9D9-ADE5CCC5F1BA}"/>
                </a:ext>
              </a:extLst>
            </p:cNvPr>
            <p:cNvSpPr/>
            <p:nvPr/>
          </p:nvSpPr>
          <p:spPr>
            <a:xfrm rot="19800000">
              <a:off x="995685" y="161343"/>
              <a:ext cx="57021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187;p71">
              <a:extLst>
                <a:ext uri="{FF2B5EF4-FFF2-40B4-BE49-F238E27FC236}">
                  <a16:creationId xmlns:a16="http://schemas.microsoft.com/office/drawing/2014/main" id="{368FD8C9-9B5B-B960-D0C1-95257A772791}"/>
                </a:ext>
              </a:extLst>
            </p:cNvPr>
            <p:cNvSpPr/>
            <p:nvPr/>
          </p:nvSpPr>
          <p:spPr>
            <a:xfrm rot="19800000">
              <a:off x="99074" y="402104"/>
              <a:ext cx="88926" cy="88926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0"/>
                  </a:moveTo>
                  <a:cubicBezTo>
                    <a:pt x="218" y="0"/>
                    <a:pt x="1" y="218"/>
                    <a:pt x="1" y="484"/>
                  </a:cubicBezTo>
                  <a:cubicBezTo>
                    <a:pt x="1" y="750"/>
                    <a:pt x="218" y="968"/>
                    <a:pt x="484" y="968"/>
                  </a:cubicBezTo>
                  <a:cubicBezTo>
                    <a:pt x="751" y="968"/>
                    <a:pt x="968" y="750"/>
                    <a:pt x="968" y="484"/>
                  </a:cubicBezTo>
                  <a:cubicBezTo>
                    <a:pt x="968" y="218"/>
                    <a:pt x="751" y="0"/>
                    <a:pt x="484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0190;p71">
              <a:extLst>
                <a:ext uri="{FF2B5EF4-FFF2-40B4-BE49-F238E27FC236}">
                  <a16:creationId xmlns:a16="http://schemas.microsoft.com/office/drawing/2014/main" id="{8C8C89ED-AD80-7896-7CDE-A3939DB0B0E1}"/>
                </a:ext>
              </a:extLst>
            </p:cNvPr>
            <p:cNvSpPr/>
            <p:nvPr/>
          </p:nvSpPr>
          <p:spPr>
            <a:xfrm rot="19800000">
              <a:off x="834499" y="1168842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0193;p71">
              <a:extLst>
                <a:ext uri="{FF2B5EF4-FFF2-40B4-BE49-F238E27FC236}">
                  <a16:creationId xmlns:a16="http://schemas.microsoft.com/office/drawing/2014/main" id="{C800670E-0699-B3A0-72E9-232E9A6B935B}"/>
                </a:ext>
              </a:extLst>
            </p:cNvPr>
            <p:cNvSpPr/>
            <p:nvPr/>
          </p:nvSpPr>
          <p:spPr>
            <a:xfrm rot="19800000">
              <a:off x="582339" y="1646576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63"/>
                    <a:pt x="218" y="969"/>
                    <a:pt x="484" y="969"/>
                  </a:cubicBezTo>
                  <a:cubicBezTo>
                    <a:pt x="750" y="969"/>
                    <a:pt x="968" y="763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0196;p71">
              <a:extLst>
                <a:ext uri="{FF2B5EF4-FFF2-40B4-BE49-F238E27FC236}">
                  <a16:creationId xmlns:a16="http://schemas.microsoft.com/office/drawing/2014/main" id="{58156D34-6D2D-59CB-D184-9A3121AA3C36}"/>
                </a:ext>
              </a:extLst>
            </p:cNvPr>
            <p:cNvSpPr/>
            <p:nvPr/>
          </p:nvSpPr>
          <p:spPr>
            <a:xfrm rot="19800000">
              <a:off x="-94807" y="-498993"/>
              <a:ext cx="67036" cy="57493"/>
            </a:xfrm>
            <a:custGeom>
              <a:avLst/>
              <a:gdLst/>
              <a:ahLst/>
              <a:cxnLst/>
              <a:rect l="l" t="t" r="r" b="b"/>
              <a:pathLst>
                <a:path w="1138" h="976" extrusionOk="0">
                  <a:moveTo>
                    <a:pt x="654" y="0"/>
                  </a:moveTo>
                  <a:cubicBezTo>
                    <a:pt x="218" y="0"/>
                    <a:pt x="1" y="521"/>
                    <a:pt x="303" y="835"/>
                  </a:cubicBezTo>
                  <a:cubicBezTo>
                    <a:pt x="401" y="932"/>
                    <a:pt x="522" y="976"/>
                    <a:pt x="641" y="976"/>
                  </a:cubicBezTo>
                  <a:cubicBezTo>
                    <a:pt x="893" y="976"/>
                    <a:pt x="1138" y="783"/>
                    <a:pt x="1138" y="496"/>
                  </a:cubicBezTo>
                  <a:cubicBezTo>
                    <a:pt x="1138" y="218"/>
                    <a:pt x="920" y="12"/>
                    <a:pt x="654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0160;p71">
              <a:extLst>
                <a:ext uri="{FF2B5EF4-FFF2-40B4-BE49-F238E27FC236}">
                  <a16:creationId xmlns:a16="http://schemas.microsoft.com/office/drawing/2014/main" id="{893BD2D7-3EB4-A635-263C-9E04A8B778E3}"/>
                </a:ext>
              </a:extLst>
            </p:cNvPr>
            <p:cNvSpPr/>
            <p:nvPr/>
          </p:nvSpPr>
          <p:spPr>
            <a:xfrm rot="19800000">
              <a:off x="1058112" y="-916232"/>
              <a:ext cx="85459" cy="85459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9EA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Slide Number Placeholder 5">
            <a:extLst>
              <a:ext uri="{FF2B5EF4-FFF2-40B4-BE49-F238E27FC236}">
                <a16:creationId xmlns:a16="http://schemas.microsoft.com/office/drawing/2014/main" id="{CF6744E2-7335-79DA-8B5F-A74C25B8C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392" y="6356349"/>
            <a:ext cx="496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6BAA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801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No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Date Placeholder 3">
            <a:extLst>
              <a:ext uri="{FF2B5EF4-FFF2-40B4-BE49-F238E27FC236}">
                <a16:creationId xmlns:a16="http://schemas.microsoft.com/office/drawing/2014/main" id="{586D2D1A-FFCE-983C-3ECE-4B542418AB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03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120" name="Footer Placeholder 4">
            <a:extLst>
              <a:ext uri="{FF2B5EF4-FFF2-40B4-BE49-F238E27FC236}">
                <a16:creationId xmlns:a16="http://schemas.microsoft.com/office/drawing/2014/main" id="{B1C8F766-5009-C1C1-54C2-41F7AAD08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594" y="6356350"/>
            <a:ext cx="5752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E6761A4-8415-EB42-78AA-1E2F40E7D1B5}"/>
              </a:ext>
            </a:extLst>
          </p:cNvPr>
          <p:cNvSpPr/>
          <p:nvPr userDrawn="1"/>
        </p:nvSpPr>
        <p:spPr>
          <a:xfrm rot="5400000">
            <a:off x="10003690" y="5499441"/>
            <a:ext cx="863262" cy="1847462"/>
          </a:xfrm>
          <a:prstGeom prst="roundRect">
            <a:avLst>
              <a:gd name="adj" fmla="val 1413"/>
            </a:avLst>
          </a:prstGeom>
          <a:gradFill>
            <a:gsLst>
              <a:gs pos="0">
                <a:srgbClr val="2C73B9"/>
              </a:gs>
              <a:gs pos="100000">
                <a:srgbClr val="006BAA">
                  <a:alpha val="49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FC62B5-E43A-9FDB-04F3-9EB60A3E7E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0505"/>
          <a:stretch/>
        </p:blipFill>
        <p:spPr>
          <a:xfrm>
            <a:off x="9415872" y="4233612"/>
            <a:ext cx="2767824" cy="262438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E9970B-A3A9-6BFC-86B2-1B6A73F12C49}"/>
              </a:ext>
            </a:extLst>
          </p:cNvPr>
          <p:cNvSpPr/>
          <p:nvPr userDrawn="1"/>
        </p:nvSpPr>
        <p:spPr>
          <a:xfrm>
            <a:off x="10657950" y="3366092"/>
            <a:ext cx="1340548" cy="1340548"/>
          </a:xfrm>
          <a:prstGeom prst="roundRect">
            <a:avLst>
              <a:gd name="adj" fmla="val 1413"/>
            </a:avLst>
          </a:prstGeom>
          <a:gradFill>
            <a:gsLst>
              <a:gs pos="0">
                <a:srgbClr val="2C73B9"/>
              </a:gs>
              <a:gs pos="100000">
                <a:srgbClr val="006BAA">
                  <a:alpha val="49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113F20E5-E296-A169-42B7-A1568BE1024B}"/>
              </a:ext>
            </a:extLst>
          </p:cNvPr>
          <p:cNvSpPr>
            <a:spLocks/>
          </p:cNvSpPr>
          <p:nvPr userDrawn="1"/>
        </p:nvSpPr>
        <p:spPr>
          <a:xfrm>
            <a:off x="11115486" y="3197"/>
            <a:ext cx="1080000" cy="1332000"/>
          </a:xfrm>
          <a:prstGeom prst="round2SameRect">
            <a:avLst>
              <a:gd name="adj1" fmla="val 1710"/>
              <a:gd name="adj2" fmla="val 0"/>
            </a:avLst>
          </a:prstGeom>
          <a:gradFill>
            <a:gsLst>
              <a:gs pos="0">
                <a:srgbClr val="2C73B9"/>
              </a:gs>
              <a:gs pos="75000">
                <a:srgbClr val="006BAA">
                  <a:alpha val="49000"/>
                </a:srgbClr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CD5DF8C-8C6A-7513-E358-39549FC84E1F}"/>
              </a:ext>
            </a:extLst>
          </p:cNvPr>
          <p:cNvGrpSpPr/>
          <p:nvPr userDrawn="1"/>
        </p:nvGrpSpPr>
        <p:grpSpPr>
          <a:xfrm rot="16200000">
            <a:off x="9289523" y="1292710"/>
            <a:ext cx="2911792" cy="2751119"/>
            <a:chOff x="-807913" y="-916232"/>
            <a:chExt cx="3610997" cy="3411741"/>
          </a:xfrm>
        </p:grpSpPr>
        <p:grpSp>
          <p:nvGrpSpPr>
            <p:cNvPr id="7" name="Google Shape;10140;p71">
              <a:extLst>
                <a:ext uri="{FF2B5EF4-FFF2-40B4-BE49-F238E27FC236}">
                  <a16:creationId xmlns:a16="http://schemas.microsoft.com/office/drawing/2014/main" id="{FC5E0935-43C0-CE65-550A-A8AF22914950}"/>
                </a:ext>
              </a:extLst>
            </p:cNvPr>
            <p:cNvGrpSpPr/>
            <p:nvPr/>
          </p:nvGrpSpPr>
          <p:grpSpPr>
            <a:xfrm rot="19800000">
              <a:off x="-364573" y="-843616"/>
              <a:ext cx="2713896" cy="3143318"/>
              <a:chOff x="4293838" y="3078639"/>
              <a:chExt cx="269353" cy="311973"/>
            </a:xfrm>
          </p:grpSpPr>
          <p:sp>
            <p:nvSpPr>
              <p:cNvPr id="21" name="Google Shape;10141;p71">
                <a:extLst>
                  <a:ext uri="{FF2B5EF4-FFF2-40B4-BE49-F238E27FC236}">
                    <a16:creationId xmlns:a16="http://schemas.microsoft.com/office/drawing/2014/main" id="{D03919DE-7E37-E990-4121-E8F911CB0E02}"/>
                  </a:ext>
                </a:extLst>
              </p:cNvPr>
              <p:cNvSpPr/>
              <p:nvPr/>
            </p:nvSpPr>
            <p:spPr>
              <a:xfrm>
                <a:off x="4293838" y="3078639"/>
                <a:ext cx="269353" cy="311973"/>
              </a:xfrm>
              <a:custGeom>
                <a:avLst/>
                <a:gdLst/>
                <a:ahLst/>
                <a:cxnLst/>
                <a:rect l="l" t="t" r="r" b="b"/>
                <a:pathLst>
                  <a:path w="34247" h="39666" fill="none" extrusionOk="0">
                    <a:moveTo>
                      <a:pt x="13" y="16730"/>
                    </a:moveTo>
                    <a:lnTo>
                      <a:pt x="7162" y="27690"/>
                    </a:lnTo>
                    <a:lnTo>
                      <a:pt x="8480" y="39666"/>
                    </a:lnTo>
                    <a:lnTo>
                      <a:pt x="18182" y="34138"/>
                    </a:lnTo>
                    <a:lnTo>
                      <a:pt x="26371" y="29807"/>
                    </a:lnTo>
                    <a:cubicBezTo>
                      <a:pt x="26371" y="29807"/>
                      <a:pt x="33605" y="34694"/>
                      <a:pt x="33932" y="35456"/>
                    </a:cubicBezTo>
                    <a:cubicBezTo>
                      <a:pt x="34246" y="36218"/>
                      <a:pt x="32263" y="18388"/>
                      <a:pt x="32263" y="18388"/>
                    </a:cubicBezTo>
                    <a:lnTo>
                      <a:pt x="28428" y="2928"/>
                    </a:lnTo>
                    <a:lnTo>
                      <a:pt x="12932" y="1"/>
                    </a:lnTo>
                    <a:lnTo>
                      <a:pt x="1670" y="2650"/>
                    </a:lnTo>
                    <a:lnTo>
                      <a:pt x="0" y="17142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0142;p71">
                <a:extLst>
                  <a:ext uri="{FF2B5EF4-FFF2-40B4-BE49-F238E27FC236}">
                    <a16:creationId xmlns:a16="http://schemas.microsoft.com/office/drawing/2014/main" id="{E31EF308-A416-EF39-FBCB-572B3F403CF9}"/>
                  </a:ext>
                </a:extLst>
              </p:cNvPr>
              <p:cNvSpPr/>
              <p:nvPr/>
            </p:nvSpPr>
            <p:spPr>
              <a:xfrm>
                <a:off x="4306965" y="3099473"/>
                <a:ext cx="625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7949" h="8856" fill="none" extrusionOk="0">
                    <a:moveTo>
                      <a:pt x="1" y="1"/>
                    </a:moveTo>
                    <a:lnTo>
                      <a:pt x="7948" y="885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0143;p71">
                <a:extLst>
                  <a:ext uri="{FF2B5EF4-FFF2-40B4-BE49-F238E27FC236}">
                    <a16:creationId xmlns:a16="http://schemas.microsoft.com/office/drawing/2014/main" id="{7150BD29-EDB9-F3BB-3D47-46091BDEC101}"/>
                  </a:ext>
                </a:extLst>
              </p:cNvPr>
              <p:cNvSpPr/>
              <p:nvPr/>
            </p:nvSpPr>
            <p:spPr>
              <a:xfrm>
                <a:off x="4369476" y="3169118"/>
                <a:ext cx="26072" cy="98666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12545" fill="none" extrusionOk="0">
                    <a:moveTo>
                      <a:pt x="0" y="1"/>
                    </a:moveTo>
                    <a:lnTo>
                      <a:pt x="3315" y="12545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0144;p71">
                <a:extLst>
                  <a:ext uri="{FF2B5EF4-FFF2-40B4-BE49-F238E27FC236}">
                    <a16:creationId xmlns:a16="http://schemas.microsoft.com/office/drawing/2014/main" id="{05206295-7BAF-302F-322B-C1166BAB2E8E}"/>
                  </a:ext>
                </a:extLst>
              </p:cNvPr>
              <p:cNvSpPr/>
              <p:nvPr/>
            </p:nvSpPr>
            <p:spPr>
              <a:xfrm>
                <a:off x="4399347" y="3078639"/>
                <a:ext cx="60041" cy="110558"/>
              </a:xfrm>
              <a:custGeom>
                <a:avLst/>
                <a:gdLst/>
                <a:ahLst/>
                <a:cxnLst/>
                <a:rect l="l" t="t" r="r" b="b"/>
                <a:pathLst>
                  <a:path w="7634" h="14057" fill="none" extrusionOk="0">
                    <a:moveTo>
                      <a:pt x="7634" y="14057"/>
                    </a:moveTo>
                    <a:lnTo>
                      <a:pt x="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0145;p71">
                <a:extLst>
                  <a:ext uri="{FF2B5EF4-FFF2-40B4-BE49-F238E27FC236}">
                    <a16:creationId xmlns:a16="http://schemas.microsoft.com/office/drawing/2014/main" id="{B5747244-1184-DB12-1E31-FF83064BD228}"/>
                  </a:ext>
                </a:extLst>
              </p:cNvPr>
              <p:cNvSpPr/>
              <p:nvPr/>
            </p:nvSpPr>
            <p:spPr>
              <a:xfrm>
                <a:off x="4373282" y="3169118"/>
                <a:ext cx="82299" cy="20079"/>
              </a:xfrm>
              <a:custGeom>
                <a:avLst/>
                <a:gdLst/>
                <a:ahLst/>
                <a:cxnLst/>
                <a:rect l="l" t="t" r="r" b="b"/>
                <a:pathLst>
                  <a:path w="10464" h="2553" fill="none" extrusionOk="0">
                    <a:moveTo>
                      <a:pt x="0" y="1"/>
                    </a:moveTo>
                    <a:lnTo>
                      <a:pt x="10464" y="2553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0146;p71">
                <a:extLst>
                  <a:ext uri="{FF2B5EF4-FFF2-40B4-BE49-F238E27FC236}">
                    <a16:creationId xmlns:a16="http://schemas.microsoft.com/office/drawing/2014/main" id="{D96E5DD0-88FD-D095-8F7C-F07D45C701E5}"/>
                  </a:ext>
                </a:extLst>
              </p:cNvPr>
              <p:cNvSpPr/>
              <p:nvPr/>
            </p:nvSpPr>
            <p:spPr>
              <a:xfrm>
                <a:off x="4369476" y="3078639"/>
                <a:ext cx="2987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11505" fill="none" extrusionOk="0">
                    <a:moveTo>
                      <a:pt x="0" y="11505"/>
                    </a:moveTo>
                    <a:lnTo>
                      <a:pt x="3799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0147;p71">
                <a:extLst>
                  <a:ext uri="{FF2B5EF4-FFF2-40B4-BE49-F238E27FC236}">
                    <a16:creationId xmlns:a16="http://schemas.microsoft.com/office/drawing/2014/main" id="{621E37D1-EC0E-510D-C732-5C8750271A21}"/>
                  </a:ext>
                </a:extLst>
              </p:cNvPr>
              <p:cNvSpPr/>
              <p:nvPr/>
            </p:nvSpPr>
            <p:spPr>
              <a:xfrm>
                <a:off x="4293932" y="3169118"/>
                <a:ext cx="75551" cy="41110"/>
              </a:xfrm>
              <a:custGeom>
                <a:avLst/>
                <a:gdLst/>
                <a:ahLst/>
                <a:cxnLst/>
                <a:rect l="l" t="t" r="r" b="b"/>
                <a:pathLst>
                  <a:path w="9606" h="5227" fill="none" extrusionOk="0">
                    <a:moveTo>
                      <a:pt x="1" y="5226"/>
                    </a:moveTo>
                    <a:lnTo>
                      <a:pt x="9605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0148;p71">
                <a:extLst>
                  <a:ext uri="{FF2B5EF4-FFF2-40B4-BE49-F238E27FC236}">
                    <a16:creationId xmlns:a16="http://schemas.microsoft.com/office/drawing/2014/main" id="{97F2125D-04A0-30C8-F82C-A8C377CB6383}"/>
                  </a:ext>
                </a:extLst>
              </p:cNvPr>
              <p:cNvSpPr/>
              <p:nvPr/>
            </p:nvSpPr>
            <p:spPr>
              <a:xfrm>
                <a:off x="4350159" y="3267776"/>
                <a:ext cx="45389" cy="27032"/>
              </a:xfrm>
              <a:custGeom>
                <a:avLst/>
                <a:gdLst/>
                <a:ahLst/>
                <a:cxnLst/>
                <a:rect l="l" t="t" r="r" b="b"/>
                <a:pathLst>
                  <a:path w="5771" h="3437" fill="none" extrusionOk="0">
                    <a:moveTo>
                      <a:pt x="1" y="3436"/>
                    </a:moveTo>
                    <a:lnTo>
                      <a:pt x="577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0149;p71">
                <a:extLst>
                  <a:ext uri="{FF2B5EF4-FFF2-40B4-BE49-F238E27FC236}">
                    <a16:creationId xmlns:a16="http://schemas.microsoft.com/office/drawing/2014/main" id="{BEC9B72E-50AE-054F-E778-74AD686761E6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38830" cy="76031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9667" fill="none" extrusionOk="0">
                    <a:moveTo>
                      <a:pt x="1" y="1"/>
                    </a:moveTo>
                    <a:lnTo>
                      <a:pt x="4936" y="966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0150;p71">
                <a:extLst>
                  <a:ext uri="{FF2B5EF4-FFF2-40B4-BE49-F238E27FC236}">
                    <a16:creationId xmlns:a16="http://schemas.microsoft.com/office/drawing/2014/main" id="{EDABA036-84EA-4D19-2431-C75F82D1869F}"/>
                  </a:ext>
                </a:extLst>
              </p:cNvPr>
              <p:cNvSpPr/>
              <p:nvPr/>
            </p:nvSpPr>
            <p:spPr>
              <a:xfrm>
                <a:off x="4360439" y="3267776"/>
                <a:ext cx="35109" cy="121978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15509" fill="none" extrusionOk="0">
                    <a:moveTo>
                      <a:pt x="0" y="15509"/>
                    </a:moveTo>
                    <a:lnTo>
                      <a:pt x="446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0151;p71">
                <a:extLst>
                  <a:ext uri="{FF2B5EF4-FFF2-40B4-BE49-F238E27FC236}">
                    <a16:creationId xmlns:a16="http://schemas.microsoft.com/office/drawing/2014/main" id="{0266040C-15BD-70B5-0DF5-BCF1F38A047B}"/>
                  </a:ext>
                </a:extLst>
              </p:cNvPr>
              <p:cNvSpPr/>
              <p:nvPr/>
            </p:nvSpPr>
            <p:spPr>
              <a:xfrm>
                <a:off x="4293932" y="3210220"/>
                <a:ext cx="101616" cy="57564"/>
              </a:xfrm>
              <a:custGeom>
                <a:avLst/>
                <a:gdLst/>
                <a:ahLst/>
                <a:cxnLst/>
                <a:rect l="l" t="t" r="r" b="b"/>
                <a:pathLst>
                  <a:path w="12920" h="7319" fill="none" extrusionOk="0">
                    <a:moveTo>
                      <a:pt x="1" y="0"/>
                    </a:moveTo>
                    <a:lnTo>
                      <a:pt x="12920" y="731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0152;p71">
                <a:extLst>
                  <a:ext uri="{FF2B5EF4-FFF2-40B4-BE49-F238E27FC236}">
                    <a16:creationId xmlns:a16="http://schemas.microsoft.com/office/drawing/2014/main" id="{9B2315C1-C45A-5ABB-9E31-EAC53C8CFA34}"/>
                  </a:ext>
                </a:extLst>
              </p:cNvPr>
              <p:cNvSpPr/>
              <p:nvPr/>
            </p:nvSpPr>
            <p:spPr>
              <a:xfrm>
                <a:off x="4395540" y="3186436"/>
                <a:ext cx="66420" cy="79735"/>
              </a:xfrm>
              <a:custGeom>
                <a:avLst/>
                <a:gdLst/>
                <a:ahLst/>
                <a:cxnLst/>
                <a:rect l="l" t="t" r="r" b="b"/>
                <a:pathLst>
                  <a:path w="8445" h="10138" fill="none" extrusionOk="0">
                    <a:moveTo>
                      <a:pt x="8444" y="0"/>
                    </a:moveTo>
                    <a:lnTo>
                      <a:pt x="1" y="10137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0153;p71">
                <a:extLst>
                  <a:ext uri="{FF2B5EF4-FFF2-40B4-BE49-F238E27FC236}">
                    <a16:creationId xmlns:a16="http://schemas.microsoft.com/office/drawing/2014/main" id="{9D558A6F-C382-C5EC-566F-A64143E07999}"/>
                  </a:ext>
                </a:extLst>
              </p:cNvPr>
              <p:cNvSpPr/>
              <p:nvPr/>
            </p:nvSpPr>
            <p:spPr>
              <a:xfrm>
                <a:off x="4459380" y="3189669"/>
                <a:ext cx="41873" cy="123402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690" fill="none" extrusionOk="0">
                    <a:moveTo>
                      <a:pt x="1" y="0"/>
                    </a:moveTo>
                    <a:lnTo>
                      <a:pt x="5323" y="1569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0154;p71">
                <a:extLst>
                  <a:ext uri="{FF2B5EF4-FFF2-40B4-BE49-F238E27FC236}">
                    <a16:creationId xmlns:a16="http://schemas.microsoft.com/office/drawing/2014/main" id="{10958FEB-3553-D482-DC90-671FEA6ADF9C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105713" cy="45295"/>
              </a:xfrm>
              <a:custGeom>
                <a:avLst/>
                <a:gdLst/>
                <a:ahLst/>
                <a:cxnLst/>
                <a:rect l="l" t="t" r="r" b="b"/>
                <a:pathLst>
                  <a:path w="13441" h="5759" fill="none" extrusionOk="0">
                    <a:moveTo>
                      <a:pt x="1" y="1"/>
                    </a:moveTo>
                    <a:lnTo>
                      <a:pt x="13440" y="575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0155;p71">
                <a:extLst>
                  <a:ext uri="{FF2B5EF4-FFF2-40B4-BE49-F238E27FC236}">
                    <a16:creationId xmlns:a16="http://schemas.microsoft.com/office/drawing/2014/main" id="{0425D9EC-39C5-EC0F-9026-43E474507DE9}"/>
                  </a:ext>
                </a:extLst>
              </p:cNvPr>
              <p:cNvSpPr/>
              <p:nvPr/>
            </p:nvSpPr>
            <p:spPr>
              <a:xfrm>
                <a:off x="4501246" y="3223252"/>
                <a:ext cx="46435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5904" h="11420" fill="none" extrusionOk="0">
                    <a:moveTo>
                      <a:pt x="0" y="11420"/>
                    </a:moveTo>
                    <a:lnTo>
                      <a:pt x="590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0156;p71">
                <a:extLst>
                  <a:ext uri="{FF2B5EF4-FFF2-40B4-BE49-F238E27FC236}">
                    <a16:creationId xmlns:a16="http://schemas.microsoft.com/office/drawing/2014/main" id="{41182712-7A20-E3A9-A2DA-E346343BDA23}"/>
                  </a:ext>
                </a:extLst>
              </p:cNvPr>
              <p:cNvSpPr/>
              <p:nvPr/>
            </p:nvSpPr>
            <p:spPr>
              <a:xfrm>
                <a:off x="4459671" y="3104231"/>
                <a:ext cx="58421" cy="84966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10803" fill="none" extrusionOk="0">
                    <a:moveTo>
                      <a:pt x="0" y="10803"/>
                    </a:moveTo>
                    <a:lnTo>
                      <a:pt x="7428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0157;p71">
                <a:extLst>
                  <a:ext uri="{FF2B5EF4-FFF2-40B4-BE49-F238E27FC236}">
                    <a16:creationId xmlns:a16="http://schemas.microsoft.com/office/drawing/2014/main" id="{A1089041-2369-41F4-EFE4-8ED3CFBEC050}"/>
                  </a:ext>
                </a:extLst>
              </p:cNvPr>
              <p:cNvSpPr/>
              <p:nvPr/>
            </p:nvSpPr>
            <p:spPr>
              <a:xfrm>
                <a:off x="4459671" y="3189189"/>
                <a:ext cx="86586" cy="36737"/>
              </a:xfrm>
              <a:custGeom>
                <a:avLst/>
                <a:gdLst/>
                <a:ahLst/>
                <a:cxnLst/>
                <a:rect l="l" t="t" r="r" b="b"/>
                <a:pathLst>
                  <a:path w="11009" h="4671" fill="none" extrusionOk="0">
                    <a:moveTo>
                      <a:pt x="0" y="1"/>
                    </a:moveTo>
                    <a:lnTo>
                      <a:pt x="11008" y="467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10160;p71">
              <a:extLst>
                <a:ext uri="{FF2B5EF4-FFF2-40B4-BE49-F238E27FC236}">
                  <a16:creationId xmlns:a16="http://schemas.microsoft.com/office/drawing/2014/main" id="{52AB5096-BAA2-E31D-A67A-46C1EF81D2CE}"/>
                </a:ext>
              </a:extLst>
            </p:cNvPr>
            <p:cNvSpPr/>
            <p:nvPr/>
          </p:nvSpPr>
          <p:spPr>
            <a:xfrm rot="19800000">
              <a:off x="2705414" y="1100798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9EA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163;p71">
              <a:extLst>
                <a:ext uri="{FF2B5EF4-FFF2-40B4-BE49-F238E27FC236}">
                  <a16:creationId xmlns:a16="http://schemas.microsoft.com/office/drawing/2014/main" id="{8D86B18F-E90B-A49C-4807-1E117BE0922A}"/>
                </a:ext>
              </a:extLst>
            </p:cNvPr>
            <p:cNvSpPr/>
            <p:nvPr/>
          </p:nvSpPr>
          <p:spPr>
            <a:xfrm rot="19800000">
              <a:off x="-364115" y="1158621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0"/>
                  </a:moveTo>
                  <a:cubicBezTo>
                    <a:pt x="363" y="0"/>
                    <a:pt x="0" y="375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5"/>
                    <a:pt x="1282" y="0"/>
                    <a:pt x="823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166;p71">
              <a:extLst>
                <a:ext uri="{FF2B5EF4-FFF2-40B4-BE49-F238E27FC236}">
                  <a16:creationId xmlns:a16="http://schemas.microsoft.com/office/drawing/2014/main" id="{A0D95C71-6B64-2D27-5E58-1F29ED138254}"/>
                </a:ext>
              </a:extLst>
            </p:cNvPr>
            <p:cNvSpPr/>
            <p:nvPr/>
          </p:nvSpPr>
          <p:spPr>
            <a:xfrm rot="19800000">
              <a:off x="-807913" y="127294"/>
              <a:ext cx="97670" cy="97730"/>
            </a:xfrm>
            <a:custGeom>
              <a:avLst/>
              <a:gdLst/>
              <a:ahLst/>
              <a:cxnLst/>
              <a:rect l="l" t="t" r="r" b="b"/>
              <a:pathLst>
                <a:path w="1658" h="1659" extrusionOk="0">
                  <a:moveTo>
                    <a:pt x="823" y="1"/>
                  </a:moveTo>
                  <a:cubicBezTo>
                    <a:pt x="363" y="1"/>
                    <a:pt x="0" y="364"/>
                    <a:pt x="0" y="824"/>
                  </a:cubicBezTo>
                  <a:cubicBezTo>
                    <a:pt x="0" y="1283"/>
                    <a:pt x="363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169;p71">
              <a:extLst>
                <a:ext uri="{FF2B5EF4-FFF2-40B4-BE49-F238E27FC236}">
                  <a16:creationId xmlns:a16="http://schemas.microsoft.com/office/drawing/2014/main" id="{4D265EB6-9C87-9FC6-9F3C-019BA9E03A3A}"/>
                </a:ext>
              </a:extLst>
            </p:cNvPr>
            <p:cNvSpPr/>
            <p:nvPr/>
          </p:nvSpPr>
          <p:spPr>
            <a:xfrm rot="19800000">
              <a:off x="1962647" y="1012612"/>
              <a:ext cx="97730" cy="97670"/>
            </a:xfrm>
            <a:custGeom>
              <a:avLst/>
              <a:gdLst/>
              <a:ahLst/>
              <a:cxnLst/>
              <a:rect l="l" t="t" r="r" b="b"/>
              <a:pathLst>
                <a:path w="1659" h="1658" extrusionOk="0">
                  <a:moveTo>
                    <a:pt x="835" y="0"/>
                  </a:moveTo>
                  <a:cubicBezTo>
                    <a:pt x="376" y="0"/>
                    <a:pt x="1" y="363"/>
                    <a:pt x="1" y="823"/>
                  </a:cubicBezTo>
                  <a:cubicBezTo>
                    <a:pt x="1" y="1282"/>
                    <a:pt x="376" y="1657"/>
                    <a:pt x="835" y="1657"/>
                  </a:cubicBezTo>
                  <a:cubicBezTo>
                    <a:pt x="1295" y="1657"/>
                    <a:pt x="1658" y="1282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172;p71">
              <a:extLst>
                <a:ext uri="{FF2B5EF4-FFF2-40B4-BE49-F238E27FC236}">
                  <a16:creationId xmlns:a16="http://schemas.microsoft.com/office/drawing/2014/main" id="{CD5E08AD-8EDF-64AB-F45B-DBA1F4FC5B93}"/>
                </a:ext>
              </a:extLst>
            </p:cNvPr>
            <p:cNvSpPr/>
            <p:nvPr/>
          </p:nvSpPr>
          <p:spPr>
            <a:xfrm rot="19800000">
              <a:off x="1551344" y="1646573"/>
              <a:ext cx="97730" cy="97730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76" y="1"/>
                    <a:pt x="1" y="376"/>
                    <a:pt x="1" y="823"/>
                  </a:cubicBezTo>
                  <a:cubicBezTo>
                    <a:pt x="1" y="1283"/>
                    <a:pt x="376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175;p71">
              <a:extLst>
                <a:ext uri="{FF2B5EF4-FFF2-40B4-BE49-F238E27FC236}">
                  <a16:creationId xmlns:a16="http://schemas.microsoft.com/office/drawing/2014/main" id="{291EA110-607E-3ECA-C204-9D000453CED2}"/>
                </a:ext>
              </a:extLst>
            </p:cNvPr>
            <p:cNvSpPr/>
            <p:nvPr/>
          </p:nvSpPr>
          <p:spPr>
            <a:xfrm rot="19800000">
              <a:off x="1126106" y="2397778"/>
              <a:ext cx="97730" cy="97731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64" y="1"/>
                    <a:pt x="1" y="364"/>
                    <a:pt x="1" y="824"/>
                  </a:cubicBezTo>
                  <a:cubicBezTo>
                    <a:pt x="1" y="1283"/>
                    <a:pt x="364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181;p71">
              <a:extLst>
                <a:ext uri="{FF2B5EF4-FFF2-40B4-BE49-F238E27FC236}">
                  <a16:creationId xmlns:a16="http://schemas.microsoft.com/office/drawing/2014/main" id="{03A9D5DF-ED5E-0E4D-87B1-B537B16DBF60}"/>
                </a:ext>
              </a:extLst>
            </p:cNvPr>
            <p:cNvSpPr/>
            <p:nvPr/>
          </p:nvSpPr>
          <p:spPr>
            <a:xfrm rot="19800000">
              <a:off x="1915607" y="-5958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1"/>
                  </a:moveTo>
                  <a:cubicBezTo>
                    <a:pt x="363" y="1"/>
                    <a:pt x="0" y="376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6"/>
                    <a:pt x="1282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184;p71">
              <a:extLst>
                <a:ext uri="{FF2B5EF4-FFF2-40B4-BE49-F238E27FC236}">
                  <a16:creationId xmlns:a16="http://schemas.microsoft.com/office/drawing/2014/main" id="{4A719029-9DCB-2FC1-335E-30FAA97B4B18}"/>
                </a:ext>
              </a:extLst>
            </p:cNvPr>
            <p:cNvSpPr/>
            <p:nvPr/>
          </p:nvSpPr>
          <p:spPr>
            <a:xfrm rot="19800000">
              <a:off x="995685" y="161343"/>
              <a:ext cx="57021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187;p71">
              <a:extLst>
                <a:ext uri="{FF2B5EF4-FFF2-40B4-BE49-F238E27FC236}">
                  <a16:creationId xmlns:a16="http://schemas.microsoft.com/office/drawing/2014/main" id="{E65A75F2-678D-45CF-8F49-B884AA229AA8}"/>
                </a:ext>
              </a:extLst>
            </p:cNvPr>
            <p:cNvSpPr/>
            <p:nvPr/>
          </p:nvSpPr>
          <p:spPr>
            <a:xfrm rot="19800000">
              <a:off x="99074" y="402104"/>
              <a:ext cx="88926" cy="88926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0"/>
                  </a:moveTo>
                  <a:cubicBezTo>
                    <a:pt x="218" y="0"/>
                    <a:pt x="1" y="218"/>
                    <a:pt x="1" y="484"/>
                  </a:cubicBezTo>
                  <a:cubicBezTo>
                    <a:pt x="1" y="750"/>
                    <a:pt x="218" y="968"/>
                    <a:pt x="484" y="968"/>
                  </a:cubicBezTo>
                  <a:cubicBezTo>
                    <a:pt x="751" y="968"/>
                    <a:pt x="968" y="750"/>
                    <a:pt x="968" y="484"/>
                  </a:cubicBezTo>
                  <a:cubicBezTo>
                    <a:pt x="968" y="218"/>
                    <a:pt x="751" y="0"/>
                    <a:pt x="484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190;p71">
              <a:extLst>
                <a:ext uri="{FF2B5EF4-FFF2-40B4-BE49-F238E27FC236}">
                  <a16:creationId xmlns:a16="http://schemas.microsoft.com/office/drawing/2014/main" id="{332D55DE-9321-E8AE-C159-99B59A081C48}"/>
                </a:ext>
              </a:extLst>
            </p:cNvPr>
            <p:cNvSpPr/>
            <p:nvPr/>
          </p:nvSpPr>
          <p:spPr>
            <a:xfrm rot="19800000">
              <a:off x="834499" y="1168842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193;p71">
              <a:extLst>
                <a:ext uri="{FF2B5EF4-FFF2-40B4-BE49-F238E27FC236}">
                  <a16:creationId xmlns:a16="http://schemas.microsoft.com/office/drawing/2014/main" id="{40E6B581-93C7-9C87-21BE-5B43076D8286}"/>
                </a:ext>
              </a:extLst>
            </p:cNvPr>
            <p:cNvSpPr/>
            <p:nvPr/>
          </p:nvSpPr>
          <p:spPr>
            <a:xfrm rot="19800000">
              <a:off x="582339" y="1646576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63"/>
                    <a:pt x="218" y="969"/>
                    <a:pt x="484" y="969"/>
                  </a:cubicBezTo>
                  <a:cubicBezTo>
                    <a:pt x="750" y="969"/>
                    <a:pt x="968" y="763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196;p71">
              <a:extLst>
                <a:ext uri="{FF2B5EF4-FFF2-40B4-BE49-F238E27FC236}">
                  <a16:creationId xmlns:a16="http://schemas.microsoft.com/office/drawing/2014/main" id="{6666E0EC-B661-9A7B-E658-605000B0D442}"/>
                </a:ext>
              </a:extLst>
            </p:cNvPr>
            <p:cNvSpPr/>
            <p:nvPr/>
          </p:nvSpPr>
          <p:spPr>
            <a:xfrm rot="19800000">
              <a:off x="-94807" y="-498993"/>
              <a:ext cx="67036" cy="57493"/>
            </a:xfrm>
            <a:custGeom>
              <a:avLst/>
              <a:gdLst/>
              <a:ahLst/>
              <a:cxnLst/>
              <a:rect l="l" t="t" r="r" b="b"/>
              <a:pathLst>
                <a:path w="1138" h="976" extrusionOk="0">
                  <a:moveTo>
                    <a:pt x="654" y="0"/>
                  </a:moveTo>
                  <a:cubicBezTo>
                    <a:pt x="218" y="0"/>
                    <a:pt x="1" y="521"/>
                    <a:pt x="303" y="835"/>
                  </a:cubicBezTo>
                  <a:cubicBezTo>
                    <a:pt x="401" y="932"/>
                    <a:pt x="522" y="976"/>
                    <a:pt x="641" y="976"/>
                  </a:cubicBezTo>
                  <a:cubicBezTo>
                    <a:pt x="893" y="976"/>
                    <a:pt x="1138" y="783"/>
                    <a:pt x="1138" y="496"/>
                  </a:cubicBezTo>
                  <a:cubicBezTo>
                    <a:pt x="1138" y="218"/>
                    <a:pt x="920" y="12"/>
                    <a:pt x="654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160;p71">
              <a:extLst>
                <a:ext uri="{FF2B5EF4-FFF2-40B4-BE49-F238E27FC236}">
                  <a16:creationId xmlns:a16="http://schemas.microsoft.com/office/drawing/2014/main" id="{5ACC6D0B-E166-1A2D-2AB4-27237283DA2F}"/>
                </a:ext>
              </a:extLst>
            </p:cNvPr>
            <p:cNvSpPr/>
            <p:nvPr/>
          </p:nvSpPr>
          <p:spPr>
            <a:xfrm rot="19800000">
              <a:off x="1058112" y="-916232"/>
              <a:ext cx="85459" cy="85459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9EA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77F350CA-0974-862E-FD15-F0523E45E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392" y="6356349"/>
            <a:ext cx="496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6BAA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872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Background">
    <p:bg>
      <p:bgPr>
        <a:solidFill>
          <a:srgbClr val="2C73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A0143B-51D0-9C44-E9E0-E4709760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249"/>
            <a:ext cx="10515600" cy="9310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16AF8E4-0933-EF82-6395-D83AC8237F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03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A3A2A89-E59B-E947-C442-E104E6742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594" y="6356350"/>
            <a:ext cx="5752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CD2DD-6697-B2CE-E51C-711254F9F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392" y="6356349"/>
            <a:ext cx="496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4322DF-2CBE-F7F2-B582-EBB993A297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0505"/>
          <a:stretch/>
        </p:blipFill>
        <p:spPr>
          <a:xfrm>
            <a:off x="9415872" y="4233612"/>
            <a:ext cx="2767824" cy="262438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CDA608B-DB29-4484-E1D7-335926AFC8FA}"/>
              </a:ext>
            </a:extLst>
          </p:cNvPr>
          <p:cNvGrpSpPr/>
          <p:nvPr userDrawn="1"/>
        </p:nvGrpSpPr>
        <p:grpSpPr>
          <a:xfrm rot="16200000">
            <a:off x="9289523" y="1292710"/>
            <a:ext cx="2911792" cy="2751119"/>
            <a:chOff x="-807913" y="-916232"/>
            <a:chExt cx="3610997" cy="3411741"/>
          </a:xfrm>
        </p:grpSpPr>
        <p:grpSp>
          <p:nvGrpSpPr>
            <p:cNvPr id="8" name="Google Shape;10140;p71">
              <a:extLst>
                <a:ext uri="{FF2B5EF4-FFF2-40B4-BE49-F238E27FC236}">
                  <a16:creationId xmlns:a16="http://schemas.microsoft.com/office/drawing/2014/main" id="{94E2F23E-A32E-2F1F-E6ED-C8724D7604DA}"/>
                </a:ext>
              </a:extLst>
            </p:cNvPr>
            <p:cNvGrpSpPr/>
            <p:nvPr/>
          </p:nvGrpSpPr>
          <p:grpSpPr>
            <a:xfrm rot="19800000">
              <a:off x="-364573" y="-843616"/>
              <a:ext cx="2713896" cy="3143318"/>
              <a:chOff x="4293838" y="3078639"/>
              <a:chExt cx="269353" cy="311973"/>
            </a:xfrm>
          </p:grpSpPr>
          <p:sp>
            <p:nvSpPr>
              <p:cNvPr id="54" name="Google Shape;10141;p71">
                <a:extLst>
                  <a:ext uri="{FF2B5EF4-FFF2-40B4-BE49-F238E27FC236}">
                    <a16:creationId xmlns:a16="http://schemas.microsoft.com/office/drawing/2014/main" id="{FE5AB8F9-2EFC-3E8C-1A77-5F0C06E53023}"/>
                  </a:ext>
                </a:extLst>
              </p:cNvPr>
              <p:cNvSpPr/>
              <p:nvPr/>
            </p:nvSpPr>
            <p:spPr>
              <a:xfrm>
                <a:off x="4293838" y="3078639"/>
                <a:ext cx="269353" cy="311973"/>
              </a:xfrm>
              <a:custGeom>
                <a:avLst/>
                <a:gdLst/>
                <a:ahLst/>
                <a:cxnLst/>
                <a:rect l="l" t="t" r="r" b="b"/>
                <a:pathLst>
                  <a:path w="34247" h="39666" fill="none" extrusionOk="0">
                    <a:moveTo>
                      <a:pt x="13" y="16730"/>
                    </a:moveTo>
                    <a:lnTo>
                      <a:pt x="7162" y="27690"/>
                    </a:lnTo>
                    <a:lnTo>
                      <a:pt x="8480" y="39666"/>
                    </a:lnTo>
                    <a:lnTo>
                      <a:pt x="18182" y="34138"/>
                    </a:lnTo>
                    <a:lnTo>
                      <a:pt x="26371" y="29807"/>
                    </a:lnTo>
                    <a:cubicBezTo>
                      <a:pt x="26371" y="29807"/>
                      <a:pt x="33605" y="34694"/>
                      <a:pt x="33932" y="35456"/>
                    </a:cubicBezTo>
                    <a:cubicBezTo>
                      <a:pt x="34246" y="36218"/>
                      <a:pt x="32263" y="18388"/>
                      <a:pt x="32263" y="18388"/>
                    </a:cubicBezTo>
                    <a:lnTo>
                      <a:pt x="28428" y="2928"/>
                    </a:lnTo>
                    <a:lnTo>
                      <a:pt x="12932" y="1"/>
                    </a:lnTo>
                    <a:lnTo>
                      <a:pt x="1670" y="2650"/>
                    </a:lnTo>
                    <a:lnTo>
                      <a:pt x="0" y="17142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0142;p71">
                <a:extLst>
                  <a:ext uri="{FF2B5EF4-FFF2-40B4-BE49-F238E27FC236}">
                    <a16:creationId xmlns:a16="http://schemas.microsoft.com/office/drawing/2014/main" id="{3CB0ED8D-6B97-67F6-5B43-8AC57D6229C3}"/>
                  </a:ext>
                </a:extLst>
              </p:cNvPr>
              <p:cNvSpPr/>
              <p:nvPr/>
            </p:nvSpPr>
            <p:spPr>
              <a:xfrm>
                <a:off x="4306965" y="3099473"/>
                <a:ext cx="625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7949" h="8856" fill="none" extrusionOk="0">
                    <a:moveTo>
                      <a:pt x="1" y="1"/>
                    </a:moveTo>
                    <a:lnTo>
                      <a:pt x="7948" y="885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0143;p71">
                <a:extLst>
                  <a:ext uri="{FF2B5EF4-FFF2-40B4-BE49-F238E27FC236}">
                    <a16:creationId xmlns:a16="http://schemas.microsoft.com/office/drawing/2014/main" id="{6FED35C4-96F0-6E5F-FC5E-C9AEAE4B95CF}"/>
                  </a:ext>
                </a:extLst>
              </p:cNvPr>
              <p:cNvSpPr/>
              <p:nvPr/>
            </p:nvSpPr>
            <p:spPr>
              <a:xfrm>
                <a:off x="4369476" y="3169118"/>
                <a:ext cx="26072" cy="98666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12545" fill="none" extrusionOk="0">
                    <a:moveTo>
                      <a:pt x="0" y="1"/>
                    </a:moveTo>
                    <a:lnTo>
                      <a:pt x="3315" y="12545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0144;p71">
                <a:extLst>
                  <a:ext uri="{FF2B5EF4-FFF2-40B4-BE49-F238E27FC236}">
                    <a16:creationId xmlns:a16="http://schemas.microsoft.com/office/drawing/2014/main" id="{EB51239A-F44C-8BC4-FB18-EC6C1994378A}"/>
                  </a:ext>
                </a:extLst>
              </p:cNvPr>
              <p:cNvSpPr/>
              <p:nvPr/>
            </p:nvSpPr>
            <p:spPr>
              <a:xfrm>
                <a:off x="4399347" y="3078639"/>
                <a:ext cx="60041" cy="110558"/>
              </a:xfrm>
              <a:custGeom>
                <a:avLst/>
                <a:gdLst/>
                <a:ahLst/>
                <a:cxnLst/>
                <a:rect l="l" t="t" r="r" b="b"/>
                <a:pathLst>
                  <a:path w="7634" h="14057" fill="none" extrusionOk="0">
                    <a:moveTo>
                      <a:pt x="7634" y="14057"/>
                    </a:moveTo>
                    <a:lnTo>
                      <a:pt x="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0145;p71">
                <a:extLst>
                  <a:ext uri="{FF2B5EF4-FFF2-40B4-BE49-F238E27FC236}">
                    <a16:creationId xmlns:a16="http://schemas.microsoft.com/office/drawing/2014/main" id="{9DE720ED-00DD-DD7C-ECF1-44380211D6C8}"/>
                  </a:ext>
                </a:extLst>
              </p:cNvPr>
              <p:cNvSpPr/>
              <p:nvPr/>
            </p:nvSpPr>
            <p:spPr>
              <a:xfrm>
                <a:off x="4373282" y="3169118"/>
                <a:ext cx="82299" cy="20079"/>
              </a:xfrm>
              <a:custGeom>
                <a:avLst/>
                <a:gdLst/>
                <a:ahLst/>
                <a:cxnLst/>
                <a:rect l="l" t="t" r="r" b="b"/>
                <a:pathLst>
                  <a:path w="10464" h="2553" fill="none" extrusionOk="0">
                    <a:moveTo>
                      <a:pt x="0" y="1"/>
                    </a:moveTo>
                    <a:lnTo>
                      <a:pt x="10464" y="2553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0146;p71">
                <a:extLst>
                  <a:ext uri="{FF2B5EF4-FFF2-40B4-BE49-F238E27FC236}">
                    <a16:creationId xmlns:a16="http://schemas.microsoft.com/office/drawing/2014/main" id="{8A94E9E6-1874-D019-81BB-0492656FFD68}"/>
                  </a:ext>
                </a:extLst>
              </p:cNvPr>
              <p:cNvSpPr/>
              <p:nvPr/>
            </p:nvSpPr>
            <p:spPr>
              <a:xfrm>
                <a:off x="4369476" y="3078639"/>
                <a:ext cx="2987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11505" fill="none" extrusionOk="0">
                    <a:moveTo>
                      <a:pt x="0" y="11505"/>
                    </a:moveTo>
                    <a:lnTo>
                      <a:pt x="3799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0147;p71">
                <a:extLst>
                  <a:ext uri="{FF2B5EF4-FFF2-40B4-BE49-F238E27FC236}">
                    <a16:creationId xmlns:a16="http://schemas.microsoft.com/office/drawing/2014/main" id="{12DB2468-CC97-0251-FC67-26825F06D835}"/>
                  </a:ext>
                </a:extLst>
              </p:cNvPr>
              <p:cNvSpPr/>
              <p:nvPr/>
            </p:nvSpPr>
            <p:spPr>
              <a:xfrm>
                <a:off x="4293932" y="3169118"/>
                <a:ext cx="75551" cy="41110"/>
              </a:xfrm>
              <a:custGeom>
                <a:avLst/>
                <a:gdLst/>
                <a:ahLst/>
                <a:cxnLst/>
                <a:rect l="l" t="t" r="r" b="b"/>
                <a:pathLst>
                  <a:path w="9606" h="5227" fill="none" extrusionOk="0">
                    <a:moveTo>
                      <a:pt x="1" y="5226"/>
                    </a:moveTo>
                    <a:lnTo>
                      <a:pt x="9605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0148;p71">
                <a:extLst>
                  <a:ext uri="{FF2B5EF4-FFF2-40B4-BE49-F238E27FC236}">
                    <a16:creationId xmlns:a16="http://schemas.microsoft.com/office/drawing/2014/main" id="{F427B981-91CE-B732-B39F-672C8FC3014C}"/>
                  </a:ext>
                </a:extLst>
              </p:cNvPr>
              <p:cNvSpPr/>
              <p:nvPr/>
            </p:nvSpPr>
            <p:spPr>
              <a:xfrm>
                <a:off x="4350159" y="3267776"/>
                <a:ext cx="45389" cy="27032"/>
              </a:xfrm>
              <a:custGeom>
                <a:avLst/>
                <a:gdLst/>
                <a:ahLst/>
                <a:cxnLst/>
                <a:rect l="l" t="t" r="r" b="b"/>
                <a:pathLst>
                  <a:path w="5771" h="3437" fill="none" extrusionOk="0">
                    <a:moveTo>
                      <a:pt x="1" y="3436"/>
                    </a:moveTo>
                    <a:lnTo>
                      <a:pt x="577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0149;p71">
                <a:extLst>
                  <a:ext uri="{FF2B5EF4-FFF2-40B4-BE49-F238E27FC236}">
                    <a16:creationId xmlns:a16="http://schemas.microsoft.com/office/drawing/2014/main" id="{A41662AC-BEFF-C2F9-E990-A469407AEF1A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38830" cy="76031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9667" fill="none" extrusionOk="0">
                    <a:moveTo>
                      <a:pt x="1" y="1"/>
                    </a:moveTo>
                    <a:lnTo>
                      <a:pt x="4936" y="966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0150;p71">
                <a:extLst>
                  <a:ext uri="{FF2B5EF4-FFF2-40B4-BE49-F238E27FC236}">
                    <a16:creationId xmlns:a16="http://schemas.microsoft.com/office/drawing/2014/main" id="{7AD69C6C-0063-F8EB-AF42-B76A1C283E42}"/>
                  </a:ext>
                </a:extLst>
              </p:cNvPr>
              <p:cNvSpPr/>
              <p:nvPr/>
            </p:nvSpPr>
            <p:spPr>
              <a:xfrm>
                <a:off x="4360439" y="3267776"/>
                <a:ext cx="35109" cy="121978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15509" fill="none" extrusionOk="0">
                    <a:moveTo>
                      <a:pt x="0" y="15509"/>
                    </a:moveTo>
                    <a:lnTo>
                      <a:pt x="446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10151;p71">
                <a:extLst>
                  <a:ext uri="{FF2B5EF4-FFF2-40B4-BE49-F238E27FC236}">
                    <a16:creationId xmlns:a16="http://schemas.microsoft.com/office/drawing/2014/main" id="{DCBFF495-4817-D0F9-548A-0A3BCB63F1EB}"/>
                  </a:ext>
                </a:extLst>
              </p:cNvPr>
              <p:cNvSpPr/>
              <p:nvPr/>
            </p:nvSpPr>
            <p:spPr>
              <a:xfrm>
                <a:off x="4293932" y="3210220"/>
                <a:ext cx="101616" cy="57564"/>
              </a:xfrm>
              <a:custGeom>
                <a:avLst/>
                <a:gdLst/>
                <a:ahLst/>
                <a:cxnLst/>
                <a:rect l="l" t="t" r="r" b="b"/>
                <a:pathLst>
                  <a:path w="12920" h="7319" fill="none" extrusionOk="0">
                    <a:moveTo>
                      <a:pt x="1" y="0"/>
                    </a:moveTo>
                    <a:lnTo>
                      <a:pt x="12920" y="731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10152;p71">
                <a:extLst>
                  <a:ext uri="{FF2B5EF4-FFF2-40B4-BE49-F238E27FC236}">
                    <a16:creationId xmlns:a16="http://schemas.microsoft.com/office/drawing/2014/main" id="{F264F529-BFE9-D97D-ED32-A377005C9572}"/>
                  </a:ext>
                </a:extLst>
              </p:cNvPr>
              <p:cNvSpPr/>
              <p:nvPr/>
            </p:nvSpPr>
            <p:spPr>
              <a:xfrm>
                <a:off x="4395540" y="3186436"/>
                <a:ext cx="66420" cy="79735"/>
              </a:xfrm>
              <a:custGeom>
                <a:avLst/>
                <a:gdLst/>
                <a:ahLst/>
                <a:cxnLst/>
                <a:rect l="l" t="t" r="r" b="b"/>
                <a:pathLst>
                  <a:path w="8445" h="10138" fill="none" extrusionOk="0">
                    <a:moveTo>
                      <a:pt x="8444" y="0"/>
                    </a:moveTo>
                    <a:lnTo>
                      <a:pt x="1" y="10137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10153;p71">
                <a:extLst>
                  <a:ext uri="{FF2B5EF4-FFF2-40B4-BE49-F238E27FC236}">
                    <a16:creationId xmlns:a16="http://schemas.microsoft.com/office/drawing/2014/main" id="{85369CF2-E133-566B-09C9-9B9A32ED5569}"/>
                  </a:ext>
                </a:extLst>
              </p:cNvPr>
              <p:cNvSpPr/>
              <p:nvPr/>
            </p:nvSpPr>
            <p:spPr>
              <a:xfrm>
                <a:off x="4459380" y="3189669"/>
                <a:ext cx="41873" cy="123402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690" fill="none" extrusionOk="0">
                    <a:moveTo>
                      <a:pt x="1" y="0"/>
                    </a:moveTo>
                    <a:lnTo>
                      <a:pt x="5323" y="1569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0154;p71">
                <a:extLst>
                  <a:ext uri="{FF2B5EF4-FFF2-40B4-BE49-F238E27FC236}">
                    <a16:creationId xmlns:a16="http://schemas.microsoft.com/office/drawing/2014/main" id="{46F7FC8C-315E-128D-7335-3A1F4AE35E92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105713" cy="45295"/>
              </a:xfrm>
              <a:custGeom>
                <a:avLst/>
                <a:gdLst/>
                <a:ahLst/>
                <a:cxnLst/>
                <a:rect l="l" t="t" r="r" b="b"/>
                <a:pathLst>
                  <a:path w="13441" h="5759" fill="none" extrusionOk="0">
                    <a:moveTo>
                      <a:pt x="1" y="1"/>
                    </a:moveTo>
                    <a:lnTo>
                      <a:pt x="13440" y="575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10155;p71">
                <a:extLst>
                  <a:ext uri="{FF2B5EF4-FFF2-40B4-BE49-F238E27FC236}">
                    <a16:creationId xmlns:a16="http://schemas.microsoft.com/office/drawing/2014/main" id="{783B8903-22AD-A19E-F9E4-9A9D04D8C942}"/>
                  </a:ext>
                </a:extLst>
              </p:cNvPr>
              <p:cNvSpPr/>
              <p:nvPr/>
            </p:nvSpPr>
            <p:spPr>
              <a:xfrm>
                <a:off x="4501246" y="3223252"/>
                <a:ext cx="46435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5904" h="11420" fill="none" extrusionOk="0">
                    <a:moveTo>
                      <a:pt x="0" y="11420"/>
                    </a:moveTo>
                    <a:lnTo>
                      <a:pt x="590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10156;p71">
                <a:extLst>
                  <a:ext uri="{FF2B5EF4-FFF2-40B4-BE49-F238E27FC236}">
                    <a16:creationId xmlns:a16="http://schemas.microsoft.com/office/drawing/2014/main" id="{80F272A0-2050-ADE0-058F-0A55BDF33442}"/>
                  </a:ext>
                </a:extLst>
              </p:cNvPr>
              <p:cNvSpPr/>
              <p:nvPr/>
            </p:nvSpPr>
            <p:spPr>
              <a:xfrm>
                <a:off x="4459671" y="3104231"/>
                <a:ext cx="58421" cy="84966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10803" fill="none" extrusionOk="0">
                    <a:moveTo>
                      <a:pt x="0" y="10803"/>
                    </a:moveTo>
                    <a:lnTo>
                      <a:pt x="7428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10157;p71">
                <a:extLst>
                  <a:ext uri="{FF2B5EF4-FFF2-40B4-BE49-F238E27FC236}">
                    <a16:creationId xmlns:a16="http://schemas.microsoft.com/office/drawing/2014/main" id="{A01F4D07-32AC-DC4C-39DF-73A196869067}"/>
                  </a:ext>
                </a:extLst>
              </p:cNvPr>
              <p:cNvSpPr/>
              <p:nvPr/>
            </p:nvSpPr>
            <p:spPr>
              <a:xfrm>
                <a:off x="4459671" y="3189189"/>
                <a:ext cx="86586" cy="36737"/>
              </a:xfrm>
              <a:custGeom>
                <a:avLst/>
                <a:gdLst/>
                <a:ahLst/>
                <a:cxnLst/>
                <a:rect l="l" t="t" r="r" b="b"/>
                <a:pathLst>
                  <a:path w="11009" h="4671" fill="none" extrusionOk="0">
                    <a:moveTo>
                      <a:pt x="0" y="1"/>
                    </a:moveTo>
                    <a:lnTo>
                      <a:pt x="11008" y="467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" name="Google Shape;10160;p71">
              <a:extLst>
                <a:ext uri="{FF2B5EF4-FFF2-40B4-BE49-F238E27FC236}">
                  <a16:creationId xmlns:a16="http://schemas.microsoft.com/office/drawing/2014/main" id="{DC56C6FA-3E15-B311-3E7E-E81DE4A64F2C}"/>
                </a:ext>
              </a:extLst>
            </p:cNvPr>
            <p:cNvSpPr/>
            <p:nvPr/>
          </p:nvSpPr>
          <p:spPr>
            <a:xfrm rot="19800000">
              <a:off x="2705414" y="1100798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9EA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0163;p71">
              <a:extLst>
                <a:ext uri="{FF2B5EF4-FFF2-40B4-BE49-F238E27FC236}">
                  <a16:creationId xmlns:a16="http://schemas.microsoft.com/office/drawing/2014/main" id="{E018D3CA-80CA-98E2-0943-3ADEBF92C9BC}"/>
                </a:ext>
              </a:extLst>
            </p:cNvPr>
            <p:cNvSpPr/>
            <p:nvPr/>
          </p:nvSpPr>
          <p:spPr>
            <a:xfrm rot="19800000">
              <a:off x="-364115" y="1158621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0"/>
                  </a:moveTo>
                  <a:cubicBezTo>
                    <a:pt x="363" y="0"/>
                    <a:pt x="0" y="375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5"/>
                    <a:pt x="1282" y="0"/>
                    <a:pt x="823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0166;p71">
              <a:extLst>
                <a:ext uri="{FF2B5EF4-FFF2-40B4-BE49-F238E27FC236}">
                  <a16:creationId xmlns:a16="http://schemas.microsoft.com/office/drawing/2014/main" id="{774B7FE2-0834-8B4D-1BD8-D7D262D80CED}"/>
                </a:ext>
              </a:extLst>
            </p:cNvPr>
            <p:cNvSpPr/>
            <p:nvPr/>
          </p:nvSpPr>
          <p:spPr>
            <a:xfrm rot="19800000">
              <a:off x="-807913" y="127294"/>
              <a:ext cx="97670" cy="97730"/>
            </a:xfrm>
            <a:custGeom>
              <a:avLst/>
              <a:gdLst/>
              <a:ahLst/>
              <a:cxnLst/>
              <a:rect l="l" t="t" r="r" b="b"/>
              <a:pathLst>
                <a:path w="1658" h="1659" extrusionOk="0">
                  <a:moveTo>
                    <a:pt x="823" y="1"/>
                  </a:moveTo>
                  <a:cubicBezTo>
                    <a:pt x="363" y="1"/>
                    <a:pt x="0" y="364"/>
                    <a:pt x="0" y="824"/>
                  </a:cubicBezTo>
                  <a:cubicBezTo>
                    <a:pt x="0" y="1283"/>
                    <a:pt x="363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0169;p71">
              <a:extLst>
                <a:ext uri="{FF2B5EF4-FFF2-40B4-BE49-F238E27FC236}">
                  <a16:creationId xmlns:a16="http://schemas.microsoft.com/office/drawing/2014/main" id="{7CD02EFA-AD4F-81D2-B5DC-04407229F477}"/>
                </a:ext>
              </a:extLst>
            </p:cNvPr>
            <p:cNvSpPr/>
            <p:nvPr/>
          </p:nvSpPr>
          <p:spPr>
            <a:xfrm rot="19800000">
              <a:off x="1962647" y="1012612"/>
              <a:ext cx="97730" cy="97670"/>
            </a:xfrm>
            <a:custGeom>
              <a:avLst/>
              <a:gdLst/>
              <a:ahLst/>
              <a:cxnLst/>
              <a:rect l="l" t="t" r="r" b="b"/>
              <a:pathLst>
                <a:path w="1659" h="1658" extrusionOk="0">
                  <a:moveTo>
                    <a:pt x="835" y="0"/>
                  </a:moveTo>
                  <a:cubicBezTo>
                    <a:pt x="376" y="0"/>
                    <a:pt x="1" y="363"/>
                    <a:pt x="1" y="823"/>
                  </a:cubicBezTo>
                  <a:cubicBezTo>
                    <a:pt x="1" y="1282"/>
                    <a:pt x="376" y="1657"/>
                    <a:pt x="835" y="1657"/>
                  </a:cubicBezTo>
                  <a:cubicBezTo>
                    <a:pt x="1295" y="1657"/>
                    <a:pt x="1658" y="1282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0172;p71">
              <a:extLst>
                <a:ext uri="{FF2B5EF4-FFF2-40B4-BE49-F238E27FC236}">
                  <a16:creationId xmlns:a16="http://schemas.microsoft.com/office/drawing/2014/main" id="{F030B7C7-08CC-A4A6-BB28-50CC9210C425}"/>
                </a:ext>
              </a:extLst>
            </p:cNvPr>
            <p:cNvSpPr/>
            <p:nvPr/>
          </p:nvSpPr>
          <p:spPr>
            <a:xfrm rot="19800000">
              <a:off x="1551344" y="1646573"/>
              <a:ext cx="97730" cy="97730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76" y="1"/>
                    <a:pt x="1" y="376"/>
                    <a:pt x="1" y="823"/>
                  </a:cubicBezTo>
                  <a:cubicBezTo>
                    <a:pt x="1" y="1283"/>
                    <a:pt x="376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175;p71">
              <a:extLst>
                <a:ext uri="{FF2B5EF4-FFF2-40B4-BE49-F238E27FC236}">
                  <a16:creationId xmlns:a16="http://schemas.microsoft.com/office/drawing/2014/main" id="{31458A8F-9927-5CC4-77CD-859270E8755E}"/>
                </a:ext>
              </a:extLst>
            </p:cNvPr>
            <p:cNvSpPr/>
            <p:nvPr/>
          </p:nvSpPr>
          <p:spPr>
            <a:xfrm rot="19800000">
              <a:off x="1126106" y="2397778"/>
              <a:ext cx="97730" cy="97731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64" y="1"/>
                    <a:pt x="1" y="364"/>
                    <a:pt x="1" y="824"/>
                  </a:cubicBezTo>
                  <a:cubicBezTo>
                    <a:pt x="1" y="1283"/>
                    <a:pt x="364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181;p71">
              <a:extLst>
                <a:ext uri="{FF2B5EF4-FFF2-40B4-BE49-F238E27FC236}">
                  <a16:creationId xmlns:a16="http://schemas.microsoft.com/office/drawing/2014/main" id="{FFC154B5-E733-0D70-7D37-A6C0129760CF}"/>
                </a:ext>
              </a:extLst>
            </p:cNvPr>
            <p:cNvSpPr/>
            <p:nvPr/>
          </p:nvSpPr>
          <p:spPr>
            <a:xfrm rot="19800000">
              <a:off x="1915607" y="-5958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1"/>
                  </a:moveTo>
                  <a:cubicBezTo>
                    <a:pt x="363" y="1"/>
                    <a:pt x="0" y="376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6"/>
                    <a:pt x="1282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184;p71">
              <a:extLst>
                <a:ext uri="{FF2B5EF4-FFF2-40B4-BE49-F238E27FC236}">
                  <a16:creationId xmlns:a16="http://schemas.microsoft.com/office/drawing/2014/main" id="{F9B3D63B-83BB-4DE0-A91A-C96B2A1ADF27}"/>
                </a:ext>
              </a:extLst>
            </p:cNvPr>
            <p:cNvSpPr/>
            <p:nvPr/>
          </p:nvSpPr>
          <p:spPr>
            <a:xfrm rot="19800000">
              <a:off x="995685" y="161343"/>
              <a:ext cx="57021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187;p71">
              <a:extLst>
                <a:ext uri="{FF2B5EF4-FFF2-40B4-BE49-F238E27FC236}">
                  <a16:creationId xmlns:a16="http://schemas.microsoft.com/office/drawing/2014/main" id="{176A87DB-0A7F-6FF8-E18E-673D38F4428F}"/>
                </a:ext>
              </a:extLst>
            </p:cNvPr>
            <p:cNvSpPr/>
            <p:nvPr/>
          </p:nvSpPr>
          <p:spPr>
            <a:xfrm rot="19800000">
              <a:off x="99074" y="402104"/>
              <a:ext cx="88926" cy="88926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0"/>
                  </a:moveTo>
                  <a:cubicBezTo>
                    <a:pt x="218" y="0"/>
                    <a:pt x="1" y="218"/>
                    <a:pt x="1" y="484"/>
                  </a:cubicBezTo>
                  <a:cubicBezTo>
                    <a:pt x="1" y="750"/>
                    <a:pt x="218" y="968"/>
                    <a:pt x="484" y="968"/>
                  </a:cubicBezTo>
                  <a:cubicBezTo>
                    <a:pt x="751" y="968"/>
                    <a:pt x="968" y="750"/>
                    <a:pt x="968" y="484"/>
                  </a:cubicBezTo>
                  <a:cubicBezTo>
                    <a:pt x="968" y="218"/>
                    <a:pt x="751" y="0"/>
                    <a:pt x="484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190;p71">
              <a:extLst>
                <a:ext uri="{FF2B5EF4-FFF2-40B4-BE49-F238E27FC236}">
                  <a16:creationId xmlns:a16="http://schemas.microsoft.com/office/drawing/2014/main" id="{A9475265-0F64-DEDF-BAD2-1376C26C5CB7}"/>
                </a:ext>
              </a:extLst>
            </p:cNvPr>
            <p:cNvSpPr/>
            <p:nvPr/>
          </p:nvSpPr>
          <p:spPr>
            <a:xfrm rot="19800000">
              <a:off x="834499" y="1168842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193;p71">
              <a:extLst>
                <a:ext uri="{FF2B5EF4-FFF2-40B4-BE49-F238E27FC236}">
                  <a16:creationId xmlns:a16="http://schemas.microsoft.com/office/drawing/2014/main" id="{3217BB75-B151-5CD6-201E-430E152E565D}"/>
                </a:ext>
              </a:extLst>
            </p:cNvPr>
            <p:cNvSpPr/>
            <p:nvPr/>
          </p:nvSpPr>
          <p:spPr>
            <a:xfrm rot="19800000">
              <a:off x="582339" y="1646576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63"/>
                    <a:pt x="218" y="969"/>
                    <a:pt x="484" y="969"/>
                  </a:cubicBezTo>
                  <a:cubicBezTo>
                    <a:pt x="750" y="969"/>
                    <a:pt x="968" y="763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196;p71">
              <a:extLst>
                <a:ext uri="{FF2B5EF4-FFF2-40B4-BE49-F238E27FC236}">
                  <a16:creationId xmlns:a16="http://schemas.microsoft.com/office/drawing/2014/main" id="{18253922-A29E-D374-FAE2-A5EE37A6B4D4}"/>
                </a:ext>
              </a:extLst>
            </p:cNvPr>
            <p:cNvSpPr/>
            <p:nvPr/>
          </p:nvSpPr>
          <p:spPr>
            <a:xfrm rot="19800000">
              <a:off x="-94807" y="-498993"/>
              <a:ext cx="67036" cy="57493"/>
            </a:xfrm>
            <a:custGeom>
              <a:avLst/>
              <a:gdLst/>
              <a:ahLst/>
              <a:cxnLst/>
              <a:rect l="l" t="t" r="r" b="b"/>
              <a:pathLst>
                <a:path w="1138" h="976" extrusionOk="0">
                  <a:moveTo>
                    <a:pt x="654" y="0"/>
                  </a:moveTo>
                  <a:cubicBezTo>
                    <a:pt x="218" y="0"/>
                    <a:pt x="1" y="521"/>
                    <a:pt x="303" y="835"/>
                  </a:cubicBezTo>
                  <a:cubicBezTo>
                    <a:pt x="401" y="932"/>
                    <a:pt x="522" y="976"/>
                    <a:pt x="641" y="976"/>
                  </a:cubicBezTo>
                  <a:cubicBezTo>
                    <a:pt x="893" y="976"/>
                    <a:pt x="1138" y="783"/>
                    <a:pt x="1138" y="496"/>
                  </a:cubicBezTo>
                  <a:cubicBezTo>
                    <a:pt x="1138" y="218"/>
                    <a:pt x="920" y="12"/>
                    <a:pt x="654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160;p71">
              <a:extLst>
                <a:ext uri="{FF2B5EF4-FFF2-40B4-BE49-F238E27FC236}">
                  <a16:creationId xmlns:a16="http://schemas.microsoft.com/office/drawing/2014/main" id="{3CA5BA87-FA9A-7FE5-B50D-915D63A3F70C}"/>
                </a:ext>
              </a:extLst>
            </p:cNvPr>
            <p:cNvSpPr/>
            <p:nvPr/>
          </p:nvSpPr>
          <p:spPr>
            <a:xfrm rot="19800000">
              <a:off x="1058112" y="-916232"/>
              <a:ext cx="85459" cy="85459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9EA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43372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Horizontal_Hal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FE00369-F7E0-F5AA-D2F0-FF5F3ABA1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03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7A5CBB0-D624-3516-E7C2-B74682A3C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594" y="6356350"/>
            <a:ext cx="5752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4F7B25-67C0-D134-43A0-190303051326}"/>
              </a:ext>
            </a:extLst>
          </p:cNvPr>
          <p:cNvSpPr/>
          <p:nvPr userDrawn="1"/>
        </p:nvSpPr>
        <p:spPr>
          <a:xfrm>
            <a:off x="0" y="-85556"/>
            <a:ext cx="12192000" cy="3514556"/>
          </a:xfrm>
          <a:prstGeom prst="rect">
            <a:avLst/>
          </a:prstGeom>
          <a:solidFill>
            <a:srgbClr val="2C7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D247847-8ADA-3CD3-7A3A-94D6A09F917C}"/>
              </a:ext>
            </a:extLst>
          </p:cNvPr>
          <p:cNvSpPr txBox="1">
            <a:spLocks/>
          </p:cNvSpPr>
          <p:nvPr userDrawn="1"/>
        </p:nvSpPr>
        <p:spPr>
          <a:xfrm>
            <a:off x="11518392" y="6356349"/>
            <a:ext cx="496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rgbClr val="006BAA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8B43626-A90D-C3D3-BE1E-D6CDBBAB3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249"/>
            <a:ext cx="10515600" cy="9310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2AEF17-7890-D4C5-6FA5-EB395533E6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0505"/>
          <a:stretch/>
        </p:blipFill>
        <p:spPr>
          <a:xfrm>
            <a:off x="9415872" y="4233612"/>
            <a:ext cx="2767824" cy="262438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23EE174-6CA9-3527-B8F9-63A15493C516}"/>
              </a:ext>
            </a:extLst>
          </p:cNvPr>
          <p:cNvGrpSpPr/>
          <p:nvPr userDrawn="1"/>
        </p:nvGrpSpPr>
        <p:grpSpPr>
          <a:xfrm rot="16200000">
            <a:off x="9289523" y="1292710"/>
            <a:ext cx="2911792" cy="2751119"/>
            <a:chOff x="-807913" y="-916232"/>
            <a:chExt cx="3610997" cy="3411741"/>
          </a:xfrm>
        </p:grpSpPr>
        <p:grpSp>
          <p:nvGrpSpPr>
            <p:cNvPr id="10" name="Google Shape;10140;p71">
              <a:extLst>
                <a:ext uri="{FF2B5EF4-FFF2-40B4-BE49-F238E27FC236}">
                  <a16:creationId xmlns:a16="http://schemas.microsoft.com/office/drawing/2014/main" id="{425D2856-9744-F16C-9E49-B139831CD941}"/>
                </a:ext>
              </a:extLst>
            </p:cNvPr>
            <p:cNvGrpSpPr/>
            <p:nvPr/>
          </p:nvGrpSpPr>
          <p:grpSpPr>
            <a:xfrm rot="19800000">
              <a:off x="-364573" y="-843616"/>
              <a:ext cx="2713896" cy="3143318"/>
              <a:chOff x="4293838" y="3078639"/>
              <a:chExt cx="269353" cy="311973"/>
            </a:xfrm>
          </p:grpSpPr>
          <p:sp>
            <p:nvSpPr>
              <p:cNvPr id="24" name="Google Shape;10141;p71">
                <a:extLst>
                  <a:ext uri="{FF2B5EF4-FFF2-40B4-BE49-F238E27FC236}">
                    <a16:creationId xmlns:a16="http://schemas.microsoft.com/office/drawing/2014/main" id="{22409358-C4E4-6E95-81BF-0F41D507C2F3}"/>
                  </a:ext>
                </a:extLst>
              </p:cNvPr>
              <p:cNvSpPr/>
              <p:nvPr/>
            </p:nvSpPr>
            <p:spPr>
              <a:xfrm>
                <a:off x="4293838" y="3078639"/>
                <a:ext cx="269353" cy="311973"/>
              </a:xfrm>
              <a:custGeom>
                <a:avLst/>
                <a:gdLst/>
                <a:ahLst/>
                <a:cxnLst/>
                <a:rect l="l" t="t" r="r" b="b"/>
                <a:pathLst>
                  <a:path w="34247" h="39666" fill="none" extrusionOk="0">
                    <a:moveTo>
                      <a:pt x="13" y="16730"/>
                    </a:moveTo>
                    <a:lnTo>
                      <a:pt x="7162" y="27690"/>
                    </a:lnTo>
                    <a:lnTo>
                      <a:pt x="8480" y="39666"/>
                    </a:lnTo>
                    <a:lnTo>
                      <a:pt x="18182" y="34138"/>
                    </a:lnTo>
                    <a:lnTo>
                      <a:pt x="26371" y="29807"/>
                    </a:lnTo>
                    <a:cubicBezTo>
                      <a:pt x="26371" y="29807"/>
                      <a:pt x="33605" y="34694"/>
                      <a:pt x="33932" y="35456"/>
                    </a:cubicBezTo>
                    <a:cubicBezTo>
                      <a:pt x="34246" y="36218"/>
                      <a:pt x="32263" y="18388"/>
                      <a:pt x="32263" y="18388"/>
                    </a:cubicBezTo>
                    <a:lnTo>
                      <a:pt x="28428" y="2928"/>
                    </a:lnTo>
                    <a:lnTo>
                      <a:pt x="12932" y="1"/>
                    </a:lnTo>
                    <a:lnTo>
                      <a:pt x="1670" y="2650"/>
                    </a:lnTo>
                    <a:lnTo>
                      <a:pt x="0" y="17142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0142;p71">
                <a:extLst>
                  <a:ext uri="{FF2B5EF4-FFF2-40B4-BE49-F238E27FC236}">
                    <a16:creationId xmlns:a16="http://schemas.microsoft.com/office/drawing/2014/main" id="{8475E345-AC65-192F-8216-BFF6C700DCA9}"/>
                  </a:ext>
                </a:extLst>
              </p:cNvPr>
              <p:cNvSpPr/>
              <p:nvPr/>
            </p:nvSpPr>
            <p:spPr>
              <a:xfrm>
                <a:off x="4306965" y="3099473"/>
                <a:ext cx="625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7949" h="8856" fill="none" extrusionOk="0">
                    <a:moveTo>
                      <a:pt x="1" y="1"/>
                    </a:moveTo>
                    <a:lnTo>
                      <a:pt x="7948" y="885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0143;p71">
                <a:extLst>
                  <a:ext uri="{FF2B5EF4-FFF2-40B4-BE49-F238E27FC236}">
                    <a16:creationId xmlns:a16="http://schemas.microsoft.com/office/drawing/2014/main" id="{83F79FEA-4C7A-A8C4-6221-CC83CA038767}"/>
                  </a:ext>
                </a:extLst>
              </p:cNvPr>
              <p:cNvSpPr/>
              <p:nvPr/>
            </p:nvSpPr>
            <p:spPr>
              <a:xfrm>
                <a:off x="4369476" y="3169118"/>
                <a:ext cx="26072" cy="98666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12545" fill="none" extrusionOk="0">
                    <a:moveTo>
                      <a:pt x="0" y="1"/>
                    </a:moveTo>
                    <a:lnTo>
                      <a:pt x="3315" y="12545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0144;p71">
                <a:extLst>
                  <a:ext uri="{FF2B5EF4-FFF2-40B4-BE49-F238E27FC236}">
                    <a16:creationId xmlns:a16="http://schemas.microsoft.com/office/drawing/2014/main" id="{F28D754B-BCC5-2049-21AC-08219A2308C1}"/>
                  </a:ext>
                </a:extLst>
              </p:cNvPr>
              <p:cNvSpPr/>
              <p:nvPr/>
            </p:nvSpPr>
            <p:spPr>
              <a:xfrm>
                <a:off x="4399347" y="3078639"/>
                <a:ext cx="60041" cy="110558"/>
              </a:xfrm>
              <a:custGeom>
                <a:avLst/>
                <a:gdLst/>
                <a:ahLst/>
                <a:cxnLst/>
                <a:rect l="l" t="t" r="r" b="b"/>
                <a:pathLst>
                  <a:path w="7634" h="14057" fill="none" extrusionOk="0">
                    <a:moveTo>
                      <a:pt x="7634" y="14057"/>
                    </a:moveTo>
                    <a:lnTo>
                      <a:pt x="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0145;p71">
                <a:extLst>
                  <a:ext uri="{FF2B5EF4-FFF2-40B4-BE49-F238E27FC236}">
                    <a16:creationId xmlns:a16="http://schemas.microsoft.com/office/drawing/2014/main" id="{97715718-95BF-592C-0848-AE5E1E841448}"/>
                  </a:ext>
                </a:extLst>
              </p:cNvPr>
              <p:cNvSpPr/>
              <p:nvPr/>
            </p:nvSpPr>
            <p:spPr>
              <a:xfrm>
                <a:off x="4373282" y="3169118"/>
                <a:ext cx="82299" cy="20079"/>
              </a:xfrm>
              <a:custGeom>
                <a:avLst/>
                <a:gdLst/>
                <a:ahLst/>
                <a:cxnLst/>
                <a:rect l="l" t="t" r="r" b="b"/>
                <a:pathLst>
                  <a:path w="10464" h="2553" fill="none" extrusionOk="0">
                    <a:moveTo>
                      <a:pt x="0" y="1"/>
                    </a:moveTo>
                    <a:lnTo>
                      <a:pt x="10464" y="2553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0146;p71">
                <a:extLst>
                  <a:ext uri="{FF2B5EF4-FFF2-40B4-BE49-F238E27FC236}">
                    <a16:creationId xmlns:a16="http://schemas.microsoft.com/office/drawing/2014/main" id="{58FBEEDF-C5F1-5754-DEBB-5CA17E4D9E93}"/>
                  </a:ext>
                </a:extLst>
              </p:cNvPr>
              <p:cNvSpPr/>
              <p:nvPr/>
            </p:nvSpPr>
            <p:spPr>
              <a:xfrm>
                <a:off x="4369476" y="3078639"/>
                <a:ext cx="2987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11505" fill="none" extrusionOk="0">
                    <a:moveTo>
                      <a:pt x="0" y="11505"/>
                    </a:moveTo>
                    <a:lnTo>
                      <a:pt x="3799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0147;p71">
                <a:extLst>
                  <a:ext uri="{FF2B5EF4-FFF2-40B4-BE49-F238E27FC236}">
                    <a16:creationId xmlns:a16="http://schemas.microsoft.com/office/drawing/2014/main" id="{A386673C-1874-49B0-07E1-C2B5955B4546}"/>
                  </a:ext>
                </a:extLst>
              </p:cNvPr>
              <p:cNvSpPr/>
              <p:nvPr/>
            </p:nvSpPr>
            <p:spPr>
              <a:xfrm>
                <a:off x="4293932" y="3169118"/>
                <a:ext cx="75551" cy="41110"/>
              </a:xfrm>
              <a:custGeom>
                <a:avLst/>
                <a:gdLst/>
                <a:ahLst/>
                <a:cxnLst/>
                <a:rect l="l" t="t" r="r" b="b"/>
                <a:pathLst>
                  <a:path w="9606" h="5227" fill="none" extrusionOk="0">
                    <a:moveTo>
                      <a:pt x="1" y="5226"/>
                    </a:moveTo>
                    <a:lnTo>
                      <a:pt x="9605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0148;p71">
                <a:extLst>
                  <a:ext uri="{FF2B5EF4-FFF2-40B4-BE49-F238E27FC236}">
                    <a16:creationId xmlns:a16="http://schemas.microsoft.com/office/drawing/2014/main" id="{8D22DCEF-8725-52F9-1EA7-5F4786185CC7}"/>
                  </a:ext>
                </a:extLst>
              </p:cNvPr>
              <p:cNvSpPr/>
              <p:nvPr/>
            </p:nvSpPr>
            <p:spPr>
              <a:xfrm>
                <a:off x="4350159" y="3267776"/>
                <a:ext cx="45389" cy="27032"/>
              </a:xfrm>
              <a:custGeom>
                <a:avLst/>
                <a:gdLst/>
                <a:ahLst/>
                <a:cxnLst/>
                <a:rect l="l" t="t" r="r" b="b"/>
                <a:pathLst>
                  <a:path w="5771" h="3437" fill="none" extrusionOk="0">
                    <a:moveTo>
                      <a:pt x="1" y="3436"/>
                    </a:moveTo>
                    <a:lnTo>
                      <a:pt x="577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0149;p71">
                <a:extLst>
                  <a:ext uri="{FF2B5EF4-FFF2-40B4-BE49-F238E27FC236}">
                    <a16:creationId xmlns:a16="http://schemas.microsoft.com/office/drawing/2014/main" id="{B170992C-2B15-3323-66D8-39B0EF9A46A8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38830" cy="76031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9667" fill="none" extrusionOk="0">
                    <a:moveTo>
                      <a:pt x="1" y="1"/>
                    </a:moveTo>
                    <a:lnTo>
                      <a:pt x="4936" y="966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0150;p71">
                <a:extLst>
                  <a:ext uri="{FF2B5EF4-FFF2-40B4-BE49-F238E27FC236}">
                    <a16:creationId xmlns:a16="http://schemas.microsoft.com/office/drawing/2014/main" id="{D1031343-4779-1A44-8ADC-A6B2F32152FD}"/>
                  </a:ext>
                </a:extLst>
              </p:cNvPr>
              <p:cNvSpPr/>
              <p:nvPr/>
            </p:nvSpPr>
            <p:spPr>
              <a:xfrm>
                <a:off x="4360439" y="3267776"/>
                <a:ext cx="35109" cy="121978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15509" fill="none" extrusionOk="0">
                    <a:moveTo>
                      <a:pt x="0" y="15509"/>
                    </a:moveTo>
                    <a:lnTo>
                      <a:pt x="446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0151;p71">
                <a:extLst>
                  <a:ext uri="{FF2B5EF4-FFF2-40B4-BE49-F238E27FC236}">
                    <a16:creationId xmlns:a16="http://schemas.microsoft.com/office/drawing/2014/main" id="{C2DCFF01-204E-F9AC-E362-BE02E56F576E}"/>
                  </a:ext>
                </a:extLst>
              </p:cNvPr>
              <p:cNvSpPr/>
              <p:nvPr/>
            </p:nvSpPr>
            <p:spPr>
              <a:xfrm>
                <a:off x="4293932" y="3210220"/>
                <a:ext cx="101616" cy="57564"/>
              </a:xfrm>
              <a:custGeom>
                <a:avLst/>
                <a:gdLst/>
                <a:ahLst/>
                <a:cxnLst/>
                <a:rect l="l" t="t" r="r" b="b"/>
                <a:pathLst>
                  <a:path w="12920" h="7319" fill="none" extrusionOk="0">
                    <a:moveTo>
                      <a:pt x="1" y="0"/>
                    </a:moveTo>
                    <a:lnTo>
                      <a:pt x="12920" y="731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0152;p71">
                <a:extLst>
                  <a:ext uri="{FF2B5EF4-FFF2-40B4-BE49-F238E27FC236}">
                    <a16:creationId xmlns:a16="http://schemas.microsoft.com/office/drawing/2014/main" id="{E2EF455A-DFB5-6BDB-4796-CE3CE4ABF95A}"/>
                  </a:ext>
                </a:extLst>
              </p:cNvPr>
              <p:cNvSpPr/>
              <p:nvPr/>
            </p:nvSpPr>
            <p:spPr>
              <a:xfrm>
                <a:off x="4395540" y="3186436"/>
                <a:ext cx="66420" cy="79735"/>
              </a:xfrm>
              <a:custGeom>
                <a:avLst/>
                <a:gdLst/>
                <a:ahLst/>
                <a:cxnLst/>
                <a:rect l="l" t="t" r="r" b="b"/>
                <a:pathLst>
                  <a:path w="8445" h="10138" fill="none" extrusionOk="0">
                    <a:moveTo>
                      <a:pt x="8444" y="0"/>
                    </a:moveTo>
                    <a:lnTo>
                      <a:pt x="1" y="10137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0153;p71">
                <a:extLst>
                  <a:ext uri="{FF2B5EF4-FFF2-40B4-BE49-F238E27FC236}">
                    <a16:creationId xmlns:a16="http://schemas.microsoft.com/office/drawing/2014/main" id="{713CAB8E-7B26-90DE-2425-528011B4A3FD}"/>
                  </a:ext>
                </a:extLst>
              </p:cNvPr>
              <p:cNvSpPr/>
              <p:nvPr/>
            </p:nvSpPr>
            <p:spPr>
              <a:xfrm>
                <a:off x="4459380" y="3189669"/>
                <a:ext cx="41873" cy="123402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690" fill="none" extrusionOk="0">
                    <a:moveTo>
                      <a:pt x="1" y="0"/>
                    </a:moveTo>
                    <a:lnTo>
                      <a:pt x="5323" y="1569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0154;p71">
                <a:extLst>
                  <a:ext uri="{FF2B5EF4-FFF2-40B4-BE49-F238E27FC236}">
                    <a16:creationId xmlns:a16="http://schemas.microsoft.com/office/drawing/2014/main" id="{73CB3169-C714-A13F-84BB-39B30266D5DE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105713" cy="45295"/>
              </a:xfrm>
              <a:custGeom>
                <a:avLst/>
                <a:gdLst/>
                <a:ahLst/>
                <a:cxnLst/>
                <a:rect l="l" t="t" r="r" b="b"/>
                <a:pathLst>
                  <a:path w="13441" h="5759" fill="none" extrusionOk="0">
                    <a:moveTo>
                      <a:pt x="1" y="1"/>
                    </a:moveTo>
                    <a:lnTo>
                      <a:pt x="13440" y="575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0155;p71">
                <a:extLst>
                  <a:ext uri="{FF2B5EF4-FFF2-40B4-BE49-F238E27FC236}">
                    <a16:creationId xmlns:a16="http://schemas.microsoft.com/office/drawing/2014/main" id="{C164F3B3-FA48-F32C-EFF0-9E32D71D8817}"/>
                  </a:ext>
                </a:extLst>
              </p:cNvPr>
              <p:cNvSpPr/>
              <p:nvPr/>
            </p:nvSpPr>
            <p:spPr>
              <a:xfrm>
                <a:off x="4501246" y="3223252"/>
                <a:ext cx="46435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5904" h="11420" fill="none" extrusionOk="0">
                    <a:moveTo>
                      <a:pt x="0" y="11420"/>
                    </a:moveTo>
                    <a:lnTo>
                      <a:pt x="590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0156;p71">
                <a:extLst>
                  <a:ext uri="{FF2B5EF4-FFF2-40B4-BE49-F238E27FC236}">
                    <a16:creationId xmlns:a16="http://schemas.microsoft.com/office/drawing/2014/main" id="{8D3C51CF-7E61-86E4-D6A6-E60A414F3206}"/>
                  </a:ext>
                </a:extLst>
              </p:cNvPr>
              <p:cNvSpPr/>
              <p:nvPr/>
            </p:nvSpPr>
            <p:spPr>
              <a:xfrm>
                <a:off x="4459671" y="3104231"/>
                <a:ext cx="58421" cy="84966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10803" fill="none" extrusionOk="0">
                    <a:moveTo>
                      <a:pt x="0" y="10803"/>
                    </a:moveTo>
                    <a:lnTo>
                      <a:pt x="7428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0157;p71">
                <a:extLst>
                  <a:ext uri="{FF2B5EF4-FFF2-40B4-BE49-F238E27FC236}">
                    <a16:creationId xmlns:a16="http://schemas.microsoft.com/office/drawing/2014/main" id="{718FDB9D-C064-82F2-0C6E-98773F9EB0A2}"/>
                  </a:ext>
                </a:extLst>
              </p:cNvPr>
              <p:cNvSpPr/>
              <p:nvPr/>
            </p:nvSpPr>
            <p:spPr>
              <a:xfrm>
                <a:off x="4459671" y="3189189"/>
                <a:ext cx="86586" cy="36737"/>
              </a:xfrm>
              <a:custGeom>
                <a:avLst/>
                <a:gdLst/>
                <a:ahLst/>
                <a:cxnLst/>
                <a:rect l="l" t="t" r="r" b="b"/>
                <a:pathLst>
                  <a:path w="11009" h="4671" fill="none" extrusionOk="0">
                    <a:moveTo>
                      <a:pt x="0" y="1"/>
                    </a:moveTo>
                    <a:lnTo>
                      <a:pt x="11008" y="467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" name="Google Shape;10160;p71">
              <a:extLst>
                <a:ext uri="{FF2B5EF4-FFF2-40B4-BE49-F238E27FC236}">
                  <a16:creationId xmlns:a16="http://schemas.microsoft.com/office/drawing/2014/main" id="{42E1EE9F-A3B0-125B-C7AF-F72F3F45825E}"/>
                </a:ext>
              </a:extLst>
            </p:cNvPr>
            <p:cNvSpPr/>
            <p:nvPr/>
          </p:nvSpPr>
          <p:spPr>
            <a:xfrm rot="19800000">
              <a:off x="2705414" y="1100798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9EA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163;p71">
              <a:extLst>
                <a:ext uri="{FF2B5EF4-FFF2-40B4-BE49-F238E27FC236}">
                  <a16:creationId xmlns:a16="http://schemas.microsoft.com/office/drawing/2014/main" id="{7A96B8EC-F983-51A1-5C01-666CCB9E87E9}"/>
                </a:ext>
              </a:extLst>
            </p:cNvPr>
            <p:cNvSpPr/>
            <p:nvPr/>
          </p:nvSpPr>
          <p:spPr>
            <a:xfrm rot="19800000">
              <a:off x="-364115" y="1158621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0"/>
                  </a:moveTo>
                  <a:cubicBezTo>
                    <a:pt x="363" y="0"/>
                    <a:pt x="0" y="375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5"/>
                    <a:pt x="1282" y="0"/>
                    <a:pt x="823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166;p71">
              <a:extLst>
                <a:ext uri="{FF2B5EF4-FFF2-40B4-BE49-F238E27FC236}">
                  <a16:creationId xmlns:a16="http://schemas.microsoft.com/office/drawing/2014/main" id="{3E6D68EC-B990-6202-44BB-41028D2694EE}"/>
                </a:ext>
              </a:extLst>
            </p:cNvPr>
            <p:cNvSpPr/>
            <p:nvPr/>
          </p:nvSpPr>
          <p:spPr>
            <a:xfrm rot="19800000">
              <a:off x="-807913" y="127294"/>
              <a:ext cx="97670" cy="97730"/>
            </a:xfrm>
            <a:custGeom>
              <a:avLst/>
              <a:gdLst/>
              <a:ahLst/>
              <a:cxnLst/>
              <a:rect l="l" t="t" r="r" b="b"/>
              <a:pathLst>
                <a:path w="1658" h="1659" extrusionOk="0">
                  <a:moveTo>
                    <a:pt x="823" y="1"/>
                  </a:moveTo>
                  <a:cubicBezTo>
                    <a:pt x="363" y="1"/>
                    <a:pt x="0" y="364"/>
                    <a:pt x="0" y="824"/>
                  </a:cubicBezTo>
                  <a:cubicBezTo>
                    <a:pt x="0" y="1283"/>
                    <a:pt x="363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169;p71">
              <a:extLst>
                <a:ext uri="{FF2B5EF4-FFF2-40B4-BE49-F238E27FC236}">
                  <a16:creationId xmlns:a16="http://schemas.microsoft.com/office/drawing/2014/main" id="{B637477F-26A6-49DE-02C2-D450559E23FB}"/>
                </a:ext>
              </a:extLst>
            </p:cNvPr>
            <p:cNvSpPr/>
            <p:nvPr/>
          </p:nvSpPr>
          <p:spPr>
            <a:xfrm rot="19800000">
              <a:off x="1962647" y="1012612"/>
              <a:ext cx="97730" cy="97670"/>
            </a:xfrm>
            <a:custGeom>
              <a:avLst/>
              <a:gdLst/>
              <a:ahLst/>
              <a:cxnLst/>
              <a:rect l="l" t="t" r="r" b="b"/>
              <a:pathLst>
                <a:path w="1659" h="1658" extrusionOk="0">
                  <a:moveTo>
                    <a:pt x="835" y="0"/>
                  </a:moveTo>
                  <a:cubicBezTo>
                    <a:pt x="376" y="0"/>
                    <a:pt x="1" y="363"/>
                    <a:pt x="1" y="823"/>
                  </a:cubicBezTo>
                  <a:cubicBezTo>
                    <a:pt x="1" y="1282"/>
                    <a:pt x="376" y="1657"/>
                    <a:pt x="835" y="1657"/>
                  </a:cubicBezTo>
                  <a:cubicBezTo>
                    <a:pt x="1295" y="1657"/>
                    <a:pt x="1658" y="1282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172;p71">
              <a:extLst>
                <a:ext uri="{FF2B5EF4-FFF2-40B4-BE49-F238E27FC236}">
                  <a16:creationId xmlns:a16="http://schemas.microsoft.com/office/drawing/2014/main" id="{3175F443-BF0A-8586-C17C-B63569753437}"/>
                </a:ext>
              </a:extLst>
            </p:cNvPr>
            <p:cNvSpPr/>
            <p:nvPr/>
          </p:nvSpPr>
          <p:spPr>
            <a:xfrm rot="19800000">
              <a:off x="1551344" y="1646573"/>
              <a:ext cx="97730" cy="97730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76" y="1"/>
                    <a:pt x="1" y="376"/>
                    <a:pt x="1" y="823"/>
                  </a:cubicBezTo>
                  <a:cubicBezTo>
                    <a:pt x="1" y="1283"/>
                    <a:pt x="376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175;p71">
              <a:extLst>
                <a:ext uri="{FF2B5EF4-FFF2-40B4-BE49-F238E27FC236}">
                  <a16:creationId xmlns:a16="http://schemas.microsoft.com/office/drawing/2014/main" id="{D86BC5C9-88EC-0A92-7398-254B4FE6F8E1}"/>
                </a:ext>
              </a:extLst>
            </p:cNvPr>
            <p:cNvSpPr/>
            <p:nvPr/>
          </p:nvSpPr>
          <p:spPr>
            <a:xfrm rot="19800000">
              <a:off x="1126106" y="2397778"/>
              <a:ext cx="97730" cy="97731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64" y="1"/>
                    <a:pt x="1" y="364"/>
                    <a:pt x="1" y="824"/>
                  </a:cubicBezTo>
                  <a:cubicBezTo>
                    <a:pt x="1" y="1283"/>
                    <a:pt x="364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181;p71">
              <a:extLst>
                <a:ext uri="{FF2B5EF4-FFF2-40B4-BE49-F238E27FC236}">
                  <a16:creationId xmlns:a16="http://schemas.microsoft.com/office/drawing/2014/main" id="{2CB55008-5557-205C-C846-A27AAF3FBBEE}"/>
                </a:ext>
              </a:extLst>
            </p:cNvPr>
            <p:cNvSpPr/>
            <p:nvPr/>
          </p:nvSpPr>
          <p:spPr>
            <a:xfrm rot="19800000">
              <a:off x="1915607" y="-5958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1"/>
                  </a:moveTo>
                  <a:cubicBezTo>
                    <a:pt x="363" y="1"/>
                    <a:pt x="0" y="376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6"/>
                    <a:pt x="1282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184;p71">
              <a:extLst>
                <a:ext uri="{FF2B5EF4-FFF2-40B4-BE49-F238E27FC236}">
                  <a16:creationId xmlns:a16="http://schemas.microsoft.com/office/drawing/2014/main" id="{19C1285B-5656-2167-B108-50B44FE15CC3}"/>
                </a:ext>
              </a:extLst>
            </p:cNvPr>
            <p:cNvSpPr/>
            <p:nvPr/>
          </p:nvSpPr>
          <p:spPr>
            <a:xfrm rot="19800000">
              <a:off x="995685" y="161343"/>
              <a:ext cx="57021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187;p71">
              <a:extLst>
                <a:ext uri="{FF2B5EF4-FFF2-40B4-BE49-F238E27FC236}">
                  <a16:creationId xmlns:a16="http://schemas.microsoft.com/office/drawing/2014/main" id="{59F1971A-CF13-4C66-3639-158A6A380E84}"/>
                </a:ext>
              </a:extLst>
            </p:cNvPr>
            <p:cNvSpPr/>
            <p:nvPr/>
          </p:nvSpPr>
          <p:spPr>
            <a:xfrm rot="19800000">
              <a:off x="99074" y="402104"/>
              <a:ext cx="88926" cy="88926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0"/>
                  </a:moveTo>
                  <a:cubicBezTo>
                    <a:pt x="218" y="0"/>
                    <a:pt x="1" y="218"/>
                    <a:pt x="1" y="484"/>
                  </a:cubicBezTo>
                  <a:cubicBezTo>
                    <a:pt x="1" y="750"/>
                    <a:pt x="218" y="968"/>
                    <a:pt x="484" y="968"/>
                  </a:cubicBezTo>
                  <a:cubicBezTo>
                    <a:pt x="751" y="968"/>
                    <a:pt x="968" y="750"/>
                    <a:pt x="968" y="484"/>
                  </a:cubicBezTo>
                  <a:cubicBezTo>
                    <a:pt x="968" y="218"/>
                    <a:pt x="751" y="0"/>
                    <a:pt x="484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190;p71">
              <a:extLst>
                <a:ext uri="{FF2B5EF4-FFF2-40B4-BE49-F238E27FC236}">
                  <a16:creationId xmlns:a16="http://schemas.microsoft.com/office/drawing/2014/main" id="{C419E159-9DBD-B497-4982-DE10E6E93552}"/>
                </a:ext>
              </a:extLst>
            </p:cNvPr>
            <p:cNvSpPr/>
            <p:nvPr/>
          </p:nvSpPr>
          <p:spPr>
            <a:xfrm rot="19800000">
              <a:off x="834499" y="1168842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193;p71">
              <a:extLst>
                <a:ext uri="{FF2B5EF4-FFF2-40B4-BE49-F238E27FC236}">
                  <a16:creationId xmlns:a16="http://schemas.microsoft.com/office/drawing/2014/main" id="{9D6DDE52-D595-B0C0-D74B-4AC68F2D91D2}"/>
                </a:ext>
              </a:extLst>
            </p:cNvPr>
            <p:cNvSpPr/>
            <p:nvPr/>
          </p:nvSpPr>
          <p:spPr>
            <a:xfrm rot="19800000">
              <a:off x="582339" y="1646576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63"/>
                    <a:pt x="218" y="969"/>
                    <a:pt x="484" y="969"/>
                  </a:cubicBezTo>
                  <a:cubicBezTo>
                    <a:pt x="750" y="969"/>
                    <a:pt x="968" y="763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196;p71">
              <a:extLst>
                <a:ext uri="{FF2B5EF4-FFF2-40B4-BE49-F238E27FC236}">
                  <a16:creationId xmlns:a16="http://schemas.microsoft.com/office/drawing/2014/main" id="{6C4B6D9A-E096-1393-A4B3-FBB612EA4751}"/>
                </a:ext>
              </a:extLst>
            </p:cNvPr>
            <p:cNvSpPr/>
            <p:nvPr/>
          </p:nvSpPr>
          <p:spPr>
            <a:xfrm rot="19800000">
              <a:off x="-94807" y="-498993"/>
              <a:ext cx="67036" cy="57493"/>
            </a:xfrm>
            <a:custGeom>
              <a:avLst/>
              <a:gdLst/>
              <a:ahLst/>
              <a:cxnLst/>
              <a:rect l="l" t="t" r="r" b="b"/>
              <a:pathLst>
                <a:path w="1138" h="976" extrusionOk="0">
                  <a:moveTo>
                    <a:pt x="654" y="0"/>
                  </a:moveTo>
                  <a:cubicBezTo>
                    <a:pt x="218" y="0"/>
                    <a:pt x="1" y="521"/>
                    <a:pt x="303" y="835"/>
                  </a:cubicBezTo>
                  <a:cubicBezTo>
                    <a:pt x="401" y="932"/>
                    <a:pt x="522" y="976"/>
                    <a:pt x="641" y="976"/>
                  </a:cubicBezTo>
                  <a:cubicBezTo>
                    <a:pt x="893" y="976"/>
                    <a:pt x="1138" y="783"/>
                    <a:pt x="1138" y="496"/>
                  </a:cubicBezTo>
                  <a:cubicBezTo>
                    <a:pt x="1138" y="218"/>
                    <a:pt x="920" y="12"/>
                    <a:pt x="654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160;p71">
              <a:extLst>
                <a:ext uri="{FF2B5EF4-FFF2-40B4-BE49-F238E27FC236}">
                  <a16:creationId xmlns:a16="http://schemas.microsoft.com/office/drawing/2014/main" id="{38589443-3D52-0389-6E2D-EABBCF6A7557}"/>
                </a:ext>
              </a:extLst>
            </p:cNvPr>
            <p:cNvSpPr/>
            <p:nvPr/>
          </p:nvSpPr>
          <p:spPr>
            <a:xfrm rot="19800000">
              <a:off x="1058112" y="-916232"/>
              <a:ext cx="85459" cy="85459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9EA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469891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Vertical_Hal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4F7B25-67C0-D134-43A0-190303051326}"/>
              </a:ext>
            </a:extLst>
          </p:cNvPr>
          <p:cNvSpPr/>
          <p:nvPr userDrawn="1"/>
        </p:nvSpPr>
        <p:spPr>
          <a:xfrm>
            <a:off x="0" y="-85556"/>
            <a:ext cx="6096000" cy="6943556"/>
          </a:xfrm>
          <a:prstGeom prst="rect">
            <a:avLst/>
          </a:prstGeom>
          <a:solidFill>
            <a:srgbClr val="2C7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D247847-8ADA-3CD3-7A3A-94D6A09F917C}"/>
              </a:ext>
            </a:extLst>
          </p:cNvPr>
          <p:cNvSpPr txBox="1">
            <a:spLocks/>
          </p:cNvSpPr>
          <p:nvPr userDrawn="1"/>
        </p:nvSpPr>
        <p:spPr>
          <a:xfrm>
            <a:off x="11518392" y="6356349"/>
            <a:ext cx="496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rgbClr val="006BAA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2AEF17-7890-D4C5-6FA5-EB395533E6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0505"/>
          <a:stretch/>
        </p:blipFill>
        <p:spPr>
          <a:xfrm>
            <a:off x="9415872" y="4233612"/>
            <a:ext cx="2767824" cy="262438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23EE174-6CA9-3527-B8F9-63A15493C516}"/>
              </a:ext>
            </a:extLst>
          </p:cNvPr>
          <p:cNvGrpSpPr/>
          <p:nvPr userDrawn="1"/>
        </p:nvGrpSpPr>
        <p:grpSpPr>
          <a:xfrm rot="16200000">
            <a:off x="9289523" y="1292710"/>
            <a:ext cx="2911792" cy="2751119"/>
            <a:chOff x="-807913" y="-916232"/>
            <a:chExt cx="3610997" cy="3411741"/>
          </a:xfrm>
        </p:grpSpPr>
        <p:grpSp>
          <p:nvGrpSpPr>
            <p:cNvPr id="10" name="Google Shape;10140;p71">
              <a:extLst>
                <a:ext uri="{FF2B5EF4-FFF2-40B4-BE49-F238E27FC236}">
                  <a16:creationId xmlns:a16="http://schemas.microsoft.com/office/drawing/2014/main" id="{425D2856-9744-F16C-9E49-B139831CD941}"/>
                </a:ext>
              </a:extLst>
            </p:cNvPr>
            <p:cNvGrpSpPr/>
            <p:nvPr/>
          </p:nvGrpSpPr>
          <p:grpSpPr>
            <a:xfrm rot="19800000">
              <a:off x="-364573" y="-843616"/>
              <a:ext cx="2713896" cy="3143318"/>
              <a:chOff x="4293838" y="3078639"/>
              <a:chExt cx="269353" cy="311973"/>
            </a:xfrm>
          </p:grpSpPr>
          <p:sp>
            <p:nvSpPr>
              <p:cNvPr id="24" name="Google Shape;10141;p71">
                <a:extLst>
                  <a:ext uri="{FF2B5EF4-FFF2-40B4-BE49-F238E27FC236}">
                    <a16:creationId xmlns:a16="http://schemas.microsoft.com/office/drawing/2014/main" id="{22409358-C4E4-6E95-81BF-0F41D507C2F3}"/>
                  </a:ext>
                </a:extLst>
              </p:cNvPr>
              <p:cNvSpPr/>
              <p:nvPr/>
            </p:nvSpPr>
            <p:spPr>
              <a:xfrm>
                <a:off x="4293838" y="3078639"/>
                <a:ext cx="269353" cy="311973"/>
              </a:xfrm>
              <a:custGeom>
                <a:avLst/>
                <a:gdLst/>
                <a:ahLst/>
                <a:cxnLst/>
                <a:rect l="l" t="t" r="r" b="b"/>
                <a:pathLst>
                  <a:path w="34247" h="39666" fill="none" extrusionOk="0">
                    <a:moveTo>
                      <a:pt x="13" y="16730"/>
                    </a:moveTo>
                    <a:lnTo>
                      <a:pt x="7162" y="27690"/>
                    </a:lnTo>
                    <a:lnTo>
                      <a:pt x="8480" y="39666"/>
                    </a:lnTo>
                    <a:lnTo>
                      <a:pt x="18182" y="34138"/>
                    </a:lnTo>
                    <a:lnTo>
                      <a:pt x="26371" y="29807"/>
                    </a:lnTo>
                    <a:cubicBezTo>
                      <a:pt x="26371" y="29807"/>
                      <a:pt x="33605" y="34694"/>
                      <a:pt x="33932" y="35456"/>
                    </a:cubicBezTo>
                    <a:cubicBezTo>
                      <a:pt x="34246" y="36218"/>
                      <a:pt x="32263" y="18388"/>
                      <a:pt x="32263" y="18388"/>
                    </a:cubicBezTo>
                    <a:lnTo>
                      <a:pt x="28428" y="2928"/>
                    </a:lnTo>
                    <a:lnTo>
                      <a:pt x="12932" y="1"/>
                    </a:lnTo>
                    <a:lnTo>
                      <a:pt x="1670" y="2650"/>
                    </a:lnTo>
                    <a:lnTo>
                      <a:pt x="0" y="17142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0142;p71">
                <a:extLst>
                  <a:ext uri="{FF2B5EF4-FFF2-40B4-BE49-F238E27FC236}">
                    <a16:creationId xmlns:a16="http://schemas.microsoft.com/office/drawing/2014/main" id="{8475E345-AC65-192F-8216-BFF6C700DCA9}"/>
                  </a:ext>
                </a:extLst>
              </p:cNvPr>
              <p:cNvSpPr/>
              <p:nvPr/>
            </p:nvSpPr>
            <p:spPr>
              <a:xfrm>
                <a:off x="4306965" y="3099473"/>
                <a:ext cx="625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7949" h="8856" fill="none" extrusionOk="0">
                    <a:moveTo>
                      <a:pt x="1" y="1"/>
                    </a:moveTo>
                    <a:lnTo>
                      <a:pt x="7948" y="885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0143;p71">
                <a:extLst>
                  <a:ext uri="{FF2B5EF4-FFF2-40B4-BE49-F238E27FC236}">
                    <a16:creationId xmlns:a16="http://schemas.microsoft.com/office/drawing/2014/main" id="{83F79FEA-4C7A-A8C4-6221-CC83CA038767}"/>
                  </a:ext>
                </a:extLst>
              </p:cNvPr>
              <p:cNvSpPr/>
              <p:nvPr/>
            </p:nvSpPr>
            <p:spPr>
              <a:xfrm>
                <a:off x="4369476" y="3169118"/>
                <a:ext cx="26072" cy="98666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12545" fill="none" extrusionOk="0">
                    <a:moveTo>
                      <a:pt x="0" y="1"/>
                    </a:moveTo>
                    <a:lnTo>
                      <a:pt x="3315" y="12545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0144;p71">
                <a:extLst>
                  <a:ext uri="{FF2B5EF4-FFF2-40B4-BE49-F238E27FC236}">
                    <a16:creationId xmlns:a16="http://schemas.microsoft.com/office/drawing/2014/main" id="{F28D754B-BCC5-2049-21AC-08219A2308C1}"/>
                  </a:ext>
                </a:extLst>
              </p:cNvPr>
              <p:cNvSpPr/>
              <p:nvPr/>
            </p:nvSpPr>
            <p:spPr>
              <a:xfrm>
                <a:off x="4399347" y="3078639"/>
                <a:ext cx="60041" cy="110558"/>
              </a:xfrm>
              <a:custGeom>
                <a:avLst/>
                <a:gdLst/>
                <a:ahLst/>
                <a:cxnLst/>
                <a:rect l="l" t="t" r="r" b="b"/>
                <a:pathLst>
                  <a:path w="7634" h="14057" fill="none" extrusionOk="0">
                    <a:moveTo>
                      <a:pt x="7634" y="14057"/>
                    </a:moveTo>
                    <a:lnTo>
                      <a:pt x="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0145;p71">
                <a:extLst>
                  <a:ext uri="{FF2B5EF4-FFF2-40B4-BE49-F238E27FC236}">
                    <a16:creationId xmlns:a16="http://schemas.microsoft.com/office/drawing/2014/main" id="{97715718-95BF-592C-0848-AE5E1E841448}"/>
                  </a:ext>
                </a:extLst>
              </p:cNvPr>
              <p:cNvSpPr/>
              <p:nvPr/>
            </p:nvSpPr>
            <p:spPr>
              <a:xfrm>
                <a:off x="4373282" y="3169118"/>
                <a:ext cx="82299" cy="20079"/>
              </a:xfrm>
              <a:custGeom>
                <a:avLst/>
                <a:gdLst/>
                <a:ahLst/>
                <a:cxnLst/>
                <a:rect l="l" t="t" r="r" b="b"/>
                <a:pathLst>
                  <a:path w="10464" h="2553" fill="none" extrusionOk="0">
                    <a:moveTo>
                      <a:pt x="0" y="1"/>
                    </a:moveTo>
                    <a:lnTo>
                      <a:pt x="10464" y="2553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0146;p71">
                <a:extLst>
                  <a:ext uri="{FF2B5EF4-FFF2-40B4-BE49-F238E27FC236}">
                    <a16:creationId xmlns:a16="http://schemas.microsoft.com/office/drawing/2014/main" id="{58FBEEDF-C5F1-5754-DEBB-5CA17E4D9E93}"/>
                  </a:ext>
                </a:extLst>
              </p:cNvPr>
              <p:cNvSpPr/>
              <p:nvPr/>
            </p:nvSpPr>
            <p:spPr>
              <a:xfrm>
                <a:off x="4369476" y="3078639"/>
                <a:ext cx="29879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11505" fill="none" extrusionOk="0">
                    <a:moveTo>
                      <a:pt x="0" y="11505"/>
                    </a:moveTo>
                    <a:lnTo>
                      <a:pt x="3799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0147;p71">
                <a:extLst>
                  <a:ext uri="{FF2B5EF4-FFF2-40B4-BE49-F238E27FC236}">
                    <a16:creationId xmlns:a16="http://schemas.microsoft.com/office/drawing/2014/main" id="{A386673C-1874-49B0-07E1-C2B5955B4546}"/>
                  </a:ext>
                </a:extLst>
              </p:cNvPr>
              <p:cNvSpPr/>
              <p:nvPr/>
            </p:nvSpPr>
            <p:spPr>
              <a:xfrm>
                <a:off x="4293932" y="3169118"/>
                <a:ext cx="75551" cy="41110"/>
              </a:xfrm>
              <a:custGeom>
                <a:avLst/>
                <a:gdLst/>
                <a:ahLst/>
                <a:cxnLst/>
                <a:rect l="l" t="t" r="r" b="b"/>
                <a:pathLst>
                  <a:path w="9606" h="5227" fill="none" extrusionOk="0">
                    <a:moveTo>
                      <a:pt x="1" y="5226"/>
                    </a:moveTo>
                    <a:lnTo>
                      <a:pt x="9605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0148;p71">
                <a:extLst>
                  <a:ext uri="{FF2B5EF4-FFF2-40B4-BE49-F238E27FC236}">
                    <a16:creationId xmlns:a16="http://schemas.microsoft.com/office/drawing/2014/main" id="{8D22DCEF-8725-52F9-1EA7-5F4786185CC7}"/>
                  </a:ext>
                </a:extLst>
              </p:cNvPr>
              <p:cNvSpPr/>
              <p:nvPr/>
            </p:nvSpPr>
            <p:spPr>
              <a:xfrm>
                <a:off x="4350159" y="3267776"/>
                <a:ext cx="45389" cy="27032"/>
              </a:xfrm>
              <a:custGeom>
                <a:avLst/>
                <a:gdLst/>
                <a:ahLst/>
                <a:cxnLst/>
                <a:rect l="l" t="t" r="r" b="b"/>
                <a:pathLst>
                  <a:path w="5771" h="3437" fill="none" extrusionOk="0">
                    <a:moveTo>
                      <a:pt x="1" y="3436"/>
                    </a:moveTo>
                    <a:lnTo>
                      <a:pt x="5771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0149;p71">
                <a:extLst>
                  <a:ext uri="{FF2B5EF4-FFF2-40B4-BE49-F238E27FC236}">
                    <a16:creationId xmlns:a16="http://schemas.microsoft.com/office/drawing/2014/main" id="{B170992C-2B15-3323-66D8-39B0EF9A46A8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38830" cy="76031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9667" fill="none" extrusionOk="0">
                    <a:moveTo>
                      <a:pt x="1" y="1"/>
                    </a:moveTo>
                    <a:lnTo>
                      <a:pt x="4936" y="9666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0150;p71">
                <a:extLst>
                  <a:ext uri="{FF2B5EF4-FFF2-40B4-BE49-F238E27FC236}">
                    <a16:creationId xmlns:a16="http://schemas.microsoft.com/office/drawing/2014/main" id="{D1031343-4779-1A44-8ADC-A6B2F32152FD}"/>
                  </a:ext>
                </a:extLst>
              </p:cNvPr>
              <p:cNvSpPr/>
              <p:nvPr/>
            </p:nvSpPr>
            <p:spPr>
              <a:xfrm>
                <a:off x="4360439" y="3267776"/>
                <a:ext cx="35109" cy="121978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15509" fill="none" extrusionOk="0">
                    <a:moveTo>
                      <a:pt x="0" y="15509"/>
                    </a:moveTo>
                    <a:lnTo>
                      <a:pt x="446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0151;p71">
                <a:extLst>
                  <a:ext uri="{FF2B5EF4-FFF2-40B4-BE49-F238E27FC236}">
                    <a16:creationId xmlns:a16="http://schemas.microsoft.com/office/drawing/2014/main" id="{C2DCFF01-204E-F9AC-E362-BE02E56F576E}"/>
                  </a:ext>
                </a:extLst>
              </p:cNvPr>
              <p:cNvSpPr/>
              <p:nvPr/>
            </p:nvSpPr>
            <p:spPr>
              <a:xfrm>
                <a:off x="4293932" y="3210220"/>
                <a:ext cx="101616" cy="57564"/>
              </a:xfrm>
              <a:custGeom>
                <a:avLst/>
                <a:gdLst/>
                <a:ahLst/>
                <a:cxnLst/>
                <a:rect l="l" t="t" r="r" b="b"/>
                <a:pathLst>
                  <a:path w="12920" h="7319" fill="none" extrusionOk="0">
                    <a:moveTo>
                      <a:pt x="1" y="0"/>
                    </a:moveTo>
                    <a:lnTo>
                      <a:pt x="12920" y="731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0152;p71">
                <a:extLst>
                  <a:ext uri="{FF2B5EF4-FFF2-40B4-BE49-F238E27FC236}">
                    <a16:creationId xmlns:a16="http://schemas.microsoft.com/office/drawing/2014/main" id="{E2EF455A-DFB5-6BDB-4796-CE3CE4ABF95A}"/>
                  </a:ext>
                </a:extLst>
              </p:cNvPr>
              <p:cNvSpPr/>
              <p:nvPr/>
            </p:nvSpPr>
            <p:spPr>
              <a:xfrm>
                <a:off x="4395540" y="3186436"/>
                <a:ext cx="66420" cy="79735"/>
              </a:xfrm>
              <a:custGeom>
                <a:avLst/>
                <a:gdLst/>
                <a:ahLst/>
                <a:cxnLst/>
                <a:rect l="l" t="t" r="r" b="b"/>
                <a:pathLst>
                  <a:path w="8445" h="10138" fill="none" extrusionOk="0">
                    <a:moveTo>
                      <a:pt x="8444" y="0"/>
                    </a:moveTo>
                    <a:lnTo>
                      <a:pt x="1" y="10137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0153;p71">
                <a:extLst>
                  <a:ext uri="{FF2B5EF4-FFF2-40B4-BE49-F238E27FC236}">
                    <a16:creationId xmlns:a16="http://schemas.microsoft.com/office/drawing/2014/main" id="{713CAB8E-7B26-90DE-2425-528011B4A3FD}"/>
                  </a:ext>
                </a:extLst>
              </p:cNvPr>
              <p:cNvSpPr/>
              <p:nvPr/>
            </p:nvSpPr>
            <p:spPr>
              <a:xfrm>
                <a:off x="4459380" y="3189669"/>
                <a:ext cx="41873" cy="123402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690" fill="none" extrusionOk="0">
                    <a:moveTo>
                      <a:pt x="1" y="0"/>
                    </a:moveTo>
                    <a:lnTo>
                      <a:pt x="5323" y="1569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0154;p71">
                <a:extLst>
                  <a:ext uri="{FF2B5EF4-FFF2-40B4-BE49-F238E27FC236}">
                    <a16:creationId xmlns:a16="http://schemas.microsoft.com/office/drawing/2014/main" id="{73CB3169-C714-A13F-84BB-39B30266D5DE}"/>
                  </a:ext>
                </a:extLst>
              </p:cNvPr>
              <p:cNvSpPr/>
              <p:nvPr/>
            </p:nvSpPr>
            <p:spPr>
              <a:xfrm>
                <a:off x="4395540" y="3267776"/>
                <a:ext cx="105713" cy="45295"/>
              </a:xfrm>
              <a:custGeom>
                <a:avLst/>
                <a:gdLst/>
                <a:ahLst/>
                <a:cxnLst/>
                <a:rect l="l" t="t" r="r" b="b"/>
                <a:pathLst>
                  <a:path w="13441" h="5759" fill="none" extrusionOk="0">
                    <a:moveTo>
                      <a:pt x="1" y="1"/>
                    </a:moveTo>
                    <a:lnTo>
                      <a:pt x="13440" y="5759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0155;p71">
                <a:extLst>
                  <a:ext uri="{FF2B5EF4-FFF2-40B4-BE49-F238E27FC236}">
                    <a16:creationId xmlns:a16="http://schemas.microsoft.com/office/drawing/2014/main" id="{C164F3B3-FA48-F32C-EFF0-9E32D71D8817}"/>
                  </a:ext>
                </a:extLst>
              </p:cNvPr>
              <p:cNvSpPr/>
              <p:nvPr/>
            </p:nvSpPr>
            <p:spPr>
              <a:xfrm>
                <a:off x="4501246" y="3223252"/>
                <a:ext cx="46435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5904" h="11420" fill="none" extrusionOk="0">
                    <a:moveTo>
                      <a:pt x="0" y="11420"/>
                    </a:moveTo>
                    <a:lnTo>
                      <a:pt x="5904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0156;p71">
                <a:extLst>
                  <a:ext uri="{FF2B5EF4-FFF2-40B4-BE49-F238E27FC236}">
                    <a16:creationId xmlns:a16="http://schemas.microsoft.com/office/drawing/2014/main" id="{8D3C51CF-7E61-86E4-D6A6-E60A414F3206}"/>
                  </a:ext>
                </a:extLst>
              </p:cNvPr>
              <p:cNvSpPr/>
              <p:nvPr/>
            </p:nvSpPr>
            <p:spPr>
              <a:xfrm>
                <a:off x="4459671" y="3104231"/>
                <a:ext cx="58421" cy="84966"/>
              </a:xfrm>
              <a:custGeom>
                <a:avLst/>
                <a:gdLst/>
                <a:ahLst/>
                <a:cxnLst/>
                <a:rect l="l" t="t" r="r" b="b"/>
                <a:pathLst>
                  <a:path w="7428" h="10803" fill="none" extrusionOk="0">
                    <a:moveTo>
                      <a:pt x="0" y="10803"/>
                    </a:moveTo>
                    <a:lnTo>
                      <a:pt x="7428" y="1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0157;p71">
                <a:extLst>
                  <a:ext uri="{FF2B5EF4-FFF2-40B4-BE49-F238E27FC236}">
                    <a16:creationId xmlns:a16="http://schemas.microsoft.com/office/drawing/2014/main" id="{718FDB9D-C064-82F2-0C6E-98773F9EB0A2}"/>
                  </a:ext>
                </a:extLst>
              </p:cNvPr>
              <p:cNvSpPr/>
              <p:nvPr/>
            </p:nvSpPr>
            <p:spPr>
              <a:xfrm>
                <a:off x="4459671" y="3189189"/>
                <a:ext cx="86586" cy="36737"/>
              </a:xfrm>
              <a:custGeom>
                <a:avLst/>
                <a:gdLst/>
                <a:ahLst/>
                <a:cxnLst/>
                <a:rect l="l" t="t" r="r" b="b"/>
                <a:pathLst>
                  <a:path w="11009" h="4671" fill="none" extrusionOk="0">
                    <a:moveTo>
                      <a:pt x="0" y="1"/>
                    </a:moveTo>
                    <a:lnTo>
                      <a:pt x="11008" y="4670"/>
                    </a:lnTo>
                  </a:path>
                </a:pathLst>
              </a:custGeom>
              <a:noFill/>
              <a:ln w="12700" cap="flat" cmpd="sng">
                <a:solidFill>
                  <a:schemeClr val="bg1">
                    <a:alpha val="10000"/>
                  </a:schemeClr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" name="Google Shape;10160;p71">
              <a:extLst>
                <a:ext uri="{FF2B5EF4-FFF2-40B4-BE49-F238E27FC236}">
                  <a16:creationId xmlns:a16="http://schemas.microsoft.com/office/drawing/2014/main" id="{42E1EE9F-A3B0-125B-C7AF-F72F3F45825E}"/>
                </a:ext>
              </a:extLst>
            </p:cNvPr>
            <p:cNvSpPr/>
            <p:nvPr/>
          </p:nvSpPr>
          <p:spPr>
            <a:xfrm rot="19800000">
              <a:off x="2705414" y="1100798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9EA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163;p71">
              <a:extLst>
                <a:ext uri="{FF2B5EF4-FFF2-40B4-BE49-F238E27FC236}">
                  <a16:creationId xmlns:a16="http://schemas.microsoft.com/office/drawing/2014/main" id="{7A96B8EC-F983-51A1-5C01-666CCB9E87E9}"/>
                </a:ext>
              </a:extLst>
            </p:cNvPr>
            <p:cNvSpPr/>
            <p:nvPr/>
          </p:nvSpPr>
          <p:spPr>
            <a:xfrm rot="19800000">
              <a:off x="-364115" y="1158621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0"/>
                  </a:moveTo>
                  <a:cubicBezTo>
                    <a:pt x="363" y="0"/>
                    <a:pt x="0" y="375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5"/>
                    <a:pt x="1282" y="0"/>
                    <a:pt x="823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166;p71">
              <a:extLst>
                <a:ext uri="{FF2B5EF4-FFF2-40B4-BE49-F238E27FC236}">
                  <a16:creationId xmlns:a16="http://schemas.microsoft.com/office/drawing/2014/main" id="{3E6D68EC-B990-6202-44BB-41028D2694EE}"/>
                </a:ext>
              </a:extLst>
            </p:cNvPr>
            <p:cNvSpPr/>
            <p:nvPr/>
          </p:nvSpPr>
          <p:spPr>
            <a:xfrm rot="19800000">
              <a:off x="-807913" y="127294"/>
              <a:ext cx="97670" cy="97730"/>
            </a:xfrm>
            <a:custGeom>
              <a:avLst/>
              <a:gdLst/>
              <a:ahLst/>
              <a:cxnLst/>
              <a:rect l="l" t="t" r="r" b="b"/>
              <a:pathLst>
                <a:path w="1658" h="1659" extrusionOk="0">
                  <a:moveTo>
                    <a:pt x="823" y="1"/>
                  </a:moveTo>
                  <a:cubicBezTo>
                    <a:pt x="363" y="1"/>
                    <a:pt x="0" y="364"/>
                    <a:pt x="0" y="824"/>
                  </a:cubicBezTo>
                  <a:cubicBezTo>
                    <a:pt x="0" y="1283"/>
                    <a:pt x="363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169;p71">
              <a:extLst>
                <a:ext uri="{FF2B5EF4-FFF2-40B4-BE49-F238E27FC236}">
                  <a16:creationId xmlns:a16="http://schemas.microsoft.com/office/drawing/2014/main" id="{B637477F-26A6-49DE-02C2-D450559E23FB}"/>
                </a:ext>
              </a:extLst>
            </p:cNvPr>
            <p:cNvSpPr/>
            <p:nvPr/>
          </p:nvSpPr>
          <p:spPr>
            <a:xfrm rot="19800000">
              <a:off x="1962647" y="1012612"/>
              <a:ext cx="97730" cy="97670"/>
            </a:xfrm>
            <a:custGeom>
              <a:avLst/>
              <a:gdLst/>
              <a:ahLst/>
              <a:cxnLst/>
              <a:rect l="l" t="t" r="r" b="b"/>
              <a:pathLst>
                <a:path w="1659" h="1658" extrusionOk="0">
                  <a:moveTo>
                    <a:pt x="835" y="0"/>
                  </a:moveTo>
                  <a:cubicBezTo>
                    <a:pt x="376" y="0"/>
                    <a:pt x="1" y="363"/>
                    <a:pt x="1" y="823"/>
                  </a:cubicBezTo>
                  <a:cubicBezTo>
                    <a:pt x="1" y="1282"/>
                    <a:pt x="376" y="1657"/>
                    <a:pt x="835" y="1657"/>
                  </a:cubicBezTo>
                  <a:cubicBezTo>
                    <a:pt x="1295" y="1657"/>
                    <a:pt x="1658" y="1282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172;p71">
              <a:extLst>
                <a:ext uri="{FF2B5EF4-FFF2-40B4-BE49-F238E27FC236}">
                  <a16:creationId xmlns:a16="http://schemas.microsoft.com/office/drawing/2014/main" id="{3175F443-BF0A-8586-C17C-B63569753437}"/>
                </a:ext>
              </a:extLst>
            </p:cNvPr>
            <p:cNvSpPr/>
            <p:nvPr/>
          </p:nvSpPr>
          <p:spPr>
            <a:xfrm rot="19800000">
              <a:off x="1551344" y="1646573"/>
              <a:ext cx="97730" cy="97730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76" y="1"/>
                    <a:pt x="1" y="376"/>
                    <a:pt x="1" y="823"/>
                  </a:cubicBezTo>
                  <a:cubicBezTo>
                    <a:pt x="1" y="1283"/>
                    <a:pt x="376" y="1658"/>
                    <a:pt x="823" y="1658"/>
                  </a:cubicBezTo>
                  <a:cubicBezTo>
                    <a:pt x="1283" y="1658"/>
                    <a:pt x="1658" y="1283"/>
                    <a:pt x="1658" y="823"/>
                  </a:cubicBezTo>
                  <a:cubicBezTo>
                    <a:pt x="1658" y="376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175;p71">
              <a:extLst>
                <a:ext uri="{FF2B5EF4-FFF2-40B4-BE49-F238E27FC236}">
                  <a16:creationId xmlns:a16="http://schemas.microsoft.com/office/drawing/2014/main" id="{D86BC5C9-88EC-0A92-7398-254B4FE6F8E1}"/>
                </a:ext>
              </a:extLst>
            </p:cNvPr>
            <p:cNvSpPr/>
            <p:nvPr/>
          </p:nvSpPr>
          <p:spPr>
            <a:xfrm rot="19800000">
              <a:off x="1126106" y="2397778"/>
              <a:ext cx="97730" cy="97731"/>
            </a:xfrm>
            <a:custGeom>
              <a:avLst/>
              <a:gdLst/>
              <a:ahLst/>
              <a:cxnLst/>
              <a:rect l="l" t="t" r="r" b="b"/>
              <a:pathLst>
                <a:path w="1659" h="1659" extrusionOk="0">
                  <a:moveTo>
                    <a:pt x="823" y="1"/>
                  </a:moveTo>
                  <a:cubicBezTo>
                    <a:pt x="364" y="1"/>
                    <a:pt x="1" y="364"/>
                    <a:pt x="1" y="824"/>
                  </a:cubicBezTo>
                  <a:cubicBezTo>
                    <a:pt x="1" y="1283"/>
                    <a:pt x="364" y="1658"/>
                    <a:pt x="823" y="1658"/>
                  </a:cubicBezTo>
                  <a:cubicBezTo>
                    <a:pt x="1283" y="1658"/>
                    <a:pt x="1658" y="1283"/>
                    <a:pt x="1658" y="824"/>
                  </a:cubicBezTo>
                  <a:cubicBezTo>
                    <a:pt x="1658" y="364"/>
                    <a:pt x="1283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181;p71">
              <a:extLst>
                <a:ext uri="{FF2B5EF4-FFF2-40B4-BE49-F238E27FC236}">
                  <a16:creationId xmlns:a16="http://schemas.microsoft.com/office/drawing/2014/main" id="{2CB55008-5557-205C-C846-A27AAF3FBBEE}"/>
                </a:ext>
              </a:extLst>
            </p:cNvPr>
            <p:cNvSpPr/>
            <p:nvPr/>
          </p:nvSpPr>
          <p:spPr>
            <a:xfrm rot="19800000">
              <a:off x="1915607" y="-5958"/>
              <a:ext cx="97670" cy="97670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23" y="1"/>
                  </a:moveTo>
                  <a:cubicBezTo>
                    <a:pt x="363" y="1"/>
                    <a:pt x="0" y="376"/>
                    <a:pt x="0" y="835"/>
                  </a:cubicBezTo>
                  <a:cubicBezTo>
                    <a:pt x="0" y="1295"/>
                    <a:pt x="363" y="1658"/>
                    <a:pt x="823" y="1658"/>
                  </a:cubicBezTo>
                  <a:cubicBezTo>
                    <a:pt x="1282" y="1658"/>
                    <a:pt x="1657" y="1295"/>
                    <a:pt x="1657" y="835"/>
                  </a:cubicBezTo>
                  <a:cubicBezTo>
                    <a:pt x="1657" y="376"/>
                    <a:pt x="1282" y="1"/>
                    <a:pt x="823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184;p71">
              <a:extLst>
                <a:ext uri="{FF2B5EF4-FFF2-40B4-BE49-F238E27FC236}">
                  <a16:creationId xmlns:a16="http://schemas.microsoft.com/office/drawing/2014/main" id="{19C1285B-5656-2167-B108-50B44FE15CC3}"/>
                </a:ext>
              </a:extLst>
            </p:cNvPr>
            <p:cNvSpPr/>
            <p:nvPr/>
          </p:nvSpPr>
          <p:spPr>
            <a:xfrm rot="19800000">
              <a:off x="995685" y="161343"/>
              <a:ext cx="57021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187;p71">
              <a:extLst>
                <a:ext uri="{FF2B5EF4-FFF2-40B4-BE49-F238E27FC236}">
                  <a16:creationId xmlns:a16="http://schemas.microsoft.com/office/drawing/2014/main" id="{59F1971A-CF13-4C66-3639-158A6A380E84}"/>
                </a:ext>
              </a:extLst>
            </p:cNvPr>
            <p:cNvSpPr/>
            <p:nvPr/>
          </p:nvSpPr>
          <p:spPr>
            <a:xfrm rot="19800000">
              <a:off x="99074" y="402104"/>
              <a:ext cx="88926" cy="88926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484" y="0"/>
                  </a:moveTo>
                  <a:cubicBezTo>
                    <a:pt x="218" y="0"/>
                    <a:pt x="1" y="218"/>
                    <a:pt x="1" y="484"/>
                  </a:cubicBezTo>
                  <a:cubicBezTo>
                    <a:pt x="1" y="750"/>
                    <a:pt x="218" y="968"/>
                    <a:pt x="484" y="968"/>
                  </a:cubicBezTo>
                  <a:cubicBezTo>
                    <a:pt x="751" y="968"/>
                    <a:pt x="968" y="750"/>
                    <a:pt x="968" y="484"/>
                  </a:cubicBezTo>
                  <a:cubicBezTo>
                    <a:pt x="968" y="218"/>
                    <a:pt x="751" y="0"/>
                    <a:pt x="484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190;p71">
              <a:extLst>
                <a:ext uri="{FF2B5EF4-FFF2-40B4-BE49-F238E27FC236}">
                  <a16:creationId xmlns:a16="http://schemas.microsoft.com/office/drawing/2014/main" id="{C419E159-9DBD-B497-4982-DE10E6E93552}"/>
                </a:ext>
              </a:extLst>
            </p:cNvPr>
            <p:cNvSpPr/>
            <p:nvPr/>
          </p:nvSpPr>
          <p:spPr>
            <a:xfrm rot="19800000">
              <a:off x="834499" y="1168842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51"/>
                    <a:pt x="218" y="969"/>
                    <a:pt x="484" y="969"/>
                  </a:cubicBezTo>
                  <a:cubicBezTo>
                    <a:pt x="750" y="969"/>
                    <a:pt x="968" y="751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193;p71">
              <a:extLst>
                <a:ext uri="{FF2B5EF4-FFF2-40B4-BE49-F238E27FC236}">
                  <a16:creationId xmlns:a16="http://schemas.microsoft.com/office/drawing/2014/main" id="{9D6DDE52-D595-B0C0-D74B-4AC68F2D91D2}"/>
                </a:ext>
              </a:extLst>
            </p:cNvPr>
            <p:cNvSpPr/>
            <p:nvPr/>
          </p:nvSpPr>
          <p:spPr>
            <a:xfrm rot="19800000">
              <a:off x="582339" y="1646576"/>
              <a:ext cx="57022" cy="57081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484" y="1"/>
                  </a:moveTo>
                  <a:cubicBezTo>
                    <a:pt x="218" y="1"/>
                    <a:pt x="0" y="219"/>
                    <a:pt x="0" y="485"/>
                  </a:cubicBezTo>
                  <a:cubicBezTo>
                    <a:pt x="0" y="763"/>
                    <a:pt x="218" y="969"/>
                    <a:pt x="484" y="969"/>
                  </a:cubicBezTo>
                  <a:cubicBezTo>
                    <a:pt x="750" y="969"/>
                    <a:pt x="968" y="763"/>
                    <a:pt x="968" y="485"/>
                  </a:cubicBezTo>
                  <a:cubicBezTo>
                    <a:pt x="968" y="219"/>
                    <a:pt x="750" y="1"/>
                    <a:pt x="484" y="1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196;p71">
              <a:extLst>
                <a:ext uri="{FF2B5EF4-FFF2-40B4-BE49-F238E27FC236}">
                  <a16:creationId xmlns:a16="http://schemas.microsoft.com/office/drawing/2014/main" id="{6C4B6D9A-E096-1393-A4B3-FBB612EA4751}"/>
                </a:ext>
              </a:extLst>
            </p:cNvPr>
            <p:cNvSpPr/>
            <p:nvPr/>
          </p:nvSpPr>
          <p:spPr>
            <a:xfrm rot="19800000">
              <a:off x="-94807" y="-498993"/>
              <a:ext cx="67036" cy="57493"/>
            </a:xfrm>
            <a:custGeom>
              <a:avLst/>
              <a:gdLst/>
              <a:ahLst/>
              <a:cxnLst/>
              <a:rect l="l" t="t" r="r" b="b"/>
              <a:pathLst>
                <a:path w="1138" h="976" extrusionOk="0">
                  <a:moveTo>
                    <a:pt x="654" y="0"/>
                  </a:moveTo>
                  <a:cubicBezTo>
                    <a:pt x="218" y="0"/>
                    <a:pt x="1" y="521"/>
                    <a:pt x="303" y="835"/>
                  </a:cubicBezTo>
                  <a:cubicBezTo>
                    <a:pt x="401" y="932"/>
                    <a:pt x="522" y="976"/>
                    <a:pt x="641" y="976"/>
                  </a:cubicBezTo>
                  <a:cubicBezTo>
                    <a:pt x="893" y="976"/>
                    <a:pt x="1138" y="783"/>
                    <a:pt x="1138" y="496"/>
                  </a:cubicBezTo>
                  <a:cubicBezTo>
                    <a:pt x="1138" y="218"/>
                    <a:pt x="920" y="12"/>
                    <a:pt x="654" y="0"/>
                  </a:cubicBezTo>
                  <a:close/>
                </a:path>
              </a:pathLst>
            </a:custGeom>
            <a:solidFill>
              <a:srgbClr val="1398E9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160;p71">
              <a:extLst>
                <a:ext uri="{FF2B5EF4-FFF2-40B4-BE49-F238E27FC236}">
                  <a16:creationId xmlns:a16="http://schemas.microsoft.com/office/drawing/2014/main" id="{38589443-3D52-0389-6E2D-EABBCF6A7557}"/>
                </a:ext>
              </a:extLst>
            </p:cNvPr>
            <p:cNvSpPr/>
            <p:nvPr/>
          </p:nvSpPr>
          <p:spPr>
            <a:xfrm rot="19800000">
              <a:off x="1058112" y="-916232"/>
              <a:ext cx="85459" cy="85459"/>
            </a:xfrm>
            <a:custGeom>
              <a:avLst/>
              <a:gdLst/>
              <a:ahLst/>
              <a:cxnLst/>
              <a:rect l="l" t="t" r="r" b="b"/>
              <a:pathLst>
                <a:path w="1658" h="1658" extrusionOk="0">
                  <a:moveTo>
                    <a:pt x="835" y="0"/>
                  </a:moveTo>
                  <a:cubicBezTo>
                    <a:pt x="375" y="0"/>
                    <a:pt x="0" y="363"/>
                    <a:pt x="0" y="823"/>
                  </a:cubicBezTo>
                  <a:cubicBezTo>
                    <a:pt x="0" y="1283"/>
                    <a:pt x="375" y="1658"/>
                    <a:pt x="835" y="1658"/>
                  </a:cubicBezTo>
                  <a:cubicBezTo>
                    <a:pt x="1295" y="1658"/>
                    <a:pt x="1658" y="1283"/>
                    <a:pt x="1658" y="823"/>
                  </a:cubicBezTo>
                  <a:cubicBezTo>
                    <a:pt x="1658" y="363"/>
                    <a:pt x="1295" y="0"/>
                    <a:pt x="835" y="0"/>
                  </a:cubicBezTo>
                  <a:close/>
                </a:path>
              </a:pathLst>
            </a:custGeom>
            <a:solidFill>
              <a:srgbClr val="1399EA"/>
            </a:solidFill>
            <a:ln>
              <a:solidFill>
                <a:srgbClr val="1398E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itle 37">
            <a:extLst>
              <a:ext uri="{FF2B5EF4-FFF2-40B4-BE49-F238E27FC236}">
                <a16:creationId xmlns:a16="http://schemas.microsoft.com/office/drawing/2014/main" id="{73988448-FA5E-D42B-8F28-B2FA6E75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635" y="320498"/>
            <a:ext cx="5752729" cy="1476360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" name="Date Placeholder 3">
            <a:extLst>
              <a:ext uri="{FF2B5EF4-FFF2-40B4-BE49-F238E27FC236}">
                <a16:creationId xmlns:a16="http://schemas.microsoft.com/office/drawing/2014/main" id="{70ADA11F-4710-D13B-617E-F82275D0D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03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69823B38-7B8C-005D-D20F-6C4B53CB65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594" y="6356350"/>
            <a:ext cx="5752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0621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Title_Half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AA0F76F-5D02-063F-696A-E070CB87EA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2825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81D330-8358-3A92-78E7-4D3E2D9C2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03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15AA8EC-AE7E-A3AF-1DF5-DB6DA1D4C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594" y="6356350"/>
            <a:ext cx="5752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7812DC5-B737-CA49-CF4B-047B82A14145}"/>
              </a:ext>
            </a:extLst>
          </p:cNvPr>
          <p:cNvSpPr txBox="1">
            <a:spLocks/>
          </p:cNvSpPr>
          <p:nvPr userDrawn="1"/>
        </p:nvSpPr>
        <p:spPr>
          <a:xfrm>
            <a:off x="11518392" y="6356349"/>
            <a:ext cx="496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rgbClr val="006BAA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37">
            <a:extLst>
              <a:ext uri="{FF2B5EF4-FFF2-40B4-BE49-F238E27FC236}">
                <a16:creationId xmlns:a16="http://schemas.microsoft.com/office/drawing/2014/main" id="{D0BF1F08-D6E5-B9A5-B1D6-5428D279C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2073" y="388231"/>
            <a:ext cx="5752729" cy="1476360"/>
          </a:xfrm>
        </p:spPr>
        <p:txBody>
          <a:bodyPr>
            <a:noAutofit/>
          </a:bodyPr>
          <a:lstStyle>
            <a:lvl1pPr algn="r">
              <a:spcBef>
                <a:spcPts val="600"/>
              </a:spcBef>
              <a:spcAft>
                <a:spcPts val="600"/>
              </a:spcAft>
              <a:defRPr sz="4000">
                <a:solidFill>
                  <a:srgbClr val="2C73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847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4277734F-E8B1-47EC-82FF-8604E760D7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672" b="29712"/>
          <a:stretch/>
        </p:blipFill>
        <p:spPr>
          <a:xfrm>
            <a:off x="9271986" y="3759538"/>
            <a:ext cx="2911819" cy="3100088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BEBF06F-9CD0-6C70-03B3-6E1DFC3FB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249"/>
            <a:ext cx="10515600" cy="9310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3F3D88C-F76D-A53B-78E2-30381922A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4817"/>
            <a:ext cx="10515600" cy="4712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94BDEFA-0868-502F-535D-D2D3566E2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03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0411E26-35F4-5E52-B6AB-A007F8F899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594" y="6356350"/>
            <a:ext cx="5752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4BDC1A0-0912-3BF2-9611-8635780F2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392" y="6356349"/>
            <a:ext cx="496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6BAA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857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66E53BA6-7B13-FE32-653D-30CC9C009B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672" b="29712"/>
          <a:stretch/>
        </p:blipFill>
        <p:spPr>
          <a:xfrm>
            <a:off x="9271986" y="3759538"/>
            <a:ext cx="2911819" cy="310008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CFA509-AC18-3696-44C5-AFD172693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249"/>
            <a:ext cx="10515600" cy="9310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A67A0342-E52D-7E11-D9F5-F161CF2B1A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03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235D789-8974-B7B4-6088-EA4DAFC2E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594" y="6356350"/>
            <a:ext cx="5752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B91FC87-831A-634C-732D-19C78D02B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392" y="6356349"/>
            <a:ext cx="496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6BAA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849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No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B5F56FB4-3583-7D0D-490E-55EC6EA1E3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672" b="29712"/>
          <a:stretch/>
        </p:blipFill>
        <p:spPr>
          <a:xfrm>
            <a:off x="9271986" y="3759538"/>
            <a:ext cx="2911819" cy="31000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67EF9-0A23-C62C-0A88-C42F9B1E4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03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B9E04-14D4-81C2-2CB9-9938EDF891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594" y="6356350"/>
            <a:ext cx="5752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1D0280C-6BC5-CE2F-8DE9-FF8B84709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392" y="6356349"/>
            <a:ext cx="496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6BAA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481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Background">
    <p:bg>
      <p:bgPr>
        <a:solidFill>
          <a:srgbClr val="2C73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997FD12F-4B56-A527-EADC-C3EE6BD611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672" b="29712"/>
          <a:stretch/>
        </p:blipFill>
        <p:spPr>
          <a:xfrm>
            <a:off x="9271986" y="3759538"/>
            <a:ext cx="2911819" cy="310008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A0143B-51D0-9C44-E9E0-E4709760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249"/>
            <a:ext cx="10515600" cy="9310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16AF8E4-0933-EF82-6395-D83AC8237F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03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A3A2A89-E59B-E947-C442-E104E6742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594" y="6356350"/>
            <a:ext cx="5752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CD2DD-6697-B2CE-E51C-711254F9F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392" y="6356349"/>
            <a:ext cx="496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918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Horizontal_Hal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B30199AE-C55B-0FEC-A293-C76D4DC8D1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672" b="29712"/>
          <a:stretch/>
        </p:blipFill>
        <p:spPr>
          <a:xfrm>
            <a:off x="9271986" y="3759538"/>
            <a:ext cx="2911819" cy="3100088"/>
          </a:xfrm>
          <a:prstGeom prst="rect">
            <a:avLst/>
          </a:prstGeom>
        </p:spPr>
      </p:pic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FE00369-F7E0-F5AA-D2F0-FF5F3ABA1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03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7A5CBB0-D624-3516-E7C2-B74682A3C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594" y="6356350"/>
            <a:ext cx="5752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4F7B25-67C0-D134-43A0-190303051326}"/>
              </a:ext>
            </a:extLst>
          </p:cNvPr>
          <p:cNvSpPr/>
          <p:nvPr userDrawn="1"/>
        </p:nvSpPr>
        <p:spPr>
          <a:xfrm>
            <a:off x="0" y="-85556"/>
            <a:ext cx="12192000" cy="3514556"/>
          </a:xfrm>
          <a:prstGeom prst="rect">
            <a:avLst/>
          </a:prstGeom>
          <a:solidFill>
            <a:srgbClr val="2C7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D247847-8ADA-3CD3-7A3A-94D6A09F917C}"/>
              </a:ext>
            </a:extLst>
          </p:cNvPr>
          <p:cNvSpPr txBox="1">
            <a:spLocks/>
          </p:cNvSpPr>
          <p:nvPr userDrawn="1"/>
        </p:nvSpPr>
        <p:spPr>
          <a:xfrm>
            <a:off x="11518392" y="6356349"/>
            <a:ext cx="496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rgbClr val="006BAA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8B43626-A90D-C3D3-BE1E-D6CDBBAB3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249"/>
            <a:ext cx="10515600" cy="9310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4019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Vertical_Hal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4F7B25-67C0-D134-43A0-190303051326}"/>
              </a:ext>
            </a:extLst>
          </p:cNvPr>
          <p:cNvSpPr/>
          <p:nvPr userDrawn="1"/>
        </p:nvSpPr>
        <p:spPr>
          <a:xfrm>
            <a:off x="0" y="-85556"/>
            <a:ext cx="6096000" cy="6943556"/>
          </a:xfrm>
          <a:prstGeom prst="rect">
            <a:avLst/>
          </a:prstGeom>
          <a:solidFill>
            <a:srgbClr val="2C7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37">
            <a:extLst>
              <a:ext uri="{FF2B5EF4-FFF2-40B4-BE49-F238E27FC236}">
                <a16:creationId xmlns:a16="http://schemas.microsoft.com/office/drawing/2014/main" id="{73988448-FA5E-D42B-8F28-B2FA6E75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635" y="320498"/>
            <a:ext cx="5752729" cy="1476360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" name="Date Placeholder 3">
            <a:extLst>
              <a:ext uri="{FF2B5EF4-FFF2-40B4-BE49-F238E27FC236}">
                <a16:creationId xmlns:a16="http://schemas.microsoft.com/office/drawing/2014/main" id="{70ADA11F-4710-D13B-617E-F82275D0D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03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69823B38-7B8C-005D-D20F-6C4B53CB65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594" y="6356350"/>
            <a:ext cx="5752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C77E20AD-9E40-7333-6A8E-26B8060F8B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672" b="29712"/>
          <a:stretch/>
        </p:blipFill>
        <p:spPr>
          <a:xfrm>
            <a:off x="9271986" y="3759538"/>
            <a:ext cx="2911819" cy="3100088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459F5CB-4610-602F-ADB1-910413CA32E7}"/>
              </a:ext>
            </a:extLst>
          </p:cNvPr>
          <p:cNvSpPr txBox="1">
            <a:spLocks/>
          </p:cNvSpPr>
          <p:nvPr userDrawn="1"/>
        </p:nvSpPr>
        <p:spPr>
          <a:xfrm>
            <a:off x="11518392" y="6356349"/>
            <a:ext cx="496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rgbClr val="006BAA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314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Title_Half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0046498D-6062-F310-FC64-708DB7DDF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672" b="29712"/>
          <a:stretch/>
        </p:blipFill>
        <p:spPr>
          <a:xfrm>
            <a:off x="9271986" y="3759538"/>
            <a:ext cx="2911819" cy="3100088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AA0F76F-5D02-063F-696A-E070CB87EA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2825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81D330-8358-3A92-78E7-4D3E2D9C2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03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15AA8EC-AE7E-A3AF-1DF5-DB6DA1D4C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594" y="6356350"/>
            <a:ext cx="5752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7812DC5-B737-CA49-CF4B-047B82A14145}"/>
              </a:ext>
            </a:extLst>
          </p:cNvPr>
          <p:cNvSpPr txBox="1">
            <a:spLocks/>
          </p:cNvSpPr>
          <p:nvPr userDrawn="1"/>
        </p:nvSpPr>
        <p:spPr>
          <a:xfrm>
            <a:off x="11518392" y="6356349"/>
            <a:ext cx="496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rgbClr val="006BAA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37">
            <a:extLst>
              <a:ext uri="{FF2B5EF4-FFF2-40B4-BE49-F238E27FC236}">
                <a16:creationId xmlns:a16="http://schemas.microsoft.com/office/drawing/2014/main" id="{D0BF1F08-D6E5-B9A5-B1D6-5428D279C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2073" y="388231"/>
            <a:ext cx="5752729" cy="1476360"/>
          </a:xfrm>
        </p:spPr>
        <p:txBody>
          <a:bodyPr>
            <a:noAutofit/>
          </a:bodyPr>
          <a:lstStyle>
            <a:lvl1pPr algn="r">
              <a:spcBef>
                <a:spcPts val="600"/>
              </a:spcBef>
              <a:spcAft>
                <a:spcPts val="600"/>
              </a:spcAft>
              <a:defRPr sz="4000">
                <a:solidFill>
                  <a:srgbClr val="2C73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31229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Pictur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EA249D-4509-34F0-8673-74C998833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249"/>
            <a:ext cx="10515600" cy="9310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331C9-1774-A5A9-FD5C-86D00DAD4D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03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66187-361B-D182-A448-98F3B770F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594" y="6356350"/>
            <a:ext cx="5752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59A722-7AF1-633E-AF22-BA6A7171308B}"/>
              </a:ext>
            </a:extLst>
          </p:cNvPr>
          <p:cNvSpPr/>
          <p:nvPr userDrawn="1"/>
        </p:nvSpPr>
        <p:spPr>
          <a:xfrm>
            <a:off x="0" y="1382000"/>
            <a:ext cx="12192000" cy="4894622"/>
          </a:xfrm>
          <a:prstGeom prst="rect">
            <a:avLst/>
          </a:prstGeom>
          <a:solidFill>
            <a:srgbClr val="2C7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BB2CDA-F9CD-43AB-0EF5-B0FB1698EFC2}"/>
              </a:ext>
            </a:extLst>
          </p:cNvPr>
          <p:cNvSpPr txBox="1">
            <a:spLocks/>
          </p:cNvSpPr>
          <p:nvPr userDrawn="1"/>
        </p:nvSpPr>
        <p:spPr>
          <a:xfrm>
            <a:off x="11518392" y="6356349"/>
            <a:ext cx="496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rgbClr val="006BAA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3373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Pictur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EA249D-4509-34F0-8673-74C998833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249"/>
            <a:ext cx="10515600" cy="9310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331C9-1774-A5A9-FD5C-86D00DAD4D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03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66187-361B-D182-A448-98F3B770F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594" y="6356350"/>
            <a:ext cx="5752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59A722-7AF1-633E-AF22-BA6A7171308B}"/>
              </a:ext>
            </a:extLst>
          </p:cNvPr>
          <p:cNvSpPr/>
          <p:nvPr userDrawn="1"/>
        </p:nvSpPr>
        <p:spPr>
          <a:xfrm>
            <a:off x="0" y="1382000"/>
            <a:ext cx="12192000" cy="4894622"/>
          </a:xfrm>
          <a:prstGeom prst="rect">
            <a:avLst/>
          </a:prstGeom>
          <a:solidFill>
            <a:srgbClr val="2C7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BB2CDA-F9CD-43AB-0EF5-B0FB1698EFC2}"/>
              </a:ext>
            </a:extLst>
          </p:cNvPr>
          <p:cNvSpPr txBox="1">
            <a:spLocks/>
          </p:cNvSpPr>
          <p:nvPr userDrawn="1"/>
        </p:nvSpPr>
        <p:spPr>
          <a:xfrm>
            <a:off x="11518392" y="6356349"/>
            <a:ext cx="496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rgbClr val="006BAA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93971210-E015-F8DD-6996-0261AB2018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69" r="32672" b="29712"/>
          <a:stretch/>
        </p:blipFill>
        <p:spPr>
          <a:xfrm>
            <a:off x="9289742" y="6276622"/>
            <a:ext cx="2911819" cy="583004"/>
          </a:xfrm>
          <a:prstGeom prst="rect">
            <a:avLst/>
          </a:prstGeom>
        </p:spPr>
      </p:pic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516D6B86-BDF2-1BFC-A2A8-38732C12A1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32672" b="42893"/>
          <a:stretch/>
        </p:blipFill>
        <p:spPr>
          <a:xfrm>
            <a:off x="9281547" y="3757912"/>
            <a:ext cx="2911819" cy="251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1308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3E6C452-A4E4-42E3-A01D-0349406F8C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"/>
            <a:ext cx="12192001" cy="6857998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BA37C56-9D64-AA79-14D2-C3726D8CD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03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61A64B7-F47B-7343-BFFB-DF9D185751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594" y="6356350"/>
            <a:ext cx="5752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26413E-7086-351F-F7CB-2E6B187B40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392" y="6356349"/>
            <a:ext cx="496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6BAA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8696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4BD079-1637-1046-B551-46413BBC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E64DEC-830E-AB89-555A-9D25A3E78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988E6-D9DE-6048-A999-C033D41B1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6646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64836EA-1D08-3CC3-6B35-98B3DC1DA816}"/>
              </a:ext>
            </a:extLst>
          </p:cNvPr>
          <p:cNvSpPr/>
          <p:nvPr userDrawn="1"/>
        </p:nvSpPr>
        <p:spPr>
          <a:xfrm>
            <a:off x="0" y="911693"/>
            <a:ext cx="12192000" cy="2517307"/>
          </a:xfrm>
          <a:prstGeom prst="rect">
            <a:avLst/>
          </a:prstGeom>
          <a:solidFill>
            <a:srgbClr val="2C7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67C65C8-CA33-7D76-9988-ACC2C3D7C411}"/>
              </a:ext>
            </a:extLst>
          </p:cNvPr>
          <p:cNvGrpSpPr/>
          <p:nvPr userDrawn="1"/>
        </p:nvGrpSpPr>
        <p:grpSpPr>
          <a:xfrm>
            <a:off x="96093" y="1276205"/>
            <a:ext cx="2976563" cy="4418013"/>
            <a:chOff x="1207717" y="1068388"/>
            <a:chExt cx="2976563" cy="4418013"/>
          </a:xfrm>
        </p:grpSpPr>
        <p:grpSp>
          <p:nvGrpSpPr>
            <p:cNvPr id="9" name="Group 4">
              <a:extLst>
                <a:ext uri="{FF2B5EF4-FFF2-40B4-BE49-F238E27FC236}">
                  <a16:creationId xmlns:a16="http://schemas.microsoft.com/office/drawing/2014/main" id="{29FF19E5-2248-FCE6-07E2-5C637916D6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07717" y="1068388"/>
              <a:ext cx="2976563" cy="4418013"/>
              <a:chOff x="506" y="1159"/>
              <a:chExt cx="1875" cy="2783"/>
            </a:xfrm>
          </p:grpSpPr>
          <p:sp>
            <p:nvSpPr>
              <p:cNvPr id="11" name="Freeform 5">
                <a:extLst>
                  <a:ext uri="{FF2B5EF4-FFF2-40B4-BE49-F238E27FC236}">
                    <a16:creationId xmlns:a16="http://schemas.microsoft.com/office/drawing/2014/main" id="{1A893AEB-5D06-AB75-6BB8-7A7987F9A4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" y="1159"/>
                <a:ext cx="1875" cy="2783"/>
              </a:xfrm>
              <a:custGeom>
                <a:avLst/>
                <a:gdLst>
                  <a:gd name="T0" fmla="*/ 112 w 1528"/>
                  <a:gd name="T1" fmla="*/ 0 h 2269"/>
                  <a:gd name="T2" fmla="*/ 1416 w 1528"/>
                  <a:gd name="T3" fmla="*/ 0 h 2269"/>
                  <a:gd name="T4" fmla="*/ 1528 w 1528"/>
                  <a:gd name="T5" fmla="*/ 112 h 2269"/>
                  <a:gd name="T6" fmla="*/ 1528 w 1528"/>
                  <a:gd name="T7" fmla="*/ 2157 h 2269"/>
                  <a:gd name="T8" fmla="*/ 1416 w 1528"/>
                  <a:gd name="T9" fmla="*/ 2269 h 2269"/>
                  <a:gd name="T10" fmla="*/ 112 w 1528"/>
                  <a:gd name="T11" fmla="*/ 2269 h 2269"/>
                  <a:gd name="T12" fmla="*/ 0 w 1528"/>
                  <a:gd name="T13" fmla="*/ 2157 h 2269"/>
                  <a:gd name="T14" fmla="*/ 0 w 1528"/>
                  <a:gd name="T15" fmla="*/ 112 h 2269"/>
                  <a:gd name="T16" fmla="*/ 112 w 1528"/>
                  <a:gd name="T17" fmla="*/ 0 h 2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8" h="2269">
                    <a:moveTo>
                      <a:pt x="112" y="0"/>
                    </a:moveTo>
                    <a:cubicBezTo>
                      <a:pt x="1416" y="0"/>
                      <a:pt x="1416" y="0"/>
                      <a:pt x="1416" y="0"/>
                    </a:cubicBezTo>
                    <a:cubicBezTo>
                      <a:pt x="1477" y="0"/>
                      <a:pt x="1528" y="50"/>
                      <a:pt x="1528" y="112"/>
                    </a:cubicBezTo>
                    <a:cubicBezTo>
                      <a:pt x="1528" y="2157"/>
                      <a:pt x="1528" y="2157"/>
                      <a:pt x="1528" y="2157"/>
                    </a:cubicBezTo>
                    <a:cubicBezTo>
                      <a:pt x="1528" y="2218"/>
                      <a:pt x="1477" y="2269"/>
                      <a:pt x="1416" y="2269"/>
                    </a:cubicBezTo>
                    <a:cubicBezTo>
                      <a:pt x="112" y="2269"/>
                      <a:pt x="112" y="2269"/>
                      <a:pt x="112" y="2269"/>
                    </a:cubicBezTo>
                    <a:cubicBezTo>
                      <a:pt x="50" y="2269"/>
                      <a:pt x="0" y="2218"/>
                      <a:pt x="0" y="215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50"/>
                      <a:pt x="50" y="0"/>
                      <a:pt x="112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Oval 7">
                <a:extLst>
                  <a:ext uri="{FF2B5EF4-FFF2-40B4-BE49-F238E27FC236}">
                    <a16:creationId xmlns:a16="http://schemas.microsoft.com/office/drawing/2014/main" id="{411B92B3-0693-CBFA-71DA-8708C6504F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3" y="3738"/>
                <a:ext cx="140" cy="139"/>
              </a:xfrm>
              <a:prstGeom prst="ellipse">
                <a:avLst/>
              </a:prstGeom>
              <a:solidFill>
                <a:srgbClr val="D3D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Oval 8">
                <a:extLst>
                  <a:ext uri="{FF2B5EF4-FFF2-40B4-BE49-F238E27FC236}">
                    <a16:creationId xmlns:a16="http://schemas.microsoft.com/office/drawing/2014/main" id="{6421B166-C79D-5F4B-E2AD-1CF119A579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6" y="1291"/>
                <a:ext cx="35" cy="34"/>
              </a:xfrm>
              <a:prstGeom prst="ellipse">
                <a:avLst/>
              </a:prstGeom>
              <a:solidFill>
                <a:srgbClr val="C4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pic>
          <p:nvPicPr>
            <p:cNvPr id="10" name="Picture 9" descr="A red button with a phone and a call symbol&#10;&#10;Description automatically generated">
              <a:extLst>
                <a:ext uri="{FF2B5EF4-FFF2-40B4-BE49-F238E27FC236}">
                  <a16:creationId xmlns:a16="http://schemas.microsoft.com/office/drawing/2014/main" id="{35D6EFB0-BA6F-6EE2-1337-7FC8EBF1B4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79" r="14805" b="7153"/>
            <a:stretch/>
          </p:blipFill>
          <p:spPr>
            <a:xfrm>
              <a:off x="1314877" y="1371599"/>
              <a:ext cx="2760655" cy="355917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34FA4C5-EE4D-EF22-44C9-CC0A334F0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6143" y="1276205"/>
            <a:ext cx="7231560" cy="9310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 descr="A blue and black logo&#10;&#10;Description automatically generated with low confidence">
            <a:extLst>
              <a:ext uri="{FF2B5EF4-FFF2-40B4-BE49-F238E27FC236}">
                <a16:creationId xmlns:a16="http://schemas.microsoft.com/office/drawing/2014/main" id="{108F01CE-A066-0273-FA79-B768F6D700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592" y="1352035"/>
            <a:ext cx="1525155" cy="7793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1167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786F28-24E2-4B9E-8A41-A05BCD5FB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249"/>
            <a:ext cx="10515600" cy="9310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E6C96-5A96-4A4D-B3E2-EE26B080D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4817"/>
            <a:ext cx="10515600" cy="4712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B698-624B-4BEB-B80F-EB59A1631B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603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4F0058-A95B-44F1-B293-9FD22A36ED14}" type="datetimeFigureOut">
              <a:rPr lang="en-US" smtClean="0"/>
              <a:pPr/>
              <a:t>12-Nov-24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CD5DB-3E2D-4F02-8D42-2C21E5F99A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22594" y="6356350"/>
            <a:ext cx="5752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D730B-63DE-41B1-859A-0B69B7D96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392" y="6356349"/>
            <a:ext cx="496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2C73B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2B78834-8EBD-4CC7-B0FC-6CA94A8CE13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320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2" r:id="rId2"/>
    <p:sldLayoutId id="2147483680" r:id="rId3"/>
    <p:sldLayoutId id="2147483688" r:id="rId4"/>
    <p:sldLayoutId id="2147483693" r:id="rId5"/>
    <p:sldLayoutId id="2147483700" r:id="rId6"/>
    <p:sldLayoutId id="2147483694" r:id="rId7"/>
    <p:sldLayoutId id="2147483695" r:id="rId8"/>
    <p:sldLayoutId id="2147483696" r:id="rId9"/>
    <p:sldLayoutId id="2147483703" r:id="rId10"/>
    <p:sldLayoutId id="2147483705" r:id="rId11"/>
    <p:sldLayoutId id="2147483706" r:id="rId12"/>
    <p:sldLayoutId id="2147483708" r:id="rId13"/>
    <p:sldLayoutId id="2147483697" r:id="rId14"/>
    <p:sldLayoutId id="2147483698" r:id="rId15"/>
    <p:sldLayoutId id="2147483699" r:id="rId16"/>
    <p:sldLayoutId id="2147483704" r:id="rId17"/>
    <p:sldLayoutId id="2147483668" r:id="rId18"/>
    <p:sldLayoutId id="2147483707" r:id="rId19"/>
    <p:sldLayoutId id="2147483670" r:id="rId20"/>
    <p:sldLayoutId id="2147483663" r:id="rId21"/>
    <p:sldLayoutId id="2147483713" r:id="rId22"/>
    <p:sldLayoutId id="2147483687" r:id="rId23"/>
    <p:sldLayoutId id="2147483701" r:id="rId24"/>
    <p:sldLayoutId id="2147483714" r:id="rId25"/>
  </p:sldLayoutIdLst>
  <p:txStyles>
    <p:titleStyle>
      <a:lvl1pPr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None/>
        <a:defRPr sz="4000" b="1" kern="1200">
          <a:solidFill>
            <a:srgbClr val="2C73B9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300"/>
        </a:spcBef>
        <a:buClr>
          <a:srgbClr val="006BAA"/>
        </a:buClr>
        <a:buFont typeface="Arial" panose="020B0604020202020204" pitchFamily="34" charset="0"/>
        <a:buChar char="•"/>
        <a:defRPr sz="2800" kern="1200">
          <a:solidFill>
            <a:srgbClr val="41414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Clr>
          <a:srgbClr val="006BAA"/>
        </a:buClr>
        <a:buFont typeface="Wingdings" panose="05000000000000000000" pitchFamily="2" charset="2"/>
        <a:buChar char="§"/>
        <a:defRPr sz="2400" kern="1200">
          <a:solidFill>
            <a:srgbClr val="41414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Clr>
          <a:srgbClr val="006BAA"/>
        </a:buClr>
        <a:buFont typeface="Arial" panose="020B0604020202020204" pitchFamily="34" charset="0"/>
        <a:buChar char="•"/>
        <a:defRPr sz="2000" kern="1200">
          <a:solidFill>
            <a:srgbClr val="41414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300"/>
        </a:spcBef>
        <a:buClr>
          <a:srgbClr val="006BAA"/>
        </a:buClr>
        <a:buFont typeface="Arial" panose="020B0604020202020204" pitchFamily="34" charset="0"/>
        <a:buChar char="•"/>
        <a:defRPr sz="1800" kern="1200">
          <a:solidFill>
            <a:srgbClr val="41414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300"/>
        </a:spcBef>
        <a:buClr>
          <a:srgbClr val="006BAA"/>
        </a:buClr>
        <a:buFont typeface="Arial" panose="020B0604020202020204" pitchFamily="34" charset="0"/>
        <a:buChar char="•"/>
        <a:defRPr sz="1800" kern="1200">
          <a:solidFill>
            <a:srgbClr val="41414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6.png"/><Relationship Id="rId7" Type="http://schemas.openxmlformats.org/officeDocument/2006/relationships/image" Target="../media/image22.sv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9.png"/><Relationship Id="rId4" Type="http://schemas.openxmlformats.org/officeDocument/2006/relationships/image" Target="../media/image27.png"/><Relationship Id="rId9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50.sv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48.sv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eobrava.wordpress.com/2016/05/10/how-industry-4-0-strategies-deliver-benefits-to-the-pioneers/" TargetMode="External"/><Relationship Id="rId7" Type="http://schemas.openxmlformats.org/officeDocument/2006/relationships/image" Target="../media/image55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hyperlink" Target="https://pixabay.com/en/book-read-books-learn-text-icon-1157658/" TargetMode="Externa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58.svg"/><Relationship Id="rId7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60.svg"/><Relationship Id="rId4" Type="http://schemas.openxmlformats.org/officeDocument/2006/relationships/image" Target="../media/image42.png"/><Relationship Id="rId9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g"/><Relationship Id="rId13" Type="http://schemas.openxmlformats.org/officeDocument/2006/relationships/image" Target="../media/image58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image" Target="../media/image47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jp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jpe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4.png"/><Relationship Id="rId18" Type="http://schemas.openxmlformats.org/officeDocument/2006/relationships/image" Target="../media/image89.jpg"/><Relationship Id="rId26" Type="http://schemas.openxmlformats.org/officeDocument/2006/relationships/image" Target="../media/image97.png"/><Relationship Id="rId39" Type="http://schemas.openxmlformats.org/officeDocument/2006/relationships/image" Target="../media/image110.png"/><Relationship Id="rId21" Type="http://schemas.openxmlformats.org/officeDocument/2006/relationships/image" Target="../media/image92.png"/><Relationship Id="rId34" Type="http://schemas.openxmlformats.org/officeDocument/2006/relationships/image" Target="../media/image105.png"/><Relationship Id="rId42" Type="http://schemas.openxmlformats.org/officeDocument/2006/relationships/image" Target="../media/image113.png"/><Relationship Id="rId47" Type="http://schemas.openxmlformats.org/officeDocument/2006/relationships/image" Target="../media/image118.png"/><Relationship Id="rId50" Type="http://schemas.openxmlformats.org/officeDocument/2006/relationships/image" Target="../media/image121.png"/><Relationship Id="rId7" Type="http://schemas.openxmlformats.org/officeDocument/2006/relationships/image" Target="../media/image78.jpeg"/><Relationship Id="rId2" Type="http://schemas.openxmlformats.org/officeDocument/2006/relationships/image" Target="../media/image73.jpeg"/><Relationship Id="rId16" Type="http://schemas.openxmlformats.org/officeDocument/2006/relationships/image" Target="../media/image87.png"/><Relationship Id="rId29" Type="http://schemas.openxmlformats.org/officeDocument/2006/relationships/image" Target="../media/image100.png"/><Relationship Id="rId11" Type="http://schemas.openxmlformats.org/officeDocument/2006/relationships/image" Target="../media/image82.png"/><Relationship Id="rId24" Type="http://schemas.openxmlformats.org/officeDocument/2006/relationships/image" Target="../media/image95.jpeg"/><Relationship Id="rId32" Type="http://schemas.openxmlformats.org/officeDocument/2006/relationships/image" Target="../media/image103.png"/><Relationship Id="rId37" Type="http://schemas.openxmlformats.org/officeDocument/2006/relationships/image" Target="../media/image108.png"/><Relationship Id="rId40" Type="http://schemas.openxmlformats.org/officeDocument/2006/relationships/image" Target="../media/image111.jpg"/><Relationship Id="rId45" Type="http://schemas.openxmlformats.org/officeDocument/2006/relationships/image" Target="../media/image116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23" Type="http://schemas.openxmlformats.org/officeDocument/2006/relationships/image" Target="../media/image94.png"/><Relationship Id="rId28" Type="http://schemas.openxmlformats.org/officeDocument/2006/relationships/image" Target="../media/image99.png"/><Relationship Id="rId36" Type="http://schemas.openxmlformats.org/officeDocument/2006/relationships/image" Target="../media/image107.png"/><Relationship Id="rId49" Type="http://schemas.openxmlformats.org/officeDocument/2006/relationships/image" Target="../media/image120.png"/><Relationship Id="rId10" Type="http://schemas.openxmlformats.org/officeDocument/2006/relationships/image" Target="../media/image81.png"/><Relationship Id="rId19" Type="http://schemas.openxmlformats.org/officeDocument/2006/relationships/image" Target="../media/image90.png"/><Relationship Id="rId31" Type="http://schemas.openxmlformats.org/officeDocument/2006/relationships/image" Target="../media/image102.png"/><Relationship Id="rId44" Type="http://schemas.openxmlformats.org/officeDocument/2006/relationships/image" Target="../media/image115.jpe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Relationship Id="rId22" Type="http://schemas.openxmlformats.org/officeDocument/2006/relationships/image" Target="../media/image93.jpeg"/><Relationship Id="rId27" Type="http://schemas.openxmlformats.org/officeDocument/2006/relationships/image" Target="../media/image98.png"/><Relationship Id="rId30" Type="http://schemas.openxmlformats.org/officeDocument/2006/relationships/image" Target="../media/image101.png"/><Relationship Id="rId35" Type="http://schemas.openxmlformats.org/officeDocument/2006/relationships/image" Target="../media/image106.png"/><Relationship Id="rId43" Type="http://schemas.openxmlformats.org/officeDocument/2006/relationships/image" Target="../media/image114.png"/><Relationship Id="rId48" Type="http://schemas.openxmlformats.org/officeDocument/2006/relationships/image" Target="../media/image119.png"/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5" Type="http://schemas.openxmlformats.org/officeDocument/2006/relationships/image" Target="../media/image96.png"/><Relationship Id="rId33" Type="http://schemas.openxmlformats.org/officeDocument/2006/relationships/image" Target="../media/image104.png"/><Relationship Id="rId38" Type="http://schemas.openxmlformats.org/officeDocument/2006/relationships/image" Target="../media/image109.png"/><Relationship Id="rId46" Type="http://schemas.openxmlformats.org/officeDocument/2006/relationships/image" Target="../media/image117.png"/><Relationship Id="rId20" Type="http://schemas.openxmlformats.org/officeDocument/2006/relationships/image" Target="../media/image91.jpg"/><Relationship Id="rId41" Type="http://schemas.openxmlformats.org/officeDocument/2006/relationships/image" Target="../media/image1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7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23.png"/><Relationship Id="rId4" Type="http://schemas.openxmlformats.org/officeDocument/2006/relationships/image" Target="../media/image14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5151E6-8F1E-496D-AFEF-DB01052F4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Company Profile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ED1A2B1-A92E-B73E-6794-461FACC6C7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AEGIS IT RESEARCH GmbH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437D5F4-18B7-227D-8863-034D895C3FA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9" t="-316" r="18903" b="316"/>
          <a:stretch/>
        </p:blipFill>
        <p:spPr>
          <a:xfrm flipH="1">
            <a:off x="4373599" y="-15581"/>
            <a:ext cx="7833629" cy="4929172"/>
          </a:xfrm>
        </p:spPr>
      </p:pic>
    </p:spTree>
    <p:extLst>
      <p:ext uri="{BB962C8B-B14F-4D97-AF65-F5344CB8AC3E}">
        <p14:creationId xmlns:p14="http://schemas.microsoft.com/office/powerpoint/2010/main" val="2383992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C830156-0480-6784-F611-BEE136C15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center of innovation </a:t>
            </a:r>
            <a:br>
              <a:rPr lang="en-US" dirty="0"/>
            </a:br>
            <a:r>
              <a:rPr lang="en-US" dirty="0"/>
              <a:t>and excellence!</a:t>
            </a:r>
          </a:p>
        </p:txBody>
      </p:sp>
      <p:pic>
        <p:nvPicPr>
          <p:cNvPr id="20" name="Picture Placeholder 19" descr="A room with a table and chairs&#10;&#10;Description automatically generated">
            <a:extLst>
              <a:ext uri="{FF2B5EF4-FFF2-40B4-BE49-F238E27FC236}">
                <a16:creationId xmlns:a16="http://schemas.microsoft.com/office/drawing/2014/main" id="{0104E1C0-60EB-D551-6134-2CC71DE20C0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9" r="7129"/>
          <a:stretch>
            <a:fillRect/>
          </a:stretch>
        </p:blipFill>
        <p:spPr/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F05A854-7BB7-E832-EFC1-549E5F386B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Turn world-class research and innovation in Computer Science into products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2BF5CB-E0B8-ED4E-D713-F3642F9B8804}"/>
              </a:ext>
            </a:extLst>
          </p:cNvPr>
          <p:cNvSpPr txBox="1"/>
          <p:nvPr/>
        </p:nvSpPr>
        <p:spPr>
          <a:xfrm>
            <a:off x="7685867" y="3601415"/>
            <a:ext cx="35767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2C73B9"/>
                </a:solidFill>
                <a:latin typeface="+mj-lt"/>
                <a:cs typeface="Assistant" pitchFamily="2" charset="-79"/>
              </a:rPr>
              <a:t>A multidisciplinary group of more than 40 experts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00C845-C88B-147C-9C1F-AEB4CB3ECCC5}"/>
              </a:ext>
            </a:extLst>
          </p:cNvPr>
          <p:cNvSpPr txBox="1"/>
          <p:nvPr/>
        </p:nvSpPr>
        <p:spPr>
          <a:xfrm>
            <a:off x="7685866" y="4676682"/>
            <a:ext cx="35767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C73B9"/>
                </a:solidFill>
                <a:latin typeface="+mj-lt"/>
                <a:cs typeface="Assistant" pitchFamily="2" charset="-79"/>
              </a:rPr>
              <a:t>Highly skilled personnel of ICT Researchers, Project Managers, S/W Developers, Security Experts, SSH, Legal and Ethics Advisors </a:t>
            </a:r>
          </a:p>
        </p:txBody>
      </p:sp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B111D622-D5F4-53AD-8E0F-80ECAF3A8BF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3" r="3833"/>
          <a:stretch/>
        </p:blipFill>
        <p:spPr/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EB8DCC9-B9B7-3956-612B-B69530CAD992}"/>
              </a:ext>
            </a:extLst>
          </p:cNvPr>
          <p:cNvSpPr txBox="1"/>
          <p:nvPr/>
        </p:nvSpPr>
        <p:spPr>
          <a:xfrm>
            <a:off x="329264" y="864982"/>
            <a:ext cx="1908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414141"/>
                </a:solidFill>
                <a:latin typeface="+mj-lt"/>
                <a:cs typeface="Krub" panose="00000500000000000000" pitchFamily="2" charset="-34"/>
              </a:rPr>
              <a:t>ICT SME based in Germany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9CADFB9-7EF0-5261-EC7A-3E9EB11BC31B}"/>
              </a:ext>
            </a:extLst>
          </p:cNvPr>
          <p:cNvSpPr txBox="1">
            <a:spLocks/>
          </p:cNvSpPr>
          <p:nvPr/>
        </p:nvSpPr>
        <p:spPr>
          <a:xfrm>
            <a:off x="7441864" y="6329824"/>
            <a:ext cx="4064752" cy="425417"/>
          </a:xfrm>
          <a:prstGeom prst="rect">
            <a:avLst/>
          </a:prstGeom>
          <a:solidFill>
            <a:srgbClr val="1398E9">
              <a:alpha val="25098"/>
            </a:srgbClr>
          </a:solidFill>
        </p:spPr>
        <p:txBody>
          <a:bodyPr vert="horz" lIns="91440" tIns="45720" rIns="91440" bIns="45720" rtlCol="0" anchor="ctr" anchorCtr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006BAA"/>
              </a:buClr>
              <a:buFont typeface="Arial" panose="020B0604020202020204" pitchFamily="34" charset="0"/>
              <a:buNone/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006BAA"/>
              </a:buClr>
              <a:buFont typeface="Wingdings" panose="05000000000000000000" pitchFamily="2" charset="2"/>
              <a:buNone/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006BAA"/>
              </a:buClr>
              <a:buFont typeface="Arial" panose="020B0604020202020204" pitchFamily="34" charset="0"/>
              <a:buNone/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006BAA"/>
              </a:buClr>
              <a:buFont typeface="Arial" panose="020B0604020202020204" pitchFamily="34" charset="0"/>
              <a:buNone/>
              <a:defRPr lang="en-US" sz="2400" kern="120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006BAA"/>
              </a:buClr>
              <a:buFont typeface="Arial" panose="020B0604020202020204" pitchFamily="34" charset="0"/>
              <a:buNone/>
              <a:defRPr lang="en-US" sz="2400" kern="120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General Director</a:t>
            </a:r>
            <a:r>
              <a:rPr lang="en-US" sz="1600" b="1" dirty="0"/>
              <a:t>: Prof. Vassilis </a:t>
            </a:r>
            <a:r>
              <a:rPr lang="en-US" sz="1600" b="1" dirty="0" err="1"/>
              <a:t>Prevelakis</a:t>
            </a:r>
            <a:r>
              <a:rPr lang="en-US" sz="16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0521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8CFBC1E-9076-5E4E-F128-A10197F47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AEGIS Roadmap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05D195ED-4314-B287-85AE-7DDB9EA2A4E0}"/>
              </a:ext>
            </a:extLst>
          </p:cNvPr>
          <p:cNvSpPr>
            <a:spLocks/>
          </p:cNvSpPr>
          <p:nvPr/>
        </p:nvSpPr>
        <p:spPr bwMode="auto">
          <a:xfrm flipV="1">
            <a:off x="1096248" y="2800567"/>
            <a:ext cx="8334623" cy="3701184"/>
          </a:xfrm>
          <a:custGeom>
            <a:avLst/>
            <a:gdLst>
              <a:gd name="T0" fmla="*/ 7682 w 7682"/>
              <a:gd name="T1" fmla="*/ 3040 h 3738"/>
              <a:gd name="T2" fmla="*/ 0 w 7682"/>
              <a:gd name="T3" fmla="*/ 0 h 3738"/>
              <a:gd name="T4" fmla="*/ 6614 w 7682"/>
              <a:gd name="T5" fmla="*/ 3738 h 3738"/>
              <a:gd name="T6" fmla="*/ 7682 w 7682"/>
              <a:gd name="T7" fmla="*/ 3738 h 3738"/>
              <a:gd name="T8" fmla="*/ 7682 w 7682"/>
              <a:gd name="T9" fmla="*/ 3040 h 3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2" h="3738">
                <a:moveTo>
                  <a:pt x="7682" y="3040"/>
                </a:moveTo>
                <a:lnTo>
                  <a:pt x="0" y="0"/>
                </a:lnTo>
                <a:lnTo>
                  <a:pt x="6614" y="3738"/>
                </a:lnTo>
                <a:lnTo>
                  <a:pt x="7682" y="3738"/>
                </a:lnTo>
                <a:lnTo>
                  <a:pt x="7682" y="3040"/>
                </a:lnTo>
                <a:close/>
              </a:path>
            </a:pathLst>
          </a:custGeom>
          <a:solidFill>
            <a:srgbClr val="2C73B9">
              <a:alpha val="74902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Segoe UI" panose="020B05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74D3B0-3EC2-C5F3-730F-874FFA615E4C}"/>
              </a:ext>
            </a:extLst>
          </p:cNvPr>
          <p:cNvCxnSpPr>
            <a:cxnSpLocks/>
          </p:cNvCxnSpPr>
          <p:nvPr/>
        </p:nvCxnSpPr>
        <p:spPr>
          <a:xfrm flipV="1">
            <a:off x="1762905" y="3112732"/>
            <a:ext cx="7152495" cy="3083281"/>
          </a:xfrm>
          <a:prstGeom prst="line">
            <a:avLst/>
          </a:prstGeom>
          <a:ln w="50800" cap="flat">
            <a:solidFill>
              <a:schemeClr val="bg1">
                <a:lumMod val="95000"/>
              </a:schemeClr>
            </a:solidFill>
            <a:prstDash val="sys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EFF17B8-2568-59C3-5C2A-186F7E520605}"/>
              </a:ext>
            </a:extLst>
          </p:cNvPr>
          <p:cNvGrpSpPr/>
          <p:nvPr/>
        </p:nvGrpSpPr>
        <p:grpSpPr>
          <a:xfrm>
            <a:off x="7025278" y="825225"/>
            <a:ext cx="2841098" cy="2879847"/>
            <a:chOff x="7025278" y="825225"/>
            <a:chExt cx="2841098" cy="2879847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29C2E15-2F7F-605F-7F24-24942694FF4A}"/>
                </a:ext>
              </a:extLst>
            </p:cNvPr>
            <p:cNvCxnSpPr>
              <a:cxnSpLocks/>
              <a:stCxn id="50" idx="0"/>
              <a:endCxn id="52" idx="4"/>
            </p:cNvCxnSpPr>
            <p:nvPr/>
          </p:nvCxnSpPr>
          <p:spPr>
            <a:xfrm flipV="1">
              <a:off x="7610498" y="2606510"/>
              <a:ext cx="1" cy="990612"/>
            </a:xfrm>
            <a:prstGeom prst="line">
              <a:avLst/>
            </a:prstGeom>
            <a:ln w="25400">
              <a:solidFill>
                <a:srgbClr val="2C73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435D87E-0537-2034-D143-24ABFFF1EE24}"/>
                </a:ext>
              </a:extLst>
            </p:cNvPr>
            <p:cNvSpPr/>
            <p:nvPr/>
          </p:nvSpPr>
          <p:spPr>
            <a:xfrm>
              <a:off x="7556523" y="3597122"/>
              <a:ext cx="107950" cy="107950"/>
            </a:xfrm>
            <a:prstGeom prst="ellipse">
              <a:avLst/>
            </a:prstGeom>
            <a:solidFill>
              <a:srgbClr val="2C73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182190B-2C31-2977-81BA-F17D4732EF18}"/>
                </a:ext>
              </a:extLst>
            </p:cNvPr>
            <p:cNvSpPr/>
            <p:nvPr/>
          </p:nvSpPr>
          <p:spPr>
            <a:xfrm>
              <a:off x="7249374" y="1808425"/>
              <a:ext cx="722249" cy="722249"/>
            </a:xfrm>
            <a:prstGeom prst="ellipse">
              <a:avLst/>
            </a:prstGeom>
            <a:solidFill>
              <a:srgbClr val="2C73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EFF6A5A-519B-09C6-57A2-10CE683DDCC5}"/>
                </a:ext>
              </a:extLst>
            </p:cNvPr>
            <p:cNvSpPr/>
            <p:nvPr/>
          </p:nvSpPr>
          <p:spPr>
            <a:xfrm>
              <a:off x="7173538" y="1732589"/>
              <a:ext cx="873921" cy="873921"/>
            </a:xfrm>
            <a:prstGeom prst="ellipse">
              <a:avLst/>
            </a:prstGeom>
            <a:noFill/>
            <a:ln w="25400">
              <a:solidFill>
                <a:srgbClr val="2C73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</a:endParaRPr>
            </a:p>
          </p:txBody>
        </p:sp>
        <p:sp>
          <p:nvSpPr>
            <p:cNvPr id="53" name="Freeform 37">
              <a:extLst>
                <a:ext uri="{FF2B5EF4-FFF2-40B4-BE49-F238E27FC236}">
                  <a16:creationId xmlns:a16="http://schemas.microsoft.com/office/drawing/2014/main" id="{BCB9F4EB-4A6F-DC27-CE70-099F087493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6626" y="1964465"/>
              <a:ext cx="416254" cy="416254"/>
            </a:xfrm>
            <a:custGeom>
              <a:avLst/>
              <a:gdLst>
                <a:gd name="T0" fmla="*/ 83 w 83"/>
                <a:gd name="T1" fmla="*/ 49 h 83"/>
                <a:gd name="T2" fmla="*/ 83 w 83"/>
                <a:gd name="T3" fmla="*/ 35 h 83"/>
                <a:gd name="T4" fmla="*/ 72 w 83"/>
                <a:gd name="T5" fmla="*/ 33 h 83"/>
                <a:gd name="T6" fmla="*/ 69 w 83"/>
                <a:gd name="T7" fmla="*/ 27 h 83"/>
                <a:gd name="T8" fmla="*/ 75 w 83"/>
                <a:gd name="T9" fmla="*/ 17 h 83"/>
                <a:gd name="T10" fmla="*/ 75 w 83"/>
                <a:gd name="T11" fmla="*/ 17 h 83"/>
                <a:gd name="T12" fmla="*/ 75 w 83"/>
                <a:gd name="T13" fmla="*/ 17 h 83"/>
                <a:gd name="T14" fmla="*/ 66 w 83"/>
                <a:gd name="T15" fmla="*/ 8 h 83"/>
                <a:gd name="T16" fmla="*/ 56 w 83"/>
                <a:gd name="T17" fmla="*/ 14 h 83"/>
                <a:gd name="T18" fmla="*/ 50 w 83"/>
                <a:gd name="T19" fmla="*/ 12 h 83"/>
                <a:gd name="T20" fmla="*/ 48 w 83"/>
                <a:gd name="T21" fmla="*/ 0 h 83"/>
                <a:gd name="T22" fmla="*/ 34 w 83"/>
                <a:gd name="T23" fmla="*/ 0 h 83"/>
                <a:gd name="T24" fmla="*/ 32 w 83"/>
                <a:gd name="T25" fmla="*/ 12 h 83"/>
                <a:gd name="T26" fmla="*/ 26 w 83"/>
                <a:gd name="T27" fmla="*/ 14 h 83"/>
                <a:gd name="T28" fmla="*/ 17 w 83"/>
                <a:gd name="T29" fmla="*/ 8 h 83"/>
                <a:gd name="T30" fmla="*/ 7 w 83"/>
                <a:gd name="T31" fmla="*/ 17 h 83"/>
                <a:gd name="T32" fmla="*/ 14 w 83"/>
                <a:gd name="T33" fmla="*/ 27 h 83"/>
                <a:gd name="T34" fmla="*/ 11 w 83"/>
                <a:gd name="T35" fmla="*/ 33 h 83"/>
                <a:gd name="T36" fmla="*/ 0 w 83"/>
                <a:gd name="T37" fmla="*/ 35 h 83"/>
                <a:gd name="T38" fmla="*/ 0 w 83"/>
                <a:gd name="T39" fmla="*/ 49 h 83"/>
                <a:gd name="T40" fmla="*/ 11 w 83"/>
                <a:gd name="T41" fmla="*/ 51 h 83"/>
                <a:gd name="T42" fmla="*/ 14 w 83"/>
                <a:gd name="T43" fmla="*/ 57 h 83"/>
                <a:gd name="T44" fmla="*/ 7 w 83"/>
                <a:gd name="T45" fmla="*/ 66 h 83"/>
                <a:gd name="T46" fmla="*/ 17 w 83"/>
                <a:gd name="T47" fmla="*/ 76 h 83"/>
                <a:gd name="T48" fmla="*/ 26 w 83"/>
                <a:gd name="T49" fmla="*/ 70 h 83"/>
                <a:gd name="T50" fmla="*/ 32 w 83"/>
                <a:gd name="T51" fmla="*/ 72 h 83"/>
                <a:gd name="T52" fmla="*/ 34 w 83"/>
                <a:gd name="T53" fmla="*/ 83 h 83"/>
                <a:gd name="T54" fmla="*/ 48 w 83"/>
                <a:gd name="T55" fmla="*/ 83 h 83"/>
                <a:gd name="T56" fmla="*/ 50 w 83"/>
                <a:gd name="T57" fmla="*/ 72 h 83"/>
                <a:gd name="T58" fmla="*/ 56 w 83"/>
                <a:gd name="T59" fmla="*/ 70 h 83"/>
                <a:gd name="T60" fmla="*/ 66 w 83"/>
                <a:gd name="T61" fmla="*/ 76 h 83"/>
                <a:gd name="T62" fmla="*/ 66 w 83"/>
                <a:gd name="T63" fmla="*/ 76 h 83"/>
                <a:gd name="T64" fmla="*/ 66 w 83"/>
                <a:gd name="T65" fmla="*/ 76 h 83"/>
                <a:gd name="T66" fmla="*/ 75 w 83"/>
                <a:gd name="T67" fmla="*/ 66 h 83"/>
                <a:gd name="T68" fmla="*/ 69 w 83"/>
                <a:gd name="T69" fmla="*/ 57 h 83"/>
                <a:gd name="T70" fmla="*/ 72 w 83"/>
                <a:gd name="T71" fmla="*/ 51 h 83"/>
                <a:gd name="T72" fmla="*/ 83 w 83"/>
                <a:gd name="T73" fmla="*/ 49 h 83"/>
                <a:gd name="T74" fmla="*/ 41 w 83"/>
                <a:gd name="T75" fmla="*/ 59 h 83"/>
                <a:gd name="T76" fmla="*/ 24 w 83"/>
                <a:gd name="T77" fmla="*/ 42 h 83"/>
                <a:gd name="T78" fmla="*/ 41 w 83"/>
                <a:gd name="T79" fmla="*/ 25 h 83"/>
                <a:gd name="T80" fmla="*/ 58 w 83"/>
                <a:gd name="T81" fmla="*/ 42 h 83"/>
                <a:gd name="T82" fmla="*/ 41 w 83"/>
                <a:gd name="T83" fmla="*/ 5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3" h="83">
                  <a:moveTo>
                    <a:pt x="83" y="49"/>
                  </a:moveTo>
                  <a:cubicBezTo>
                    <a:pt x="83" y="35"/>
                    <a:pt x="83" y="35"/>
                    <a:pt x="83" y="35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1" y="31"/>
                    <a:pt x="70" y="29"/>
                    <a:pt x="69" y="2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54" y="13"/>
                    <a:pt x="52" y="12"/>
                    <a:pt x="50" y="12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0" y="12"/>
                    <a:pt x="28" y="13"/>
                    <a:pt x="26" y="14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3" y="29"/>
                    <a:pt x="12" y="31"/>
                    <a:pt x="11" y="33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11" y="51"/>
                    <a:pt x="11" y="51"/>
                    <a:pt x="11" y="51"/>
                  </a:cubicBezTo>
                  <a:cubicBezTo>
                    <a:pt x="12" y="53"/>
                    <a:pt x="13" y="55"/>
                    <a:pt x="14" y="57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28" y="71"/>
                    <a:pt x="30" y="71"/>
                    <a:pt x="32" y="72"/>
                  </a:cubicBezTo>
                  <a:cubicBezTo>
                    <a:pt x="34" y="83"/>
                    <a:pt x="34" y="83"/>
                    <a:pt x="34" y="83"/>
                  </a:cubicBezTo>
                  <a:cubicBezTo>
                    <a:pt x="48" y="83"/>
                    <a:pt x="48" y="83"/>
                    <a:pt x="48" y="83"/>
                  </a:cubicBezTo>
                  <a:cubicBezTo>
                    <a:pt x="50" y="72"/>
                    <a:pt x="50" y="72"/>
                    <a:pt x="50" y="72"/>
                  </a:cubicBezTo>
                  <a:cubicBezTo>
                    <a:pt x="52" y="71"/>
                    <a:pt x="54" y="71"/>
                    <a:pt x="56" y="70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75" y="66"/>
                    <a:pt x="75" y="66"/>
                    <a:pt x="75" y="66"/>
                  </a:cubicBezTo>
                  <a:cubicBezTo>
                    <a:pt x="69" y="57"/>
                    <a:pt x="69" y="57"/>
                    <a:pt x="69" y="57"/>
                  </a:cubicBezTo>
                  <a:cubicBezTo>
                    <a:pt x="70" y="55"/>
                    <a:pt x="71" y="53"/>
                    <a:pt x="72" y="51"/>
                  </a:cubicBezTo>
                  <a:lnTo>
                    <a:pt x="83" y="49"/>
                  </a:lnTo>
                  <a:close/>
                  <a:moveTo>
                    <a:pt x="41" y="59"/>
                  </a:moveTo>
                  <a:cubicBezTo>
                    <a:pt x="32" y="59"/>
                    <a:pt x="24" y="51"/>
                    <a:pt x="24" y="42"/>
                  </a:cubicBezTo>
                  <a:cubicBezTo>
                    <a:pt x="24" y="32"/>
                    <a:pt x="32" y="25"/>
                    <a:pt x="41" y="25"/>
                  </a:cubicBezTo>
                  <a:cubicBezTo>
                    <a:pt x="51" y="25"/>
                    <a:pt x="58" y="32"/>
                    <a:pt x="58" y="42"/>
                  </a:cubicBezTo>
                  <a:cubicBezTo>
                    <a:pt x="58" y="51"/>
                    <a:pt x="51" y="59"/>
                    <a:pt x="41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Segoe UI" panose="020B0502040204020203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07C0BFB-61E0-E525-93B0-90C7C17FB951}"/>
                </a:ext>
              </a:extLst>
            </p:cNvPr>
            <p:cNvSpPr txBox="1"/>
            <p:nvPr/>
          </p:nvSpPr>
          <p:spPr>
            <a:xfrm>
              <a:off x="7052740" y="825225"/>
              <a:ext cx="16327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rgbClr val="2C73B9"/>
                  </a:solidFill>
                  <a:latin typeface="+mj-lt"/>
                  <a:cs typeface="Assistant" pitchFamily="2" charset="-79"/>
                </a:rPr>
                <a:t>2024</a:t>
              </a:r>
              <a:endParaRPr lang="en-US" sz="2000" b="1" dirty="0">
                <a:solidFill>
                  <a:srgbClr val="2C73B9"/>
                </a:solidFill>
                <a:latin typeface="+mj-lt"/>
                <a:cs typeface="Assistant" pitchFamily="2" charset="-79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7C79F9F-5B0D-25AB-D41A-847905BA0E05}"/>
                </a:ext>
              </a:extLst>
            </p:cNvPr>
            <p:cNvSpPr txBox="1"/>
            <p:nvPr/>
          </p:nvSpPr>
          <p:spPr>
            <a:xfrm>
              <a:off x="7025278" y="1173396"/>
              <a:ext cx="28410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Optimising</a:t>
              </a:r>
              <a:r>
                <a:rPr lang="en-US" sz="1400" dirty="0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 Business Offerings for </a:t>
              </a:r>
              <a:r>
                <a:rPr lang="en-US" sz="1400" dirty="0" smtClean="0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multiple</a:t>
              </a:r>
              <a:r>
                <a:rPr lang="el-GR" sz="1400" dirty="0" smtClean="0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 </a:t>
              </a:r>
              <a:r>
                <a:rPr lang="en-US" sz="1400" dirty="0" smtClean="0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market </a:t>
              </a:r>
              <a:r>
                <a:rPr lang="en-US" sz="1400" dirty="0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stakeholders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A8A6120-49DF-9382-31F6-E722A3D4A20F}"/>
              </a:ext>
            </a:extLst>
          </p:cNvPr>
          <p:cNvGrpSpPr/>
          <p:nvPr/>
        </p:nvGrpSpPr>
        <p:grpSpPr>
          <a:xfrm>
            <a:off x="4724934" y="1719855"/>
            <a:ext cx="2524440" cy="2958813"/>
            <a:chOff x="4724934" y="1719855"/>
            <a:chExt cx="2524440" cy="2958813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2CB61EC-212B-07BE-D65D-3CC7AE1913FD}"/>
                </a:ext>
              </a:extLst>
            </p:cNvPr>
            <p:cNvCxnSpPr>
              <a:cxnSpLocks/>
              <a:stCxn id="42" idx="0"/>
              <a:endCxn id="44" idx="4"/>
            </p:cNvCxnSpPr>
            <p:nvPr/>
          </p:nvCxnSpPr>
          <p:spPr>
            <a:xfrm flipV="1">
              <a:off x="5386485" y="3580106"/>
              <a:ext cx="1" cy="990612"/>
            </a:xfrm>
            <a:prstGeom prst="line">
              <a:avLst/>
            </a:prstGeom>
            <a:ln w="25400">
              <a:solidFill>
                <a:srgbClr val="2C73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99EA89F-2D13-028C-AF8B-3DABA82A312A}"/>
                </a:ext>
              </a:extLst>
            </p:cNvPr>
            <p:cNvSpPr/>
            <p:nvPr/>
          </p:nvSpPr>
          <p:spPr>
            <a:xfrm>
              <a:off x="5332510" y="4570718"/>
              <a:ext cx="107950" cy="107950"/>
            </a:xfrm>
            <a:prstGeom prst="ellipse">
              <a:avLst/>
            </a:prstGeom>
            <a:solidFill>
              <a:srgbClr val="2C73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E04E505-E979-18FD-F439-331C3513240B}"/>
                </a:ext>
              </a:extLst>
            </p:cNvPr>
            <p:cNvSpPr/>
            <p:nvPr/>
          </p:nvSpPr>
          <p:spPr>
            <a:xfrm>
              <a:off x="5025361" y="2782021"/>
              <a:ext cx="722249" cy="722249"/>
            </a:xfrm>
            <a:prstGeom prst="ellipse">
              <a:avLst/>
            </a:prstGeom>
            <a:solidFill>
              <a:srgbClr val="2C73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9C1A554-FA08-B580-32A1-25523F6A46B1}"/>
                </a:ext>
              </a:extLst>
            </p:cNvPr>
            <p:cNvSpPr/>
            <p:nvPr/>
          </p:nvSpPr>
          <p:spPr>
            <a:xfrm>
              <a:off x="4949525" y="2706185"/>
              <a:ext cx="873921" cy="873921"/>
            </a:xfrm>
            <a:prstGeom prst="ellipse">
              <a:avLst/>
            </a:prstGeom>
            <a:noFill/>
            <a:ln w="25400">
              <a:solidFill>
                <a:srgbClr val="2C73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540D931-5717-FF19-4CB1-B02914E3E95E}"/>
                </a:ext>
              </a:extLst>
            </p:cNvPr>
            <p:cNvSpPr txBox="1"/>
            <p:nvPr/>
          </p:nvSpPr>
          <p:spPr>
            <a:xfrm>
              <a:off x="4752397" y="1719855"/>
              <a:ext cx="16327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2C73B9"/>
                  </a:solidFill>
                  <a:latin typeface="+mj-lt"/>
                  <a:cs typeface="Assistant" pitchFamily="2" charset="-79"/>
                </a:rPr>
                <a:t>2021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C733DDD-BAA0-1E97-369B-3591963090AD}"/>
                </a:ext>
              </a:extLst>
            </p:cNvPr>
            <p:cNvSpPr txBox="1"/>
            <p:nvPr/>
          </p:nvSpPr>
          <p:spPr>
            <a:xfrm>
              <a:off x="4724934" y="2068026"/>
              <a:ext cx="252444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Visualisation</a:t>
              </a:r>
              <a:r>
                <a:rPr lang="en-US" sz="1400" dirty="0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 Toolkit is published at BDVA Marketplace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D3E7395A-FB28-D338-514C-5F307845B42B}"/>
                </a:ext>
              </a:extLst>
            </p:cNvPr>
            <p:cNvGrpSpPr/>
            <p:nvPr/>
          </p:nvGrpSpPr>
          <p:grpSpPr>
            <a:xfrm>
              <a:off x="5204788" y="2973877"/>
              <a:ext cx="382444" cy="355023"/>
              <a:chOff x="8048626" y="2784475"/>
              <a:chExt cx="420688" cy="390525"/>
            </a:xfrm>
            <a:solidFill>
              <a:srgbClr val="FFFFFF"/>
            </a:solidFill>
          </p:grpSpPr>
          <p:sp>
            <p:nvSpPr>
              <p:cNvPr id="58" name="Freeform 10">
                <a:extLst>
                  <a:ext uri="{FF2B5EF4-FFF2-40B4-BE49-F238E27FC236}">
                    <a16:creationId xmlns:a16="http://schemas.microsoft.com/office/drawing/2014/main" id="{1C933B69-0E22-4BDF-B6CB-6D752703F2D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099426" y="2836863"/>
                <a:ext cx="319088" cy="177800"/>
              </a:xfrm>
              <a:custGeom>
                <a:avLst/>
                <a:gdLst>
                  <a:gd name="T0" fmla="*/ 96 w 105"/>
                  <a:gd name="T1" fmla="*/ 29 h 58"/>
                  <a:gd name="T2" fmla="*/ 92 w 105"/>
                  <a:gd name="T3" fmla="*/ 30 h 58"/>
                  <a:gd name="T4" fmla="*/ 75 w 105"/>
                  <a:gd name="T5" fmla="*/ 13 h 58"/>
                  <a:gd name="T6" fmla="*/ 76 w 105"/>
                  <a:gd name="T7" fmla="*/ 9 h 58"/>
                  <a:gd name="T8" fmla="*/ 67 w 105"/>
                  <a:gd name="T9" fmla="*/ 0 h 58"/>
                  <a:gd name="T10" fmla="*/ 58 w 105"/>
                  <a:gd name="T11" fmla="*/ 9 h 58"/>
                  <a:gd name="T12" fmla="*/ 59 w 105"/>
                  <a:gd name="T13" fmla="*/ 12 h 58"/>
                  <a:gd name="T14" fmla="*/ 43 w 105"/>
                  <a:gd name="T15" fmla="*/ 25 h 58"/>
                  <a:gd name="T16" fmla="*/ 38 w 105"/>
                  <a:gd name="T17" fmla="*/ 23 h 58"/>
                  <a:gd name="T18" fmla="*/ 29 w 105"/>
                  <a:gd name="T19" fmla="*/ 32 h 58"/>
                  <a:gd name="T20" fmla="*/ 30 w 105"/>
                  <a:gd name="T21" fmla="*/ 34 h 58"/>
                  <a:gd name="T22" fmla="*/ 15 w 105"/>
                  <a:gd name="T23" fmla="*/ 43 h 58"/>
                  <a:gd name="T24" fmla="*/ 9 w 105"/>
                  <a:gd name="T25" fmla="*/ 41 h 58"/>
                  <a:gd name="T26" fmla="*/ 0 w 105"/>
                  <a:gd name="T27" fmla="*/ 49 h 58"/>
                  <a:gd name="T28" fmla="*/ 9 w 105"/>
                  <a:gd name="T29" fmla="*/ 58 h 58"/>
                  <a:gd name="T30" fmla="*/ 18 w 105"/>
                  <a:gd name="T31" fmla="*/ 49 h 58"/>
                  <a:gd name="T32" fmla="*/ 18 w 105"/>
                  <a:gd name="T33" fmla="*/ 48 h 58"/>
                  <a:gd name="T34" fmla="*/ 33 w 105"/>
                  <a:gd name="T35" fmla="*/ 39 h 58"/>
                  <a:gd name="T36" fmla="*/ 38 w 105"/>
                  <a:gd name="T37" fmla="*/ 41 h 58"/>
                  <a:gd name="T38" fmla="*/ 47 w 105"/>
                  <a:gd name="T39" fmla="*/ 32 h 58"/>
                  <a:gd name="T40" fmla="*/ 46 w 105"/>
                  <a:gd name="T41" fmla="*/ 29 h 58"/>
                  <a:gd name="T42" fmla="*/ 63 w 105"/>
                  <a:gd name="T43" fmla="*/ 16 h 58"/>
                  <a:gd name="T44" fmla="*/ 67 w 105"/>
                  <a:gd name="T45" fmla="*/ 18 h 58"/>
                  <a:gd name="T46" fmla="*/ 71 w 105"/>
                  <a:gd name="T47" fmla="*/ 17 h 58"/>
                  <a:gd name="T48" fmla="*/ 88 w 105"/>
                  <a:gd name="T49" fmla="*/ 34 h 58"/>
                  <a:gd name="T50" fmla="*/ 87 w 105"/>
                  <a:gd name="T51" fmla="*/ 38 h 58"/>
                  <a:gd name="T52" fmla="*/ 96 w 105"/>
                  <a:gd name="T53" fmla="*/ 47 h 58"/>
                  <a:gd name="T54" fmla="*/ 105 w 105"/>
                  <a:gd name="T55" fmla="*/ 38 h 58"/>
                  <a:gd name="T56" fmla="*/ 96 w 105"/>
                  <a:gd name="T57" fmla="*/ 29 h 58"/>
                  <a:gd name="T58" fmla="*/ 96 w 105"/>
                  <a:gd name="T59" fmla="*/ 29 h 58"/>
                  <a:gd name="T60" fmla="*/ 96 w 105"/>
                  <a:gd name="T61" fmla="*/ 29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05" h="58">
                    <a:moveTo>
                      <a:pt x="96" y="29"/>
                    </a:moveTo>
                    <a:cubicBezTo>
                      <a:pt x="95" y="29"/>
                      <a:pt x="93" y="30"/>
                      <a:pt x="92" y="30"/>
                    </a:cubicBezTo>
                    <a:cubicBezTo>
                      <a:pt x="75" y="13"/>
                      <a:pt x="75" y="13"/>
                      <a:pt x="75" y="13"/>
                    </a:cubicBezTo>
                    <a:cubicBezTo>
                      <a:pt x="75" y="12"/>
                      <a:pt x="76" y="10"/>
                      <a:pt x="76" y="9"/>
                    </a:cubicBezTo>
                    <a:cubicBezTo>
                      <a:pt x="76" y="4"/>
                      <a:pt x="72" y="0"/>
                      <a:pt x="67" y="0"/>
                    </a:cubicBezTo>
                    <a:cubicBezTo>
                      <a:pt x="62" y="0"/>
                      <a:pt x="58" y="4"/>
                      <a:pt x="58" y="9"/>
                    </a:cubicBezTo>
                    <a:cubicBezTo>
                      <a:pt x="58" y="10"/>
                      <a:pt x="59" y="11"/>
                      <a:pt x="59" y="12"/>
                    </a:cubicBezTo>
                    <a:cubicBezTo>
                      <a:pt x="43" y="25"/>
                      <a:pt x="43" y="25"/>
                      <a:pt x="43" y="25"/>
                    </a:cubicBezTo>
                    <a:cubicBezTo>
                      <a:pt x="41" y="24"/>
                      <a:pt x="40" y="23"/>
                      <a:pt x="38" y="23"/>
                    </a:cubicBezTo>
                    <a:cubicBezTo>
                      <a:pt x="33" y="23"/>
                      <a:pt x="29" y="27"/>
                      <a:pt x="29" y="32"/>
                    </a:cubicBezTo>
                    <a:cubicBezTo>
                      <a:pt x="29" y="33"/>
                      <a:pt x="30" y="33"/>
                      <a:pt x="30" y="3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3" y="42"/>
                      <a:pt x="11" y="41"/>
                      <a:pt x="9" y="41"/>
                    </a:cubicBezTo>
                    <a:cubicBezTo>
                      <a:pt x="4" y="41"/>
                      <a:pt x="0" y="45"/>
                      <a:pt x="0" y="49"/>
                    </a:cubicBezTo>
                    <a:cubicBezTo>
                      <a:pt x="0" y="54"/>
                      <a:pt x="4" y="58"/>
                      <a:pt x="9" y="58"/>
                    </a:cubicBezTo>
                    <a:cubicBezTo>
                      <a:pt x="14" y="58"/>
                      <a:pt x="18" y="54"/>
                      <a:pt x="18" y="49"/>
                    </a:cubicBezTo>
                    <a:cubicBezTo>
                      <a:pt x="18" y="49"/>
                      <a:pt x="18" y="48"/>
                      <a:pt x="18" y="4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40"/>
                      <a:pt x="36" y="41"/>
                      <a:pt x="38" y="41"/>
                    </a:cubicBezTo>
                    <a:cubicBezTo>
                      <a:pt x="43" y="41"/>
                      <a:pt x="47" y="37"/>
                      <a:pt x="47" y="32"/>
                    </a:cubicBezTo>
                    <a:cubicBezTo>
                      <a:pt x="47" y="31"/>
                      <a:pt x="47" y="30"/>
                      <a:pt x="46" y="29"/>
                    </a:cubicBezTo>
                    <a:cubicBezTo>
                      <a:pt x="63" y="16"/>
                      <a:pt x="63" y="16"/>
                      <a:pt x="63" y="16"/>
                    </a:cubicBezTo>
                    <a:cubicBezTo>
                      <a:pt x="64" y="17"/>
                      <a:pt x="65" y="18"/>
                      <a:pt x="67" y="18"/>
                    </a:cubicBezTo>
                    <a:cubicBezTo>
                      <a:pt x="68" y="18"/>
                      <a:pt x="70" y="17"/>
                      <a:pt x="71" y="17"/>
                    </a:cubicBezTo>
                    <a:cubicBezTo>
                      <a:pt x="88" y="34"/>
                      <a:pt x="88" y="34"/>
                      <a:pt x="88" y="34"/>
                    </a:cubicBezTo>
                    <a:cubicBezTo>
                      <a:pt x="88" y="35"/>
                      <a:pt x="87" y="37"/>
                      <a:pt x="87" y="38"/>
                    </a:cubicBezTo>
                    <a:cubicBezTo>
                      <a:pt x="87" y="43"/>
                      <a:pt x="91" y="47"/>
                      <a:pt x="96" y="47"/>
                    </a:cubicBezTo>
                    <a:cubicBezTo>
                      <a:pt x="101" y="47"/>
                      <a:pt x="105" y="43"/>
                      <a:pt x="105" y="38"/>
                    </a:cubicBezTo>
                    <a:cubicBezTo>
                      <a:pt x="105" y="33"/>
                      <a:pt x="101" y="29"/>
                      <a:pt x="96" y="29"/>
                    </a:cubicBezTo>
                    <a:close/>
                    <a:moveTo>
                      <a:pt x="96" y="29"/>
                    </a:moveTo>
                    <a:cubicBezTo>
                      <a:pt x="96" y="29"/>
                      <a:pt x="96" y="29"/>
                      <a:pt x="96" y="2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Segoe UI" panose="020B0502040204020203" pitchFamily="34" charset="0"/>
                </a:endParaRPr>
              </a:p>
            </p:txBody>
          </p:sp>
          <p:sp>
            <p:nvSpPr>
              <p:cNvPr id="59" name="Freeform 11">
                <a:extLst>
                  <a:ext uri="{FF2B5EF4-FFF2-40B4-BE49-F238E27FC236}">
                    <a16:creationId xmlns:a16="http://schemas.microsoft.com/office/drawing/2014/main" id="{1BE4FA5F-3097-4225-8928-0224CE0F52F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048626" y="2784475"/>
                <a:ext cx="420688" cy="390525"/>
              </a:xfrm>
              <a:custGeom>
                <a:avLst/>
                <a:gdLst>
                  <a:gd name="T0" fmla="*/ 128 w 139"/>
                  <a:gd name="T1" fmla="*/ 0 h 127"/>
                  <a:gd name="T2" fmla="*/ 12 w 139"/>
                  <a:gd name="T3" fmla="*/ 0 h 127"/>
                  <a:gd name="T4" fmla="*/ 0 w 139"/>
                  <a:gd name="T5" fmla="*/ 11 h 127"/>
                  <a:gd name="T6" fmla="*/ 0 w 139"/>
                  <a:gd name="T7" fmla="*/ 93 h 127"/>
                  <a:gd name="T8" fmla="*/ 12 w 139"/>
                  <a:gd name="T9" fmla="*/ 104 h 127"/>
                  <a:gd name="T10" fmla="*/ 52 w 139"/>
                  <a:gd name="T11" fmla="*/ 104 h 127"/>
                  <a:gd name="T12" fmla="*/ 48 w 139"/>
                  <a:gd name="T13" fmla="*/ 120 h 127"/>
                  <a:gd name="T14" fmla="*/ 44 w 139"/>
                  <a:gd name="T15" fmla="*/ 121 h 127"/>
                  <a:gd name="T16" fmla="*/ 41 w 139"/>
                  <a:gd name="T17" fmla="*/ 124 h 127"/>
                  <a:gd name="T18" fmla="*/ 44 w 139"/>
                  <a:gd name="T19" fmla="*/ 127 h 127"/>
                  <a:gd name="T20" fmla="*/ 96 w 139"/>
                  <a:gd name="T21" fmla="*/ 127 h 127"/>
                  <a:gd name="T22" fmla="*/ 99 w 139"/>
                  <a:gd name="T23" fmla="*/ 124 h 127"/>
                  <a:gd name="T24" fmla="*/ 96 w 139"/>
                  <a:gd name="T25" fmla="*/ 121 h 127"/>
                  <a:gd name="T26" fmla="*/ 91 w 139"/>
                  <a:gd name="T27" fmla="*/ 120 h 127"/>
                  <a:gd name="T28" fmla="*/ 87 w 139"/>
                  <a:gd name="T29" fmla="*/ 104 h 127"/>
                  <a:gd name="T30" fmla="*/ 128 w 139"/>
                  <a:gd name="T31" fmla="*/ 104 h 127"/>
                  <a:gd name="T32" fmla="*/ 139 w 139"/>
                  <a:gd name="T33" fmla="*/ 93 h 127"/>
                  <a:gd name="T34" fmla="*/ 139 w 139"/>
                  <a:gd name="T35" fmla="*/ 11 h 127"/>
                  <a:gd name="T36" fmla="*/ 128 w 139"/>
                  <a:gd name="T37" fmla="*/ 0 h 127"/>
                  <a:gd name="T38" fmla="*/ 70 w 139"/>
                  <a:gd name="T39" fmla="*/ 98 h 127"/>
                  <a:gd name="T40" fmla="*/ 64 w 139"/>
                  <a:gd name="T41" fmla="*/ 93 h 127"/>
                  <a:gd name="T42" fmla="*/ 70 w 139"/>
                  <a:gd name="T43" fmla="*/ 87 h 127"/>
                  <a:gd name="T44" fmla="*/ 75 w 139"/>
                  <a:gd name="T45" fmla="*/ 93 h 127"/>
                  <a:gd name="T46" fmla="*/ 70 w 139"/>
                  <a:gd name="T47" fmla="*/ 98 h 127"/>
                  <a:gd name="T48" fmla="*/ 12 w 139"/>
                  <a:gd name="T49" fmla="*/ 81 h 127"/>
                  <a:gd name="T50" fmla="*/ 12 w 139"/>
                  <a:gd name="T51" fmla="*/ 11 h 127"/>
                  <a:gd name="T52" fmla="*/ 128 w 139"/>
                  <a:gd name="T53" fmla="*/ 11 h 127"/>
                  <a:gd name="T54" fmla="*/ 128 w 139"/>
                  <a:gd name="T55" fmla="*/ 81 h 127"/>
                  <a:gd name="T56" fmla="*/ 12 w 139"/>
                  <a:gd name="T57" fmla="*/ 81 h 127"/>
                  <a:gd name="T58" fmla="*/ 12 w 139"/>
                  <a:gd name="T59" fmla="*/ 81 h 127"/>
                  <a:gd name="T60" fmla="*/ 12 w 139"/>
                  <a:gd name="T61" fmla="*/ 81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9" h="127">
                    <a:moveTo>
                      <a:pt x="128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99"/>
                      <a:pt x="5" y="104"/>
                      <a:pt x="12" y="104"/>
                    </a:cubicBezTo>
                    <a:cubicBezTo>
                      <a:pt x="52" y="104"/>
                      <a:pt x="52" y="104"/>
                      <a:pt x="52" y="104"/>
                    </a:cubicBezTo>
                    <a:cubicBezTo>
                      <a:pt x="52" y="109"/>
                      <a:pt x="51" y="116"/>
                      <a:pt x="48" y="120"/>
                    </a:cubicBezTo>
                    <a:cubicBezTo>
                      <a:pt x="47" y="121"/>
                      <a:pt x="45" y="121"/>
                      <a:pt x="44" y="121"/>
                    </a:cubicBezTo>
                    <a:cubicBezTo>
                      <a:pt x="42" y="121"/>
                      <a:pt x="41" y="123"/>
                      <a:pt x="41" y="124"/>
                    </a:cubicBezTo>
                    <a:cubicBezTo>
                      <a:pt x="41" y="126"/>
                      <a:pt x="42" y="127"/>
                      <a:pt x="44" y="127"/>
                    </a:cubicBezTo>
                    <a:cubicBezTo>
                      <a:pt x="96" y="127"/>
                      <a:pt x="96" y="127"/>
                      <a:pt x="96" y="127"/>
                    </a:cubicBezTo>
                    <a:cubicBezTo>
                      <a:pt x="97" y="127"/>
                      <a:pt x="99" y="126"/>
                      <a:pt x="99" y="124"/>
                    </a:cubicBezTo>
                    <a:cubicBezTo>
                      <a:pt x="99" y="123"/>
                      <a:pt x="97" y="121"/>
                      <a:pt x="96" y="121"/>
                    </a:cubicBezTo>
                    <a:cubicBezTo>
                      <a:pt x="94" y="121"/>
                      <a:pt x="92" y="121"/>
                      <a:pt x="91" y="120"/>
                    </a:cubicBezTo>
                    <a:cubicBezTo>
                      <a:pt x="88" y="116"/>
                      <a:pt x="87" y="109"/>
                      <a:pt x="87" y="104"/>
                    </a:cubicBezTo>
                    <a:cubicBezTo>
                      <a:pt x="128" y="104"/>
                      <a:pt x="128" y="104"/>
                      <a:pt x="128" y="104"/>
                    </a:cubicBezTo>
                    <a:cubicBezTo>
                      <a:pt x="134" y="104"/>
                      <a:pt x="139" y="99"/>
                      <a:pt x="139" y="93"/>
                    </a:cubicBezTo>
                    <a:cubicBezTo>
                      <a:pt x="139" y="11"/>
                      <a:pt x="139" y="11"/>
                      <a:pt x="139" y="11"/>
                    </a:cubicBezTo>
                    <a:cubicBezTo>
                      <a:pt x="139" y="5"/>
                      <a:pt x="134" y="0"/>
                      <a:pt x="128" y="0"/>
                    </a:cubicBezTo>
                    <a:close/>
                    <a:moveTo>
                      <a:pt x="70" y="98"/>
                    </a:moveTo>
                    <a:cubicBezTo>
                      <a:pt x="66" y="98"/>
                      <a:pt x="64" y="96"/>
                      <a:pt x="64" y="93"/>
                    </a:cubicBezTo>
                    <a:cubicBezTo>
                      <a:pt x="64" y="89"/>
                      <a:pt x="66" y="87"/>
                      <a:pt x="70" y="87"/>
                    </a:cubicBezTo>
                    <a:cubicBezTo>
                      <a:pt x="73" y="87"/>
                      <a:pt x="75" y="89"/>
                      <a:pt x="75" y="93"/>
                    </a:cubicBezTo>
                    <a:cubicBezTo>
                      <a:pt x="75" y="96"/>
                      <a:pt x="73" y="98"/>
                      <a:pt x="70" y="98"/>
                    </a:cubicBezTo>
                    <a:close/>
                    <a:moveTo>
                      <a:pt x="12" y="81"/>
                    </a:moveTo>
                    <a:cubicBezTo>
                      <a:pt x="12" y="11"/>
                      <a:pt x="12" y="11"/>
                      <a:pt x="12" y="11"/>
                    </a:cubicBezTo>
                    <a:cubicBezTo>
                      <a:pt x="128" y="11"/>
                      <a:pt x="128" y="11"/>
                      <a:pt x="128" y="11"/>
                    </a:cubicBezTo>
                    <a:cubicBezTo>
                      <a:pt x="128" y="81"/>
                      <a:pt x="128" y="81"/>
                      <a:pt x="128" y="81"/>
                    </a:cubicBezTo>
                    <a:lnTo>
                      <a:pt x="12" y="81"/>
                    </a:lnTo>
                    <a:close/>
                    <a:moveTo>
                      <a:pt x="12" y="81"/>
                    </a:moveTo>
                    <a:cubicBezTo>
                      <a:pt x="12" y="81"/>
                      <a:pt x="12" y="81"/>
                      <a:pt x="12" y="8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Segoe UI" panose="020B0502040204020203" pitchFamily="34" charset="0"/>
                </a:endParaRPr>
              </a:p>
            </p:txBody>
          </p: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510EC94-31B3-E133-74F2-842D33F626B8}"/>
              </a:ext>
            </a:extLst>
          </p:cNvPr>
          <p:cNvGrpSpPr/>
          <p:nvPr/>
        </p:nvGrpSpPr>
        <p:grpSpPr>
          <a:xfrm>
            <a:off x="1123710" y="3397097"/>
            <a:ext cx="1660174" cy="2879847"/>
            <a:chOff x="1123710" y="3397097"/>
            <a:chExt cx="1660174" cy="287984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5429A07-8477-0E0C-15F0-85BCE6482CDE}"/>
                </a:ext>
              </a:extLst>
            </p:cNvPr>
            <p:cNvCxnSpPr>
              <a:cxnSpLocks/>
              <a:stCxn id="15" idx="0"/>
              <a:endCxn id="17" idx="4"/>
            </p:cNvCxnSpPr>
            <p:nvPr/>
          </p:nvCxnSpPr>
          <p:spPr>
            <a:xfrm flipV="1">
              <a:off x="1708930" y="5178382"/>
              <a:ext cx="1" cy="990612"/>
            </a:xfrm>
            <a:prstGeom prst="line">
              <a:avLst/>
            </a:prstGeom>
            <a:ln w="25400">
              <a:solidFill>
                <a:srgbClr val="2C73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5FDEDE4-CED9-F5A4-54C4-B2E26F35ECD2}"/>
                </a:ext>
              </a:extLst>
            </p:cNvPr>
            <p:cNvSpPr/>
            <p:nvPr/>
          </p:nvSpPr>
          <p:spPr>
            <a:xfrm>
              <a:off x="1654955" y="6168994"/>
              <a:ext cx="107950" cy="107950"/>
            </a:xfrm>
            <a:prstGeom prst="ellipse">
              <a:avLst/>
            </a:prstGeom>
            <a:solidFill>
              <a:srgbClr val="2C73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7655324-95C8-5DF8-FB95-9B3E80ED470F}"/>
                </a:ext>
              </a:extLst>
            </p:cNvPr>
            <p:cNvSpPr/>
            <p:nvPr/>
          </p:nvSpPr>
          <p:spPr>
            <a:xfrm>
              <a:off x="1347806" y="4380297"/>
              <a:ext cx="722249" cy="722249"/>
            </a:xfrm>
            <a:prstGeom prst="ellipse">
              <a:avLst/>
            </a:prstGeom>
            <a:solidFill>
              <a:srgbClr val="2C73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4A0DF25-D93D-3B1D-E729-1B62185A693F}"/>
                </a:ext>
              </a:extLst>
            </p:cNvPr>
            <p:cNvSpPr/>
            <p:nvPr/>
          </p:nvSpPr>
          <p:spPr>
            <a:xfrm>
              <a:off x="1271970" y="4304461"/>
              <a:ext cx="873921" cy="873921"/>
            </a:xfrm>
            <a:prstGeom prst="ellipse">
              <a:avLst/>
            </a:prstGeom>
            <a:noFill/>
            <a:ln w="25400">
              <a:solidFill>
                <a:srgbClr val="2C73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795FD43-9F63-D869-9EF8-34633D396EA0}"/>
                </a:ext>
              </a:extLst>
            </p:cNvPr>
            <p:cNvSpPr txBox="1"/>
            <p:nvPr/>
          </p:nvSpPr>
          <p:spPr>
            <a:xfrm>
              <a:off x="1151172" y="3397097"/>
              <a:ext cx="16327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2C73B9"/>
                  </a:solidFill>
                  <a:latin typeface="+mj-lt"/>
                  <a:cs typeface="Assistant" pitchFamily="2" charset="-79"/>
                </a:rPr>
                <a:t>2017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039B0CC-D023-C29C-27D3-07937AE9D0A4}"/>
                </a:ext>
              </a:extLst>
            </p:cNvPr>
            <p:cNvSpPr txBox="1"/>
            <p:nvPr/>
          </p:nvSpPr>
          <p:spPr>
            <a:xfrm>
              <a:off x="1123710" y="3745268"/>
              <a:ext cx="16327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Year of company establishment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42EE6ED-E42F-2FAA-8819-FA877F499AC9}"/>
                </a:ext>
              </a:extLst>
            </p:cNvPr>
            <p:cNvGrpSpPr/>
            <p:nvPr/>
          </p:nvGrpSpPr>
          <p:grpSpPr>
            <a:xfrm>
              <a:off x="1611398" y="4522561"/>
              <a:ext cx="200731" cy="380334"/>
              <a:chOff x="7650163" y="4903788"/>
              <a:chExt cx="150813" cy="314325"/>
            </a:xfrm>
            <a:solidFill>
              <a:schemeClr val="bg1"/>
            </a:solidFill>
          </p:grpSpPr>
          <p:sp>
            <p:nvSpPr>
              <p:cNvPr id="61" name="Freeform 42">
                <a:extLst>
                  <a:ext uri="{FF2B5EF4-FFF2-40B4-BE49-F238E27FC236}">
                    <a16:creationId xmlns:a16="http://schemas.microsoft.com/office/drawing/2014/main" id="{9FCC43BB-FBB8-D0CB-41F5-4E3A4236E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50163" y="4986338"/>
                <a:ext cx="128588" cy="231775"/>
              </a:xfrm>
              <a:custGeom>
                <a:avLst/>
                <a:gdLst>
                  <a:gd name="T0" fmla="*/ 31 w 34"/>
                  <a:gd name="T1" fmla="*/ 44 h 61"/>
                  <a:gd name="T2" fmla="*/ 32 w 34"/>
                  <a:gd name="T3" fmla="*/ 49 h 61"/>
                  <a:gd name="T4" fmla="*/ 7 w 34"/>
                  <a:gd name="T5" fmla="*/ 61 h 61"/>
                  <a:gd name="T6" fmla="*/ 2 w 34"/>
                  <a:gd name="T7" fmla="*/ 55 h 61"/>
                  <a:gd name="T8" fmla="*/ 9 w 34"/>
                  <a:gd name="T9" fmla="*/ 35 h 61"/>
                  <a:gd name="T10" fmla="*/ 15 w 34"/>
                  <a:gd name="T11" fmla="*/ 16 h 61"/>
                  <a:gd name="T12" fmla="*/ 14 w 34"/>
                  <a:gd name="T13" fmla="*/ 12 h 61"/>
                  <a:gd name="T14" fmla="*/ 10 w 34"/>
                  <a:gd name="T15" fmla="*/ 14 h 61"/>
                  <a:gd name="T16" fmla="*/ 5 w 34"/>
                  <a:gd name="T17" fmla="*/ 19 h 61"/>
                  <a:gd name="T18" fmla="*/ 0 w 34"/>
                  <a:gd name="T19" fmla="*/ 18 h 61"/>
                  <a:gd name="T20" fmla="*/ 24 w 34"/>
                  <a:gd name="T21" fmla="*/ 2 h 61"/>
                  <a:gd name="T22" fmla="*/ 32 w 34"/>
                  <a:gd name="T23" fmla="*/ 10 h 61"/>
                  <a:gd name="T24" fmla="*/ 23 w 34"/>
                  <a:gd name="T25" fmla="*/ 37 h 61"/>
                  <a:gd name="T26" fmla="*/ 19 w 34"/>
                  <a:gd name="T27" fmla="*/ 48 h 61"/>
                  <a:gd name="T28" fmla="*/ 20 w 34"/>
                  <a:gd name="T29" fmla="*/ 52 h 61"/>
                  <a:gd name="T30" fmla="*/ 24 w 34"/>
                  <a:gd name="T31" fmla="*/ 51 h 61"/>
                  <a:gd name="T32" fmla="*/ 31 w 34"/>
                  <a:gd name="T33" fmla="*/ 4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4" h="61">
                    <a:moveTo>
                      <a:pt x="31" y="44"/>
                    </a:moveTo>
                    <a:cubicBezTo>
                      <a:pt x="34" y="46"/>
                      <a:pt x="34" y="46"/>
                      <a:pt x="32" y="49"/>
                    </a:cubicBezTo>
                    <a:cubicBezTo>
                      <a:pt x="26" y="57"/>
                      <a:pt x="17" y="61"/>
                      <a:pt x="7" y="61"/>
                    </a:cubicBezTo>
                    <a:cubicBezTo>
                      <a:pt x="3" y="61"/>
                      <a:pt x="1" y="59"/>
                      <a:pt x="2" y="55"/>
                    </a:cubicBezTo>
                    <a:cubicBezTo>
                      <a:pt x="4" y="48"/>
                      <a:pt x="6" y="41"/>
                      <a:pt x="9" y="35"/>
                    </a:cubicBezTo>
                    <a:cubicBezTo>
                      <a:pt x="11" y="29"/>
                      <a:pt x="13" y="23"/>
                      <a:pt x="15" y="16"/>
                    </a:cubicBezTo>
                    <a:cubicBezTo>
                      <a:pt x="15" y="15"/>
                      <a:pt x="16" y="13"/>
                      <a:pt x="14" y="12"/>
                    </a:cubicBezTo>
                    <a:cubicBezTo>
                      <a:pt x="13" y="11"/>
                      <a:pt x="11" y="12"/>
                      <a:pt x="10" y="14"/>
                    </a:cubicBezTo>
                    <a:cubicBezTo>
                      <a:pt x="8" y="15"/>
                      <a:pt x="6" y="17"/>
                      <a:pt x="5" y="19"/>
                    </a:cubicBezTo>
                    <a:cubicBezTo>
                      <a:pt x="3" y="21"/>
                      <a:pt x="2" y="21"/>
                      <a:pt x="0" y="18"/>
                    </a:cubicBezTo>
                    <a:cubicBezTo>
                      <a:pt x="7" y="10"/>
                      <a:pt x="14" y="3"/>
                      <a:pt x="24" y="2"/>
                    </a:cubicBezTo>
                    <a:cubicBezTo>
                      <a:pt x="31" y="0"/>
                      <a:pt x="34" y="3"/>
                      <a:pt x="32" y="10"/>
                    </a:cubicBezTo>
                    <a:cubicBezTo>
                      <a:pt x="29" y="19"/>
                      <a:pt x="26" y="28"/>
                      <a:pt x="23" y="37"/>
                    </a:cubicBezTo>
                    <a:cubicBezTo>
                      <a:pt x="22" y="41"/>
                      <a:pt x="20" y="44"/>
                      <a:pt x="19" y="48"/>
                    </a:cubicBezTo>
                    <a:cubicBezTo>
                      <a:pt x="19" y="49"/>
                      <a:pt x="19" y="51"/>
                      <a:pt x="20" y="52"/>
                    </a:cubicBezTo>
                    <a:cubicBezTo>
                      <a:pt x="21" y="53"/>
                      <a:pt x="22" y="52"/>
                      <a:pt x="24" y="51"/>
                    </a:cubicBezTo>
                    <a:cubicBezTo>
                      <a:pt x="26" y="49"/>
                      <a:pt x="29" y="46"/>
                      <a:pt x="31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Segoe UI" panose="020B0502040204020203" pitchFamily="34" charset="0"/>
                </a:endParaRPr>
              </a:p>
            </p:txBody>
          </p:sp>
          <p:sp>
            <p:nvSpPr>
              <p:cNvPr id="62" name="Freeform 43">
                <a:extLst>
                  <a:ext uri="{FF2B5EF4-FFF2-40B4-BE49-F238E27FC236}">
                    <a16:creationId xmlns:a16="http://schemas.microsoft.com/office/drawing/2014/main" id="{8BC07B51-8C3E-7B5A-CC36-240FA79EE7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32713" y="4903788"/>
                <a:ext cx="68263" cy="68263"/>
              </a:xfrm>
              <a:custGeom>
                <a:avLst/>
                <a:gdLst>
                  <a:gd name="T0" fmla="*/ 9 w 18"/>
                  <a:gd name="T1" fmla="*/ 0 h 18"/>
                  <a:gd name="T2" fmla="*/ 18 w 18"/>
                  <a:gd name="T3" fmla="*/ 9 h 18"/>
                  <a:gd name="T4" fmla="*/ 8 w 18"/>
                  <a:gd name="T5" fmla="*/ 18 h 18"/>
                  <a:gd name="T6" fmla="*/ 0 w 18"/>
                  <a:gd name="T7" fmla="*/ 9 h 18"/>
                  <a:gd name="T8" fmla="*/ 9 w 18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8">
                    <a:moveTo>
                      <a:pt x="9" y="0"/>
                    </a:moveTo>
                    <a:cubicBezTo>
                      <a:pt x="14" y="0"/>
                      <a:pt x="18" y="4"/>
                      <a:pt x="18" y="9"/>
                    </a:cubicBezTo>
                    <a:cubicBezTo>
                      <a:pt x="18" y="14"/>
                      <a:pt x="14" y="18"/>
                      <a:pt x="8" y="18"/>
                    </a:cubicBezTo>
                    <a:cubicBezTo>
                      <a:pt x="4" y="18"/>
                      <a:pt x="0" y="14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Segoe UI" panose="020B0502040204020203" pitchFamily="34" charset="0"/>
                </a:endParaRPr>
              </a:p>
            </p:txBody>
          </p:sp>
        </p:grp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FB3D500-6B4F-EE2C-0170-CFD139A82FCD}"/>
              </a:ext>
            </a:extLst>
          </p:cNvPr>
          <p:cNvGrpSpPr/>
          <p:nvPr/>
        </p:nvGrpSpPr>
        <p:grpSpPr>
          <a:xfrm>
            <a:off x="2959135" y="2597683"/>
            <a:ext cx="2020044" cy="2879847"/>
            <a:chOff x="2959135" y="2597683"/>
            <a:chExt cx="2020044" cy="287984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30D5611-3E7F-EC03-0224-7B752A3B1F02}"/>
                </a:ext>
              </a:extLst>
            </p:cNvPr>
            <p:cNvCxnSpPr>
              <a:cxnSpLocks/>
              <a:stCxn id="34" idx="0"/>
              <a:endCxn id="36" idx="4"/>
            </p:cNvCxnSpPr>
            <p:nvPr/>
          </p:nvCxnSpPr>
          <p:spPr>
            <a:xfrm flipV="1">
              <a:off x="3544356" y="4378968"/>
              <a:ext cx="1" cy="990612"/>
            </a:xfrm>
            <a:prstGeom prst="line">
              <a:avLst/>
            </a:prstGeom>
            <a:ln w="25400">
              <a:solidFill>
                <a:srgbClr val="2C73B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27B13D4-47F7-7A94-817D-CBFD1303D95B}"/>
                </a:ext>
              </a:extLst>
            </p:cNvPr>
            <p:cNvSpPr/>
            <p:nvPr/>
          </p:nvSpPr>
          <p:spPr>
            <a:xfrm>
              <a:off x="3490381" y="5369580"/>
              <a:ext cx="107950" cy="107950"/>
            </a:xfrm>
            <a:prstGeom prst="ellipse">
              <a:avLst/>
            </a:prstGeom>
            <a:solidFill>
              <a:srgbClr val="2C73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70EA633-E3E5-D4F6-3E03-05741540B732}"/>
                </a:ext>
              </a:extLst>
            </p:cNvPr>
            <p:cNvSpPr/>
            <p:nvPr/>
          </p:nvSpPr>
          <p:spPr>
            <a:xfrm>
              <a:off x="3183232" y="3580883"/>
              <a:ext cx="722249" cy="722249"/>
            </a:xfrm>
            <a:prstGeom prst="ellipse">
              <a:avLst/>
            </a:prstGeom>
            <a:solidFill>
              <a:srgbClr val="2C73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E821A7E-6589-11DA-A40F-E7150B3686D2}"/>
                </a:ext>
              </a:extLst>
            </p:cNvPr>
            <p:cNvSpPr/>
            <p:nvPr/>
          </p:nvSpPr>
          <p:spPr>
            <a:xfrm>
              <a:off x="3107396" y="3505047"/>
              <a:ext cx="873921" cy="873921"/>
            </a:xfrm>
            <a:prstGeom prst="ellipse">
              <a:avLst/>
            </a:prstGeom>
            <a:noFill/>
            <a:ln w="25400">
              <a:solidFill>
                <a:srgbClr val="2C73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B630A65-0989-CD6D-BE64-1C06532DDE15}"/>
                </a:ext>
              </a:extLst>
            </p:cNvPr>
            <p:cNvSpPr txBox="1"/>
            <p:nvPr/>
          </p:nvSpPr>
          <p:spPr>
            <a:xfrm>
              <a:off x="2986598" y="2597683"/>
              <a:ext cx="16327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2C73B9"/>
                  </a:solidFill>
                  <a:latin typeface="+mj-lt"/>
                  <a:cs typeface="Assistant" pitchFamily="2" charset="-79"/>
                </a:rPr>
                <a:t>2018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86719BF-CAC8-E4E8-6592-6B06FBAF045F}"/>
                </a:ext>
              </a:extLst>
            </p:cNvPr>
            <p:cNvSpPr txBox="1"/>
            <p:nvPr/>
          </p:nvSpPr>
          <p:spPr>
            <a:xfrm>
              <a:off x="2959135" y="2945854"/>
              <a:ext cx="20200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First research grant from the EU is secured</a:t>
              </a:r>
            </a:p>
          </p:txBody>
        </p:sp>
        <p:pic>
          <p:nvPicPr>
            <p:cNvPr id="64" name="Graphic 63" descr="Lights On with solid fill">
              <a:extLst>
                <a:ext uri="{FF2B5EF4-FFF2-40B4-BE49-F238E27FC236}">
                  <a16:creationId xmlns:a16="http://schemas.microsoft.com/office/drawing/2014/main" id="{13063655-A0E7-707A-B30E-F44DD3D39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3294476" y="3692127"/>
              <a:ext cx="499760" cy="4997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254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A37061-DA7B-04DF-7287-C265A417C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Areas of excellence and expertise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90E897-9212-9E96-71F2-C2925D3B7254}"/>
              </a:ext>
            </a:extLst>
          </p:cNvPr>
          <p:cNvGrpSpPr/>
          <p:nvPr/>
        </p:nvGrpSpPr>
        <p:grpSpPr>
          <a:xfrm>
            <a:off x="1162287" y="1477896"/>
            <a:ext cx="5020235" cy="1087001"/>
            <a:chOff x="636492" y="1477896"/>
            <a:chExt cx="5020235" cy="1087001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B09A5D6F-B05E-5BAC-D655-25D08499FF33}"/>
                </a:ext>
              </a:extLst>
            </p:cNvPr>
            <p:cNvSpPr/>
            <p:nvPr/>
          </p:nvSpPr>
          <p:spPr>
            <a:xfrm>
              <a:off x="636492" y="1477896"/>
              <a:ext cx="5020235" cy="1087001"/>
            </a:xfrm>
            <a:prstGeom prst="roundRect">
              <a:avLst>
                <a:gd name="adj" fmla="val 163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0" dist="190500" dir="2700000" algn="tl" rotWithShape="0">
                <a:prstClr val="black">
                  <a:alpha val="5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594C4F-034F-C0E5-76BF-8B64410FBCB6}"/>
                </a:ext>
              </a:extLst>
            </p:cNvPr>
            <p:cNvSpPr txBox="1"/>
            <p:nvPr/>
          </p:nvSpPr>
          <p:spPr>
            <a:xfrm>
              <a:off x="1222344" y="1516917"/>
              <a:ext cx="35767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2C73B9"/>
                  </a:solidFill>
                  <a:latin typeface="+mj-lt"/>
                  <a:cs typeface="Assistant" pitchFamily="2" charset="-79"/>
                </a:rPr>
                <a:t>Cyber Security Solutions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EE7D0D-7A31-0BE9-3755-51CF3CE9F101}"/>
                </a:ext>
              </a:extLst>
            </p:cNvPr>
            <p:cNvSpPr txBox="1"/>
            <p:nvPr/>
          </p:nvSpPr>
          <p:spPr>
            <a:xfrm>
              <a:off x="1222344" y="1929153"/>
              <a:ext cx="431433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Develop cutting-edge software products in the fields of cyber security and digital forensics investigation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D1B9203-6086-1327-3254-F8BB71030BFB}"/>
              </a:ext>
            </a:extLst>
          </p:cNvPr>
          <p:cNvGrpSpPr/>
          <p:nvPr/>
        </p:nvGrpSpPr>
        <p:grpSpPr>
          <a:xfrm>
            <a:off x="1162287" y="2707785"/>
            <a:ext cx="5020235" cy="1087001"/>
            <a:chOff x="636492" y="1477896"/>
            <a:chExt cx="5020235" cy="1087001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0C38997F-71B0-9072-F625-0A30D0B9F1F6}"/>
                </a:ext>
              </a:extLst>
            </p:cNvPr>
            <p:cNvSpPr/>
            <p:nvPr/>
          </p:nvSpPr>
          <p:spPr>
            <a:xfrm>
              <a:off x="636492" y="1477896"/>
              <a:ext cx="5020235" cy="1087001"/>
            </a:xfrm>
            <a:prstGeom prst="roundRect">
              <a:avLst>
                <a:gd name="adj" fmla="val 163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0" dist="190500" dir="2700000" algn="tl" rotWithShape="0">
                <a:prstClr val="black">
                  <a:alpha val="5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7F94210-6F37-7F6C-E062-8DD0D440A2FD}"/>
                </a:ext>
              </a:extLst>
            </p:cNvPr>
            <p:cNvSpPr txBox="1"/>
            <p:nvPr/>
          </p:nvSpPr>
          <p:spPr>
            <a:xfrm>
              <a:off x="1222344" y="1516917"/>
              <a:ext cx="35767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2C73B9"/>
                  </a:solidFill>
                  <a:latin typeface="+mj-lt"/>
                  <a:cs typeface="Assistant" pitchFamily="2" charset="-79"/>
                </a:rPr>
                <a:t>Data-driven </a:t>
              </a:r>
              <a:r>
                <a:rPr lang="en-US" sz="2000" b="1" dirty="0" err="1">
                  <a:solidFill>
                    <a:srgbClr val="2C73B9"/>
                  </a:solidFill>
                  <a:latin typeface="+mj-lt"/>
                  <a:cs typeface="Assistant" pitchFamily="2" charset="-79"/>
                </a:rPr>
                <a:t>Visualisations</a:t>
              </a:r>
              <a:endParaRPr lang="en-US" sz="2000" b="1" dirty="0">
                <a:solidFill>
                  <a:srgbClr val="2C73B9"/>
                </a:solidFill>
                <a:latin typeface="+mj-lt"/>
                <a:cs typeface="Assistant" pitchFamily="2" charset="-79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35DDAB3-95BD-BB3F-6D51-4F6E83608A50}"/>
                </a:ext>
              </a:extLst>
            </p:cNvPr>
            <p:cNvSpPr txBox="1"/>
            <p:nvPr/>
          </p:nvSpPr>
          <p:spPr>
            <a:xfrm>
              <a:off x="1222344" y="1929153"/>
              <a:ext cx="40005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Deliver adaptive big data visualizations for informed long-term decision making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98FCE8F-9289-6B95-4F52-72E21501A449}"/>
              </a:ext>
            </a:extLst>
          </p:cNvPr>
          <p:cNvGrpSpPr/>
          <p:nvPr/>
        </p:nvGrpSpPr>
        <p:grpSpPr>
          <a:xfrm>
            <a:off x="1162287" y="3937674"/>
            <a:ext cx="5020235" cy="1087001"/>
            <a:chOff x="636492" y="1477896"/>
            <a:chExt cx="5020235" cy="1087001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D115975-C2A0-E630-B072-9E153698EE79}"/>
                </a:ext>
              </a:extLst>
            </p:cNvPr>
            <p:cNvSpPr/>
            <p:nvPr/>
          </p:nvSpPr>
          <p:spPr>
            <a:xfrm>
              <a:off x="636492" y="1477896"/>
              <a:ext cx="5020235" cy="1087001"/>
            </a:xfrm>
            <a:prstGeom prst="roundRect">
              <a:avLst>
                <a:gd name="adj" fmla="val 163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0" dist="190500" dir="2700000" algn="tl" rotWithShape="0">
                <a:prstClr val="black">
                  <a:alpha val="5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A35627C-03DC-E124-488E-94845CD40935}"/>
                </a:ext>
              </a:extLst>
            </p:cNvPr>
            <p:cNvSpPr txBox="1"/>
            <p:nvPr/>
          </p:nvSpPr>
          <p:spPr>
            <a:xfrm>
              <a:off x="1222344" y="1516917"/>
              <a:ext cx="42137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2C73B9"/>
                  </a:solidFill>
                  <a:latin typeface="+mj-lt"/>
                  <a:cs typeface="Assistant" pitchFamily="2" charset="-79"/>
                </a:rPr>
                <a:t>Domain-specific </a:t>
              </a:r>
              <a:r>
                <a:rPr lang="en-US" sz="2000" b="1" dirty="0" err="1">
                  <a:solidFill>
                    <a:srgbClr val="2C73B9"/>
                  </a:solidFill>
                  <a:latin typeface="+mj-lt"/>
                  <a:cs typeface="Assistant" pitchFamily="2" charset="-79"/>
                </a:rPr>
                <a:t>Customisations</a:t>
              </a:r>
              <a:endParaRPr lang="en-US" sz="2000" b="1" dirty="0">
                <a:solidFill>
                  <a:srgbClr val="2C73B9"/>
                </a:solidFill>
                <a:latin typeface="+mj-lt"/>
                <a:cs typeface="Assistant" pitchFamily="2" charset="-79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BDC8D14-B76D-DDA8-368B-BB8E4C8B10AD}"/>
                </a:ext>
              </a:extLst>
            </p:cNvPr>
            <p:cNvSpPr txBox="1"/>
            <p:nvPr/>
          </p:nvSpPr>
          <p:spPr>
            <a:xfrm>
              <a:off x="1222344" y="1929153"/>
              <a:ext cx="431433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Provide services for complete software development lifecycle to address real business needs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8BD0D11-D3D8-6178-E862-60F2A818634A}"/>
              </a:ext>
            </a:extLst>
          </p:cNvPr>
          <p:cNvGrpSpPr/>
          <p:nvPr/>
        </p:nvGrpSpPr>
        <p:grpSpPr>
          <a:xfrm>
            <a:off x="1162287" y="5167564"/>
            <a:ext cx="5020235" cy="1087001"/>
            <a:chOff x="636492" y="1477896"/>
            <a:chExt cx="5020235" cy="1087001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43E622F1-F742-69CF-1C8C-455112FC3791}"/>
                </a:ext>
              </a:extLst>
            </p:cNvPr>
            <p:cNvSpPr/>
            <p:nvPr/>
          </p:nvSpPr>
          <p:spPr>
            <a:xfrm>
              <a:off x="636492" y="1477896"/>
              <a:ext cx="5020235" cy="1087001"/>
            </a:xfrm>
            <a:prstGeom prst="roundRect">
              <a:avLst>
                <a:gd name="adj" fmla="val 163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0" dist="190500" dir="2700000" algn="tl" rotWithShape="0">
                <a:prstClr val="black">
                  <a:alpha val="5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90AB41C-460A-2A53-04EE-EBC07E1F7C89}"/>
                </a:ext>
              </a:extLst>
            </p:cNvPr>
            <p:cNvSpPr txBox="1"/>
            <p:nvPr/>
          </p:nvSpPr>
          <p:spPr>
            <a:xfrm>
              <a:off x="1222344" y="1516917"/>
              <a:ext cx="40005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2C73B9"/>
                  </a:solidFill>
                  <a:latin typeface="+mj-lt"/>
                  <a:cs typeface="Assistant" pitchFamily="2" charset="-79"/>
                </a:rPr>
                <a:t>Unbiased advice &amp; assistance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641E31A-4694-62CA-7235-80C71717005B}"/>
                </a:ext>
              </a:extLst>
            </p:cNvPr>
            <p:cNvSpPr txBox="1"/>
            <p:nvPr/>
          </p:nvSpPr>
          <p:spPr>
            <a:xfrm>
              <a:off x="1222344" y="1929153"/>
              <a:ext cx="431433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Assist industrial and public bodies in achieving their goals on effective and secure data governance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6D2FE66-6880-8006-A556-9923EE67F837}"/>
                </a:ext>
              </a:extLst>
            </p:cNvPr>
            <p:cNvGrpSpPr/>
            <p:nvPr/>
          </p:nvGrpSpPr>
          <p:grpSpPr>
            <a:xfrm>
              <a:off x="872076" y="1581291"/>
              <a:ext cx="269629" cy="269629"/>
              <a:chOff x="7275629" y="3045147"/>
              <a:chExt cx="464344" cy="464344"/>
            </a:xfrm>
            <a:solidFill>
              <a:srgbClr val="2C73B9"/>
            </a:solidFill>
          </p:grpSpPr>
          <p:sp>
            <p:nvSpPr>
              <p:cNvPr id="47" name="AutoShape 56">
                <a:extLst>
                  <a:ext uri="{FF2B5EF4-FFF2-40B4-BE49-F238E27FC236}">
                    <a16:creationId xmlns:a16="http://schemas.microsoft.com/office/drawing/2014/main" id="{715321C6-5418-1DE1-65A7-9491D8931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5629" y="3045147"/>
                <a:ext cx="145256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88" y="7316"/>
                    </a:moveTo>
                    <a:cubicBezTo>
                      <a:pt x="16954" y="7352"/>
                      <a:pt x="16923" y="7387"/>
                      <a:pt x="16883" y="7423"/>
                    </a:cubicBezTo>
                    <a:cubicBezTo>
                      <a:pt x="16677" y="7601"/>
                      <a:pt x="16414" y="7770"/>
                      <a:pt x="16066" y="7920"/>
                    </a:cubicBezTo>
                    <a:cubicBezTo>
                      <a:pt x="16057" y="7924"/>
                      <a:pt x="16044" y="7927"/>
                      <a:pt x="16038" y="7931"/>
                    </a:cubicBezTo>
                    <a:cubicBezTo>
                      <a:pt x="15662" y="8092"/>
                      <a:pt x="15214" y="8234"/>
                      <a:pt x="14705" y="8354"/>
                    </a:cubicBezTo>
                    <a:cubicBezTo>
                      <a:pt x="14697" y="8357"/>
                      <a:pt x="14692" y="8358"/>
                      <a:pt x="14686" y="8359"/>
                    </a:cubicBezTo>
                    <a:cubicBezTo>
                      <a:pt x="14163" y="8482"/>
                      <a:pt x="13584" y="8581"/>
                      <a:pt x="12960" y="8649"/>
                    </a:cubicBezTo>
                    <a:cubicBezTo>
                      <a:pt x="12279" y="8726"/>
                      <a:pt x="11560" y="8774"/>
                      <a:pt x="10800" y="8774"/>
                    </a:cubicBezTo>
                    <a:cubicBezTo>
                      <a:pt x="10037" y="8774"/>
                      <a:pt x="9318" y="8726"/>
                      <a:pt x="8640" y="8649"/>
                    </a:cubicBezTo>
                    <a:cubicBezTo>
                      <a:pt x="8016" y="8581"/>
                      <a:pt x="7435" y="8482"/>
                      <a:pt x="6914" y="8359"/>
                    </a:cubicBezTo>
                    <a:cubicBezTo>
                      <a:pt x="6908" y="8358"/>
                      <a:pt x="6901" y="8357"/>
                      <a:pt x="6893" y="8354"/>
                    </a:cubicBezTo>
                    <a:cubicBezTo>
                      <a:pt x="6385" y="8234"/>
                      <a:pt x="5937" y="8092"/>
                      <a:pt x="5562" y="7931"/>
                    </a:cubicBezTo>
                    <a:cubicBezTo>
                      <a:pt x="5553" y="7927"/>
                      <a:pt x="5541" y="7924"/>
                      <a:pt x="5531" y="7920"/>
                    </a:cubicBezTo>
                    <a:cubicBezTo>
                      <a:pt x="5184" y="7770"/>
                      <a:pt x="4921" y="7601"/>
                      <a:pt x="4715" y="7423"/>
                    </a:cubicBezTo>
                    <a:cubicBezTo>
                      <a:pt x="4676" y="7387"/>
                      <a:pt x="4644" y="7352"/>
                      <a:pt x="4612" y="7316"/>
                    </a:cubicBezTo>
                    <a:cubicBezTo>
                      <a:pt x="4437" y="7136"/>
                      <a:pt x="4320" y="6947"/>
                      <a:pt x="4320" y="6750"/>
                    </a:cubicBezTo>
                    <a:cubicBezTo>
                      <a:pt x="4320" y="6550"/>
                      <a:pt x="4437" y="6362"/>
                      <a:pt x="4612" y="6181"/>
                    </a:cubicBezTo>
                    <a:cubicBezTo>
                      <a:pt x="4644" y="6146"/>
                      <a:pt x="4676" y="6110"/>
                      <a:pt x="4715" y="6076"/>
                    </a:cubicBezTo>
                    <a:cubicBezTo>
                      <a:pt x="4921" y="5898"/>
                      <a:pt x="5184" y="5729"/>
                      <a:pt x="5531" y="5577"/>
                    </a:cubicBezTo>
                    <a:cubicBezTo>
                      <a:pt x="5541" y="5574"/>
                      <a:pt x="5553" y="5571"/>
                      <a:pt x="5562" y="5567"/>
                    </a:cubicBezTo>
                    <a:cubicBezTo>
                      <a:pt x="5937" y="5407"/>
                      <a:pt x="6385" y="5264"/>
                      <a:pt x="6893" y="5144"/>
                    </a:cubicBezTo>
                    <a:cubicBezTo>
                      <a:pt x="6901" y="5142"/>
                      <a:pt x="6908" y="5140"/>
                      <a:pt x="6914" y="5138"/>
                    </a:cubicBezTo>
                    <a:cubicBezTo>
                      <a:pt x="7435" y="5017"/>
                      <a:pt x="8016" y="4918"/>
                      <a:pt x="8640" y="4848"/>
                    </a:cubicBezTo>
                    <a:cubicBezTo>
                      <a:pt x="9318" y="4773"/>
                      <a:pt x="10037" y="4725"/>
                      <a:pt x="10800" y="4725"/>
                    </a:cubicBezTo>
                    <a:cubicBezTo>
                      <a:pt x="11560" y="4725"/>
                      <a:pt x="12279" y="4773"/>
                      <a:pt x="12960" y="4848"/>
                    </a:cubicBezTo>
                    <a:cubicBezTo>
                      <a:pt x="13584" y="4918"/>
                      <a:pt x="14163" y="5017"/>
                      <a:pt x="14686" y="5138"/>
                    </a:cubicBezTo>
                    <a:cubicBezTo>
                      <a:pt x="14692" y="5140"/>
                      <a:pt x="14697" y="5142"/>
                      <a:pt x="14705" y="5144"/>
                    </a:cubicBezTo>
                    <a:cubicBezTo>
                      <a:pt x="15214" y="5264"/>
                      <a:pt x="15662" y="5407"/>
                      <a:pt x="16038" y="5567"/>
                    </a:cubicBezTo>
                    <a:cubicBezTo>
                      <a:pt x="16044" y="5571"/>
                      <a:pt x="16057" y="5574"/>
                      <a:pt x="16066" y="5577"/>
                    </a:cubicBezTo>
                    <a:cubicBezTo>
                      <a:pt x="16414" y="5729"/>
                      <a:pt x="16677" y="5898"/>
                      <a:pt x="16883" y="6076"/>
                    </a:cubicBezTo>
                    <a:cubicBezTo>
                      <a:pt x="16923" y="6110"/>
                      <a:pt x="16954" y="6146"/>
                      <a:pt x="16988" y="6181"/>
                    </a:cubicBezTo>
                    <a:cubicBezTo>
                      <a:pt x="17161" y="6362"/>
                      <a:pt x="17280" y="6550"/>
                      <a:pt x="17280" y="6750"/>
                    </a:cubicBezTo>
                    <a:cubicBezTo>
                      <a:pt x="17280" y="6947"/>
                      <a:pt x="17161" y="7136"/>
                      <a:pt x="16988" y="7316"/>
                    </a:cubicBezTo>
                    <a:moveTo>
                      <a:pt x="12960" y="19575"/>
                    </a:moveTo>
                    <a:cubicBezTo>
                      <a:pt x="12960" y="19948"/>
                      <a:pt x="11992" y="20249"/>
                      <a:pt x="10800" y="20249"/>
                    </a:cubicBezTo>
                    <a:cubicBezTo>
                      <a:pt x="9606" y="20249"/>
                      <a:pt x="8640" y="19948"/>
                      <a:pt x="8640" y="19575"/>
                    </a:cubicBezTo>
                    <a:lnTo>
                      <a:pt x="8640" y="10056"/>
                    </a:lnTo>
                    <a:cubicBezTo>
                      <a:pt x="9338" y="10101"/>
                      <a:pt x="10059" y="10124"/>
                      <a:pt x="10800" y="10124"/>
                    </a:cubicBezTo>
                    <a:cubicBezTo>
                      <a:pt x="11541" y="10124"/>
                      <a:pt x="12262" y="10101"/>
                      <a:pt x="12960" y="10056"/>
                    </a:cubicBezTo>
                    <a:cubicBezTo>
                      <a:pt x="12960" y="10056"/>
                      <a:pt x="12960" y="19575"/>
                      <a:pt x="12960" y="19575"/>
                    </a:cubicBezTo>
                    <a:close/>
                    <a:moveTo>
                      <a:pt x="8640" y="2025"/>
                    </a:moveTo>
                    <a:cubicBezTo>
                      <a:pt x="8640" y="1651"/>
                      <a:pt x="9606" y="1350"/>
                      <a:pt x="10800" y="1350"/>
                    </a:cubicBezTo>
                    <a:cubicBezTo>
                      <a:pt x="11992" y="1350"/>
                      <a:pt x="12960" y="1651"/>
                      <a:pt x="12960" y="2025"/>
                    </a:cubicBezTo>
                    <a:lnTo>
                      <a:pt x="12960" y="3442"/>
                    </a:lnTo>
                    <a:cubicBezTo>
                      <a:pt x="12262" y="3398"/>
                      <a:pt x="11541" y="3375"/>
                      <a:pt x="10800" y="3375"/>
                    </a:cubicBezTo>
                    <a:cubicBezTo>
                      <a:pt x="10059" y="3375"/>
                      <a:pt x="9338" y="3398"/>
                      <a:pt x="8640" y="3442"/>
                    </a:cubicBezTo>
                    <a:cubicBezTo>
                      <a:pt x="8640" y="3442"/>
                      <a:pt x="8640" y="2025"/>
                      <a:pt x="8640" y="2025"/>
                    </a:cubicBezTo>
                    <a:close/>
                    <a:moveTo>
                      <a:pt x="17280" y="4064"/>
                    </a:moveTo>
                    <a:lnTo>
                      <a:pt x="17280" y="2025"/>
                    </a:lnTo>
                    <a:cubicBezTo>
                      <a:pt x="17280" y="908"/>
                      <a:pt x="14373" y="0"/>
                      <a:pt x="10800" y="0"/>
                    </a:cubicBezTo>
                    <a:cubicBezTo>
                      <a:pt x="7225" y="0"/>
                      <a:pt x="4320" y="908"/>
                      <a:pt x="4320" y="2025"/>
                    </a:cubicBezTo>
                    <a:lnTo>
                      <a:pt x="4320" y="4064"/>
                    </a:lnTo>
                    <a:cubicBezTo>
                      <a:pt x="1710" y="4681"/>
                      <a:pt x="0" y="5649"/>
                      <a:pt x="0" y="6750"/>
                    </a:cubicBezTo>
                    <a:cubicBezTo>
                      <a:pt x="0" y="7850"/>
                      <a:pt x="1710" y="8818"/>
                      <a:pt x="4320" y="9434"/>
                    </a:cubicBezTo>
                    <a:lnTo>
                      <a:pt x="4320" y="19575"/>
                    </a:lnTo>
                    <a:cubicBezTo>
                      <a:pt x="4320" y="20691"/>
                      <a:pt x="7225" y="21599"/>
                      <a:pt x="10800" y="21599"/>
                    </a:cubicBezTo>
                    <a:cubicBezTo>
                      <a:pt x="14373" y="21599"/>
                      <a:pt x="17280" y="20691"/>
                      <a:pt x="17280" y="19575"/>
                    </a:cubicBezTo>
                    <a:lnTo>
                      <a:pt x="17280" y="9434"/>
                    </a:lnTo>
                    <a:cubicBezTo>
                      <a:pt x="19889" y="8818"/>
                      <a:pt x="21600" y="7850"/>
                      <a:pt x="21600" y="6750"/>
                    </a:cubicBezTo>
                    <a:cubicBezTo>
                      <a:pt x="21600" y="5649"/>
                      <a:pt x="19889" y="4681"/>
                      <a:pt x="17280" y="406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2286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5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48" name="AutoShape 57">
                <a:extLst>
                  <a:ext uri="{FF2B5EF4-FFF2-40B4-BE49-F238E27FC236}">
                    <a16:creationId xmlns:a16="http://schemas.microsoft.com/office/drawing/2014/main" id="{BD4E23A0-389B-3D5D-866F-AB8C75E949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4717" y="3045147"/>
                <a:ext cx="145256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88" y="7316"/>
                    </a:moveTo>
                    <a:cubicBezTo>
                      <a:pt x="16954" y="7352"/>
                      <a:pt x="16923" y="7387"/>
                      <a:pt x="16883" y="7423"/>
                    </a:cubicBezTo>
                    <a:cubicBezTo>
                      <a:pt x="16677" y="7601"/>
                      <a:pt x="16414" y="7770"/>
                      <a:pt x="16066" y="7920"/>
                    </a:cubicBezTo>
                    <a:cubicBezTo>
                      <a:pt x="16057" y="7924"/>
                      <a:pt x="16044" y="7927"/>
                      <a:pt x="16038" y="7931"/>
                    </a:cubicBezTo>
                    <a:cubicBezTo>
                      <a:pt x="15662" y="8092"/>
                      <a:pt x="15214" y="8234"/>
                      <a:pt x="14705" y="8354"/>
                    </a:cubicBezTo>
                    <a:cubicBezTo>
                      <a:pt x="14697" y="8357"/>
                      <a:pt x="14692" y="8358"/>
                      <a:pt x="14686" y="8359"/>
                    </a:cubicBezTo>
                    <a:cubicBezTo>
                      <a:pt x="14163" y="8482"/>
                      <a:pt x="13584" y="8581"/>
                      <a:pt x="12960" y="8649"/>
                    </a:cubicBezTo>
                    <a:cubicBezTo>
                      <a:pt x="12279" y="8726"/>
                      <a:pt x="11560" y="8774"/>
                      <a:pt x="10800" y="8774"/>
                    </a:cubicBezTo>
                    <a:cubicBezTo>
                      <a:pt x="10037" y="8774"/>
                      <a:pt x="9318" y="8726"/>
                      <a:pt x="8640" y="8649"/>
                    </a:cubicBezTo>
                    <a:cubicBezTo>
                      <a:pt x="8016" y="8581"/>
                      <a:pt x="7435" y="8482"/>
                      <a:pt x="6914" y="8359"/>
                    </a:cubicBezTo>
                    <a:cubicBezTo>
                      <a:pt x="6908" y="8358"/>
                      <a:pt x="6901" y="8357"/>
                      <a:pt x="6893" y="8354"/>
                    </a:cubicBezTo>
                    <a:cubicBezTo>
                      <a:pt x="6385" y="8234"/>
                      <a:pt x="5937" y="8092"/>
                      <a:pt x="5562" y="7931"/>
                    </a:cubicBezTo>
                    <a:cubicBezTo>
                      <a:pt x="5553" y="7927"/>
                      <a:pt x="5541" y="7924"/>
                      <a:pt x="5531" y="7920"/>
                    </a:cubicBezTo>
                    <a:cubicBezTo>
                      <a:pt x="5184" y="7770"/>
                      <a:pt x="4921" y="7601"/>
                      <a:pt x="4715" y="7423"/>
                    </a:cubicBezTo>
                    <a:cubicBezTo>
                      <a:pt x="4676" y="7387"/>
                      <a:pt x="4644" y="7352"/>
                      <a:pt x="4612" y="7316"/>
                    </a:cubicBezTo>
                    <a:cubicBezTo>
                      <a:pt x="4437" y="7136"/>
                      <a:pt x="4320" y="6947"/>
                      <a:pt x="4320" y="6750"/>
                    </a:cubicBezTo>
                    <a:cubicBezTo>
                      <a:pt x="4320" y="6550"/>
                      <a:pt x="4437" y="6362"/>
                      <a:pt x="4612" y="6181"/>
                    </a:cubicBezTo>
                    <a:cubicBezTo>
                      <a:pt x="4644" y="6146"/>
                      <a:pt x="4676" y="6110"/>
                      <a:pt x="4715" y="6076"/>
                    </a:cubicBezTo>
                    <a:cubicBezTo>
                      <a:pt x="4921" y="5898"/>
                      <a:pt x="5184" y="5729"/>
                      <a:pt x="5531" y="5577"/>
                    </a:cubicBezTo>
                    <a:cubicBezTo>
                      <a:pt x="5541" y="5574"/>
                      <a:pt x="5553" y="5571"/>
                      <a:pt x="5562" y="5567"/>
                    </a:cubicBezTo>
                    <a:cubicBezTo>
                      <a:pt x="5937" y="5407"/>
                      <a:pt x="6385" y="5264"/>
                      <a:pt x="6893" y="5144"/>
                    </a:cubicBezTo>
                    <a:cubicBezTo>
                      <a:pt x="6901" y="5142"/>
                      <a:pt x="6908" y="5140"/>
                      <a:pt x="6914" y="5138"/>
                    </a:cubicBezTo>
                    <a:cubicBezTo>
                      <a:pt x="7435" y="5017"/>
                      <a:pt x="8016" y="4918"/>
                      <a:pt x="8640" y="4848"/>
                    </a:cubicBezTo>
                    <a:cubicBezTo>
                      <a:pt x="9318" y="4773"/>
                      <a:pt x="10037" y="4725"/>
                      <a:pt x="10800" y="4725"/>
                    </a:cubicBezTo>
                    <a:cubicBezTo>
                      <a:pt x="11560" y="4725"/>
                      <a:pt x="12279" y="4773"/>
                      <a:pt x="12960" y="4848"/>
                    </a:cubicBezTo>
                    <a:cubicBezTo>
                      <a:pt x="13584" y="4918"/>
                      <a:pt x="14163" y="5017"/>
                      <a:pt x="14686" y="5138"/>
                    </a:cubicBezTo>
                    <a:cubicBezTo>
                      <a:pt x="14692" y="5140"/>
                      <a:pt x="14697" y="5142"/>
                      <a:pt x="14705" y="5144"/>
                    </a:cubicBezTo>
                    <a:cubicBezTo>
                      <a:pt x="15214" y="5264"/>
                      <a:pt x="15662" y="5407"/>
                      <a:pt x="16038" y="5567"/>
                    </a:cubicBezTo>
                    <a:cubicBezTo>
                      <a:pt x="16044" y="5571"/>
                      <a:pt x="16057" y="5574"/>
                      <a:pt x="16066" y="5577"/>
                    </a:cubicBezTo>
                    <a:cubicBezTo>
                      <a:pt x="16414" y="5729"/>
                      <a:pt x="16677" y="5898"/>
                      <a:pt x="16883" y="6076"/>
                    </a:cubicBezTo>
                    <a:cubicBezTo>
                      <a:pt x="16923" y="6110"/>
                      <a:pt x="16954" y="6146"/>
                      <a:pt x="16988" y="6181"/>
                    </a:cubicBezTo>
                    <a:cubicBezTo>
                      <a:pt x="17161" y="6362"/>
                      <a:pt x="17280" y="6550"/>
                      <a:pt x="17280" y="6750"/>
                    </a:cubicBezTo>
                    <a:cubicBezTo>
                      <a:pt x="17280" y="6947"/>
                      <a:pt x="17161" y="7136"/>
                      <a:pt x="16988" y="7316"/>
                    </a:cubicBezTo>
                    <a:moveTo>
                      <a:pt x="12960" y="19575"/>
                    </a:moveTo>
                    <a:cubicBezTo>
                      <a:pt x="12960" y="19948"/>
                      <a:pt x="11992" y="20249"/>
                      <a:pt x="10800" y="20249"/>
                    </a:cubicBezTo>
                    <a:cubicBezTo>
                      <a:pt x="9606" y="20249"/>
                      <a:pt x="8640" y="19948"/>
                      <a:pt x="8640" y="19575"/>
                    </a:cubicBezTo>
                    <a:lnTo>
                      <a:pt x="8640" y="10056"/>
                    </a:lnTo>
                    <a:cubicBezTo>
                      <a:pt x="9338" y="10101"/>
                      <a:pt x="10059" y="10124"/>
                      <a:pt x="10800" y="10124"/>
                    </a:cubicBezTo>
                    <a:cubicBezTo>
                      <a:pt x="11541" y="10124"/>
                      <a:pt x="12262" y="10101"/>
                      <a:pt x="12960" y="10056"/>
                    </a:cubicBezTo>
                    <a:cubicBezTo>
                      <a:pt x="12960" y="10056"/>
                      <a:pt x="12960" y="19575"/>
                      <a:pt x="12960" y="19575"/>
                    </a:cubicBezTo>
                    <a:close/>
                    <a:moveTo>
                      <a:pt x="8640" y="2025"/>
                    </a:moveTo>
                    <a:cubicBezTo>
                      <a:pt x="8640" y="1651"/>
                      <a:pt x="9606" y="1350"/>
                      <a:pt x="10800" y="1350"/>
                    </a:cubicBezTo>
                    <a:cubicBezTo>
                      <a:pt x="11992" y="1350"/>
                      <a:pt x="12960" y="1651"/>
                      <a:pt x="12960" y="2025"/>
                    </a:cubicBezTo>
                    <a:lnTo>
                      <a:pt x="12960" y="3442"/>
                    </a:lnTo>
                    <a:cubicBezTo>
                      <a:pt x="12262" y="3398"/>
                      <a:pt x="11541" y="3375"/>
                      <a:pt x="10800" y="3375"/>
                    </a:cubicBezTo>
                    <a:cubicBezTo>
                      <a:pt x="10059" y="3375"/>
                      <a:pt x="9338" y="3398"/>
                      <a:pt x="8640" y="3442"/>
                    </a:cubicBezTo>
                    <a:cubicBezTo>
                      <a:pt x="8640" y="3442"/>
                      <a:pt x="8640" y="2025"/>
                      <a:pt x="8640" y="2025"/>
                    </a:cubicBezTo>
                    <a:close/>
                    <a:moveTo>
                      <a:pt x="17280" y="4064"/>
                    </a:moveTo>
                    <a:lnTo>
                      <a:pt x="17280" y="2025"/>
                    </a:lnTo>
                    <a:cubicBezTo>
                      <a:pt x="17280" y="908"/>
                      <a:pt x="14373" y="0"/>
                      <a:pt x="10800" y="0"/>
                    </a:cubicBezTo>
                    <a:cubicBezTo>
                      <a:pt x="7225" y="0"/>
                      <a:pt x="4320" y="908"/>
                      <a:pt x="4320" y="2025"/>
                    </a:cubicBezTo>
                    <a:lnTo>
                      <a:pt x="4320" y="4064"/>
                    </a:lnTo>
                    <a:cubicBezTo>
                      <a:pt x="1710" y="4681"/>
                      <a:pt x="0" y="5649"/>
                      <a:pt x="0" y="6750"/>
                    </a:cubicBezTo>
                    <a:cubicBezTo>
                      <a:pt x="0" y="7850"/>
                      <a:pt x="1710" y="8818"/>
                      <a:pt x="4320" y="9434"/>
                    </a:cubicBezTo>
                    <a:lnTo>
                      <a:pt x="4320" y="19575"/>
                    </a:lnTo>
                    <a:cubicBezTo>
                      <a:pt x="4320" y="20691"/>
                      <a:pt x="7225" y="21599"/>
                      <a:pt x="10800" y="21599"/>
                    </a:cubicBezTo>
                    <a:cubicBezTo>
                      <a:pt x="14373" y="21599"/>
                      <a:pt x="17280" y="20691"/>
                      <a:pt x="17280" y="19575"/>
                    </a:cubicBezTo>
                    <a:lnTo>
                      <a:pt x="17280" y="9434"/>
                    </a:lnTo>
                    <a:cubicBezTo>
                      <a:pt x="19889" y="8818"/>
                      <a:pt x="21600" y="7850"/>
                      <a:pt x="21600" y="6750"/>
                    </a:cubicBezTo>
                    <a:cubicBezTo>
                      <a:pt x="21600" y="5649"/>
                      <a:pt x="19889" y="4681"/>
                      <a:pt x="17280" y="406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2286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5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49" name="AutoShape 58">
                <a:extLst>
                  <a:ext uri="{FF2B5EF4-FFF2-40B4-BE49-F238E27FC236}">
                    <a16:creationId xmlns:a16="http://schemas.microsoft.com/office/drawing/2014/main" id="{6087605E-9F82-CCEA-42C8-28853D3C53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5173" y="3045147"/>
                <a:ext cx="145257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88" y="15416"/>
                    </a:moveTo>
                    <a:cubicBezTo>
                      <a:pt x="16954" y="15452"/>
                      <a:pt x="16923" y="15487"/>
                      <a:pt x="16883" y="15523"/>
                    </a:cubicBezTo>
                    <a:cubicBezTo>
                      <a:pt x="16677" y="15701"/>
                      <a:pt x="16414" y="15870"/>
                      <a:pt x="16066" y="16020"/>
                    </a:cubicBezTo>
                    <a:cubicBezTo>
                      <a:pt x="16057" y="16024"/>
                      <a:pt x="16044" y="16027"/>
                      <a:pt x="16038" y="16031"/>
                    </a:cubicBezTo>
                    <a:cubicBezTo>
                      <a:pt x="15662" y="16192"/>
                      <a:pt x="15214" y="16334"/>
                      <a:pt x="14705" y="16454"/>
                    </a:cubicBezTo>
                    <a:cubicBezTo>
                      <a:pt x="14697" y="16457"/>
                      <a:pt x="14692" y="16458"/>
                      <a:pt x="14686" y="16459"/>
                    </a:cubicBezTo>
                    <a:cubicBezTo>
                      <a:pt x="14163" y="16582"/>
                      <a:pt x="13584" y="16681"/>
                      <a:pt x="12960" y="16749"/>
                    </a:cubicBezTo>
                    <a:cubicBezTo>
                      <a:pt x="12279" y="16826"/>
                      <a:pt x="11560" y="16875"/>
                      <a:pt x="10800" y="16875"/>
                    </a:cubicBezTo>
                    <a:cubicBezTo>
                      <a:pt x="10037" y="16875"/>
                      <a:pt x="9318" y="16826"/>
                      <a:pt x="8640" y="16749"/>
                    </a:cubicBezTo>
                    <a:cubicBezTo>
                      <a:pt x="8016" y="16681"/>
                      <a:pt x="7435" y="16582"/>
                      <a:pt x="6914" y="16459"/>
                    </a:cubicBezTo>
                    <a:cubicBezTo>
                      <a:pt x="6908" y="16458"/>
                      <a:pt x="6901" y="16457"/>
                      <a:pt x="6893" y="16454"/>
                    </a:cubicBezTo>
                    <a:cubicBezTo>
                      <a:pt x="6385" y="16334"/>
                      <a:pt x="5937" y="16192"/>
                      <a:pt x="5562" y="16031"/>
                    </a:cubicBezTo>
                    <a:cubicBezTo>
                      <a:pt x="5553" y="16027"/>
                      <a:pt x="5541" y="16024"/>
                      <a:pt x="5531" y="16020"/>
                    </a:cubicBezTo>
                    <a:cubicBezTo>
                      <a:pt x="5184" y="15870"/>
                      <a:pt x="4921" y="15701"/>
                      <a:pt x="4715" y="15523"/>
                    </a:cubicBezTo>
                    <a:cubicBezTo>
                      <a:pt x="4676" y="15487"/>
                      <a:pt x="4644" y="15452"/>
                      <a:pt x="4612" y="15416"/>
                    </a:cubicBezTo>
                    <a:cubicBezTo>
                      <a:pt x="4437" y="15236"/>
                      <a:pt x="4320" y="15047"/>
                      <a:pt x="4320" y="14850"/>
                    </a:cubicBezTo>
                    <a:cubicBezTo>
                      <a:pt x="4320" y="14650"/>
                      <a:pt x="4437" y="14462"/>
                      <a:pt x="4612" y="14281"/>
                    </a:cubicBezTo>
                    <a:cubicBezTo>
                      <a:pt x="4644" y="14246"/>
                      <a:pt x="4676" y="14210"/>
                      <a:pt x="4715" y="14176"/>
                    </a:cubicBezTo>
                    <a:cubicBezTo>
                      <a:pt x="4921" y="13998"/>
                      <a:pt x="5184" y="13829"/>
                      <a:pt x="5531" y="13677"/>
                    </a:cubicBezTo>
                    <a:cubicBezTo>
                      <a:pt x="5541" y="13674"/>
                      <a:pt x="5553" y="13671"/>
                      <a:pt x="5562" y="13667"/>
                    </a:cubicBezTo>
                    <a:cubicBezTo>
                      <a:pt x="5937" y="13507"/>
                      <a:pt x="6385" y="13364"/>
                      <a:pt x="6893" y="13244"/>
                    </a:cubicBezTo>
                    <a:cubicBezTo>
                      <a:pt x="6901" y="13242"/>
                      <a:pt x="6908" y="13240"/>
                      <a:pt x="6914" y="13238"/>
                    </a:cubicBezTo>
                    <a:cubicBezTo>
                      <a:pt x="7435" y="13117"/>
                      <a:pt x="8016" y="13018"/>
                      <a:pt x="8640" y="12948"/>
                    </a:cubicBezTo>
                    <a:cubicBezTo>
                      <a:pt x="9318" y="12873"/>
                      <a:pt x="10037" y="12825"/>
                      <a:pt x="10800" y="12825"/>
                    </a:cubicBezTo>
                    <a:cubicBezTo>
                      <a:pt x="11560" y="12825"/>
                      <a:pt x="12279" y="12873"/>
                      <a:pt x="12960" y="12948"/>
                    </a:cubicBezTo>
                    <a:cubicBezTo>
                      <a:pt x="13584" y="13018"/>
                      <a:pt x="14163" y="13117"/>
                      <a:pt x="14686" y="13238"/>
                    </a:cubicBezTo>
                    <a:cubicBezTo>
                      <a:pt x="14692" y="13240"/>
                      <a:pt x="14697" y="13242"/>
                      <a:pt x="14705" y="13244"/>
                    </a:cubicBezTo>
                    <a:cubicBezTo>
                      <a:pt x="15214" y="13364"/>
                      <a:pt x="15662" y="13507"/>
                      <a:pt x="16038" y="13667"/>
                    </a:cubicBezTo>
                    <a:cubicBezTo>
                      <a:pt x="16044" y="13671"/>
                      <a:pt x="16057" y="13674"/>
                      <a:pt x="16066" y="13677"/>
                    </a:cubicBezTo>
                    <a:cubicBezTo>
                      <a:pt x="16414" y="13829"/>
                      <a:pt x="16677" y="13998"/>
                      <a:pt x="16883" y="14176"/>
                    </a:cubicBezTo>
                    <a:cubicBezTo>
                      <a:pt x="16923" y="14210"/>
                      <a:pt x="16954" y="14246"/>
                      <a:pt x="16988" y="14281"/>
                    </a:cubicBezTo>
                    <a:cubicBezTo>
                      <a:pt x="17161" y="14462"/>
                      <a:pt x="17280" y="14650"/>
                      <a:pt x="17280" y="14850"/>
                    </a:cubicBezTo>
                    <a:cubicBezTo>
                      <a:pt x="17280" y="15047"/>
                      <a:pt x="17161" y="15236"/>
                      <a:pt x="16988" y="15416"/>
                    </a:cubicBezTo>
                    <a:moveTo>
                      <a:pt x="12960" y="19575"/>
                    </a:moveTo>
                    <a:cubicBezTo>
                      <a:pt x="12960" y="19948"/>
                      <a:pt x="11992" y="20249"/>
                      <a:pt x="10800" y="20249"/>
                    </a:cubicBezTo>
                    <a:cubicBezTo>
                      <a:pt x="9606" y="20249"/>
                      <a:pt x="8640" y="19948"/>
                      <a:pt x="8640" y="19575"/>
                    </a:cubicBezTo>
                    <a:lnTo>
                      <a:pt x="8640" y="18156"/>
                    </a:lnTo>
                    <a:cubicBezTo>
                      <a:pt x="9338" y="18201"/>
                      <a:pt x="10059" y="18225"/>
                      <a:pt x="10800" y="18225"/>
                    </a:cubicBezTo>
                    <a:cubicBezTo>
                      <a:pt x="11541" y="18225"/>
                      <a:pt x="12262" y="18201"/>
                      <a:pt x="12960" y="18156"/>
                    </a:cubicBezTo>
                    <a:cubicBezTo>
                      <a:pt x="12960" y="18156"/>
                      <a:pt x="12960" y="19575"/>
                      <a:pt x="12960" y="19575"/>
                    </a:cubicBezTo>
                    <a:close/>
                    <a:moveTo>
                      <a:pt x="8640" y="2025"/>
                    </a:moveTo>
                    <a:cubicBezTo>
                      <a:pt x="8640" y="1651"/>
                      <a:pt x="9606" y="1350"/>
                      <a:pt x="10800" y="1350"/>
                    </a:cubicBezTo>
                    <a:cubicBezTo>
                      <a:pt x="11992" y="1350"/>
                      <a:pt x="12960" y="1651"/>
                      <a:pt x="12960" y="2025"/>
                    </a:cubicBezTo>
                    <a:lnTo>
                      <a:pt x="12960" y="11542"/>
                    </a:lnTo>
                    <a:cubicBezTo>
                      <a:pt x="12262" y="11498"/>
                      <a:pt x="11541" y="11475"/>
                      <a:pt x="10800" y="11475"/>
                    </a:cubicBezTo>
                    <a:cubicBezTo>
                      <a:pt x="10059" y="11475"/>
                      <a:pt x="9338" y="11498"/>
                      <a:pt x="8640" y="11542"/>
                    </a:cubicBezTo>
                    <a:cubicBezTo>
                      <a:pt x="8640" y="11542"/>
                      <a:pt x="8640" y="2025"/>
                      <a:pt x="8640" y="2025"/>
                    </a:cubicBezTo>
                    <a:close/>
                    <a:moveTo>
                      <a:pt x="17280" y="12164"/>
                    </a:moveTo>
                    <a:lnTo>
                      <a:pt x="17280" y="2025"/>
                    </a:lnTo>
                    <a:cubicBezTo>
                      <a:pt x="17280" y="908"/>
                      <a:pt x="14373" y="0"/>
                      <a:pt x="10800" y="0"/>
                    </a:cubicBezTo>
                    <a:cubicBezTo>
                      <a:pt x="7225" y="0"/>
                      <a:pt x="4320" y="908"/>
                      <a:pt x="4320" y="2025"/>
                    </a:cubicBezTo>
                    <a:lnTo>
                      <a:pt x="4320" y="12164"/>
                    </a:lnTo>
                    <a:cubicBezTo>
                      <a:pt x="1710" y="12781"/>
                      <a:pt x="0" y="13749"/>
                      <a:pt x="0" y="14850"/>
                    </a:cubicBezTo>
                    <a:cubicBezTo>
                      <a:pt x="0" y="15950"/>
                      <a:pt x="1710" y="16918"/>
                      <a:pt x="4320" y="17534"/>
                    </a:cubicBezTo>
                    <a:lnTo>
                      <a:pt x="4320" y="19575"/>
                    </a:lnTo>
                    <a:cubicBezTo>
                      <a:pt x="4320" y="20691"/>
                      <a:pt x="7225" y="21599"/>
                      <a:pt x="10800" y="21599"/>
                    </a:cubicBezTo>
                    <a:cubicBezTo>
                      <a:pt x="14373" y="21599"/>
                      <a:pt x="17280" y="20691"/>
                      <a:pt x="17280" y="19575"/>
                    </a:cubicBezTo>
                    <a:lnTo>
                      <a:pt x="17280" y="17534"/>
                    </a:lnTo>
                    <a:cubicBezTo>
                      <a:pt x="19889" y="16918"/>
                      <a:pt x="21600" y="15950"/>
                      <a:pt x="21600" y="14850"/>
                    </a:cubicBezTo>
                    <a:cubicBezTo>
                      <a:pt x="21600" y="13749"/>
                      <a:pt x="19889" y="12781"/>
                      <a:pt x="17280" y="12164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9050" tIns="19050" rIns="19050" bIns="19050" anchor="ctr"/>
              <a:lstStyle/>
              <a:p>
                <a:pPr algn="ctr" defTabSz="2286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5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</p:grpSp>
      </p:grpSp>
      <p:sp>
        <p:nvSpPr>
          <p:cNvPr id="50" name="AutoShape 117">
            <a:extLst>
              <a:ext uri="{FF2B5EF4-FFF2-40B4-BE49-F238E27FC236}">
                <a16:creationId xmlns:a16="http://schemas.microsoft.com/office/drawing/2014/main" id="{B23651BB-B86C-E732-0D42-8C8515882EE0}"/>
              </a:ext>
            </a:extLst>
          </p:cNvPr>
          <p:cNvSpPr>
            <a:spLocks/>
          </p:cNvSpPr>
          <p:nvPr/>
        </p:nvSpPr>
        <p:spPr bwMode="auto">
          <a:xfrm>
            <a:off x="1347401" y="2846576"/>
            <a:ext cx="269629" cy="202337"/>
          </a:xfrm>
          <a:custGeom>
            <a:avLst/>
            <a:gdLst>
              <a:gd name="T0" fmla="+- 0 10799 1"/>
              <a:gd name="T1" fmla="*/ T0 w 21596"/>
              <a:gd name="T2" fmla="*/ 10800 h 21600"/>
              <a:gd name="T3" fmla="+- 0 10799 1"/>
              <a:gd name="T4" fmla="*/ T3 w 21596"/>
              <a:gd name="T5" fmla="*/ 10800 h 21600"/>
              <a:gd name="T6" fmla="+- 0 10799 1"/>
              <a:gd name="T7" fmla="*/ T6 w 21596"/>
              <a:gd name="T8" fmla="*/ 10800 h 21600"/>
              <a:gd name="T9" fmla="+- 0 10799 1"/>
              <a:gd name="T10" fmla="*/ T9 w 21596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96" h="21600">
                <a:moveTo>
                  <a:pt x="4511" y="2151"/>
                </a:moveTo>
                <a:lnTo>
                  <a:pt x="6064" y="3877"/>
                </a:lnTo>
                <a:lnTo>
                  <a:pt x="4246" y="6302"/>
                </a:lnTo>
                <a:lnTo>
                  <a:pt x="1353" y="6302"/>
                </a:lnTo>
                <a:cubicBezTo>
                  <a:pt x="1353" y="6302"/>
                  <a:pt x="4511" y="2151"/>
                  <a:pt x="4511" y="2151"/>
                </a:cubicBezTo>
                <a:close/>
                <a:moveTo>
                  <a:pt x="17348" y="6302"/>
                </a:moveTo>
                <a:lnTo>
                  <a:pt x="15531" y="3877"/>
                </a:lnTo>
                <a:lnTo>
                  <a:pt x="17082" y="2153"/>
                </a:lnTo>
                <a:lnTo>
                  <a:pt x="20191" y="6302"/>
                </a:lnTo>
                <a:cubicBezTo>
                  <a:pt x="20191" y="6302"/>
                  <a:pt x="17348" y="6302"/>
                  <a:pt x="17348" y="6302"/>
                </a:cubicBezTo>
                <a:close/>
                <a:moveTo>
                  <a:pt x="17264" y="7202"/>
                </a:moveTo>
                <a:lnTo>
                  <a:pt x="19663" y="7202"/>
                </a:lnTo>
                <a:lnTo>
                  <a:pt x="13021" y="16638"/>
                </a:lnTo>
                <a:cubicBezTo>
                  <a:pt x="13021" y="16638"/>
                  <a:pt x="17264" y="7202"/>
                  <a:pt x="17264" y="7202"/>
                </a:cubicBezTo>
                <a:close/>
                <a:moveTo>
                  <a:pt x="8574" y="16637"/>
                </a:moveTo>
                <a:lnTo>
                  <a:pt x="1933" y="7202"/>
                </a:lnTo>
                <a:lnTo>
                  <a:pt x="4330" y="7202"/>
                </a:lnTo>
                <a:cubicBezTo>
                  <a:pt x="4330" y="7202"/>
                  <a:pt x="8574" y="16637"/>
                  <a:pt x="8574" y="16637"/>
                </a:cubicBezTo>
                <a:close/>
                <a:moveTo>
                  <a:pt x="8429" y="7202"/>
                </a:moveTo>
                <a:lnTo>
                  <a:pt x="10084" y="18249"/>
                </a:lnTo>
                <a:lnTo>
                  <a:pt x="5117" y="7202"/>
                </a:lnTo>
                <a:cubicBezTo>
                  <a:pt x="5117" y="7202"/>
                  <a:pt x="8429" y="7202"/>
                  <a:pt x="8429" y="7202"/>
                </a:cubicBezTo>
                <a:close/>
                <a:moveTo>
                  <a:pt x="6584" y="4456"/>
                </a:moveTo>
                <a:lnTo>
                  <a:pt x="8246" y="6302"/>
                </a:lnTo>
                <a:lnTo>
                  <a:pt x="5200" y="6302"/>
                </a:lnTo>
                <a:cubicBezTo>
                  <a:pt x="5200" y="6302"/>
                  <a:pt x="6584" y="4456"/>
                  <a:pt x="6584" y="4456"/>
                </a:cubicBezTo>
                <a:close/>
                <a:moveTo>
                  <a:pt x="6543" y="3238"/>
                </a:moveTo>
                <a:lnTo>
                  <a:pt x="5250" y="1800"/>
                </a:lnTo>
                <a:lnTo>
                  <a:pt x="7621" y="1800"/>
                </a:lnTo>
                <a:cubicBezTo>
                  <a:pt x="7621" y="1800"/>
                  <a:pt x="6543" y="3238"/>
                  <a:pt x="6543" y="3238"/>
                </a:cubicBezTo>
                <a:close/>
                <a:moveTo>
                  <a:pt x="10797" y="3466"/>
                </a:moveTo>
                <a:lnTo>
                  <a:pt x="9299" y="1800"/>
                </a:lnTo>
                <a:lnTo>
                  <a:pt x="12296" y="1800"/>
                </a:lnTo>
                <a:cubicBezTo>
                  <a:pt x="12296" y="1800"/>
                  <a:pt x="10797" y="3466"/>
                  <a:pt x="10797" y="3466"/>
                </a:cubicBezTo>
                <a:close/>
                <a:moveTo>
                  <a:pt x="13974" y="1800"/>
                </a:moveTo>
                <a:lnTo>
                  <a:pt x="16345" y="1800"/>
                </a:lnTo>
                <a:lnTo>
                  <a:pt x="15052" y="3238"/>
                </a:lnTo>
                <a:cubicBezTo>
                  <a:pt x="15052" y="3238"/>
                  <a:pt x="13974" y="1800"/>
                  <a:pt x="13974" y="1800"/>
                </a:cubicBezTo>
                <a:close/>
                <a:moveTo>
                  <a:pt x="13349" y="6302"/>
                </a:moveTo>
                <a:lnTo>
                  <a:pt x="15011" y="4456"/>
                </a:lnTo>
                <a:lnTo>
                  <a:pt x="16394" y="6302"/>
                </a:lnTo>
                <a:cubicBezTo>
                  <a:pt x="16394" y="6302"/>
                  <a:pt x="13349" y="6302"/>
                  <a:pt x="13349" y="6302"/>
                </a:cubicBezTo>
                <a:close/>
                <a:moveTo>
                  <a:pt x="13166" y="7202"/>
                </a:moveTo>
                <a:lnTo>
                  <a:pt x="16478" y="7202"/>
                </a:lnTo>
                <a:lnTo>
                  <a:pt x="11511" y="18249"/>
                </a:lnTo>
                <a:cubicBezTo>
                  <a:pt x="11511" y="18249"/>
                  <a:pt x="13166" y="7202"/>
                  <a:pt x="13166" y="7202"/>
                </a:cubicBezTo>
                <a:close/>
                <a:moveTo>
                  <a:pt x="12478" y="7202"/>
                </a:moveTo>
                <a:lnTo>
                  <a:pt x="10797" y="18414"/>
                </a:lnTo>
                <a:lnTo>
                  <a:pt x="9117" y="7202"/>
                </a:lnTo>
                <a:cubicBezTo>
                  <a:pt x="9117" y="7202"/>
                  <a:pt x="12478" y="7202"/>
                  <a:pt x="12478" y="7202"/>
                </a:cubicBezTo>
                <a:close/>
                <a:moveTo>
                  <a:pt x="8773" y="5716"/>
                </a:moveTo>
                <a:lnTo>
                  <a:pt x="7064" y="3817"/>
                </a:lnTo>
                <a:lnTo>
                  <a:pt x="8426" y="2000"/>
                </a:lnTo>
                <a:lnTo>
                  <a:pt x="10270" y="4051"/>
                </a:lnTo>
                <a:cubicBezTo>
                  <a:pt x="10270" y="4051"/>
                  <a:pt x="8773" y="5716"/>
                  <a:pt x="8773" y="5716"/>
                </a:cubicBezTo>
                <a:close/>
                <a:moveTo>
                  <a:pt x="11325" y="4051"/>
                </a:moveTo>
                <a:lnTo>
                  <a:pt x="13169" y="2000"/>
                </a:lnTo>
                <a:lnTo>
                  <a:pt x="14531" y="3817"/>
                </a:lnTo>
                <a:lnTo>
                  <a:pt x="12822" y="5716"/>
                </a:lnTo>
                <a:cubicBezTo>
                  <a:pt x="12822" y="5716"/>
                  <a:pt x="11325" y="4051"/>
                  <a:pt x="11325" y="4051"/>
                </a:cubicBezTo>
                <a:close/>
                <a:moveTo>
                  <a:pt x="12296" y="6302"/>
                </a:moveTo>
                <a:lnTo>
                  <a:pt x="9299" y="6302"/>
                </a:lnTo>
                <a:lnTo>
                  <a:pt x="10797" y="4638"/>
                </a:lnTo>
                <a:cubicBezTo>
                  <a:pt x="10797" y="4638"/>
                  <a:pt x="12296" y="6302"/>
                  <a:pt x="12296" y="6302"/>
                </a:cubicBezTo>
                <a:close/>
                <a:moveTo>
                  <a:pt x="21200" y="5102"/>
                </a:moveTo>
                <a:lnTo>
                  <a:pt x="17771" y="527"/>
                </a:lnTo>
                <a:cubicBezTo>
                  <a:pt x="17518" y="189"/>
                  <a:pt x="17176" y="0"/>
                  <a:pt x="16817" y="0"/>
                </a:cubicBezTo>
                <a:lnTo>
                  <a:pt x="4779" y="0"/>
                </a:lnTo>
                <a:cubicBezTo>
                  <a:pt x="4420" y="0"/>
                  <a:pt x="4077" y="189"/>
                  <a:pt x="3824" y="527"/>
                </a:cubicBezTo>
                <a:lnTo>
                  <a:pt x="395" y="5102"/>
                </a:lnTo>
                <a:cubicBezTo>
                  <a:pt x="131" y="5455"/>
                  <a:pt x="-1" y="5921"/>
                  <a:pt x="-1" y="6387"/>
                </a:cubicBezTo>
                <a:cubicBezTo>
                  <a:pt x="1" y="6810"/>
                  <a:pt x="114" y="7233"/>
                  <a:pt x="341" y="7573"/>
                </a:cubicBezTo>
                <a:lnTo>
                  <a:pt x="9788" y="20995"/>
                </a:lnTo>
                <a:cubicBezTo>
                  <a:pt x="10045" y="21379"/>
                  <a:pt x="10412" y="21599"/>
                  <a:pt x="10797" y="21599"/>
                </a:cubicBezTo>
                <a:cubicBezTo>
                  <a:pt x="11183" y="21599"/>
                  <a:pt x="11550" y="21379"/>
                  <a:pt x="11807" y="20995"/>
                </a:cubicBezTo>
                <a:lnTo>
                  <a:pt x="21255" y="7573"/>
                </a:lnTo>
                <a:cubicBezTo>
                  <a:pt x="21485" y="7226"/>
                  <a:pt x="21598" y="6791"/>
                  <a:pt x="21595" y="6359"/>
                </a:cubicBezTo>
                <a:cubicBezTo>
                  <a:pt x="21593" y="5902"/>
                  <a:pt x="21459" y="5449"/>
                  <a:pt x="21200" y="5102"/>
                </a:cubicBezTo>
              </a:path>
            </a:pathLst>
          </a:custGeom>
          <a:solidFill>
            <a:srgbClr val="2C73B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19050" tIns="19050" rIns="19050" bIns="19050" anchor="ctr"/>
          <a:lstStyle/>
          <a:p>
            <a:pPr algn="ctr" defTabSz="22860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sym typeface="Gill Sans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F286369-2D2D-5C20-D638-0E9015843487}"/>
              </a:ext>
            </a:extLst>
          </p:cNvPr>
          <p:cNvGrpSpPr/>
          <p:nvPr/>
        </p:nvGrpSpPr>
        <p:grpSpPr>
          <a:xfrm>
            <a:off x="1323495" y="4099390"/>
            <a:ext cx="269629" cy="269629"/>
            <a:chOff x="4427654" y="3049909"/>
            <a:chExt cx="464344" cy="464344"/>
          </a:xfrm>
          <a:solidFill>
            <a:srgbClr val="2C73B9"/>
          </a:solidFill>
        </p:grpSpPr>
        <p:sp>
          <p:nvSpPr>
            <p:cNvPr id="52" name="AutoShape 123">
              <a:extLst>
                <a:ext uri="{FF2B5EF4-FFF2-40B4-BE49-F238E27FC236}">
                  <a16:creationId xmlns:a16="http://schemas.microsoft.com/office/drawing/2014/main" id="{2BFDBE23-B1BB-87C1-DDAD-943985AF5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7654" y="3049909"/>
              <a:ext cx="464344" cy="4643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180" y="12132"/>
                  </a:moveTo>
                  <a:cubicBezTo>
                    <a:pt x="17710" y="12226"/>
                    <a:pt x="17327" y="12561"/>
                    <a:pt x="17170" y="13012"/>
                  </a:cubicBezTo>
                  <a:cubicBezTo>
                    <a:pt x="17083" y="13261"/>
                    <a:pt x="16981" y="13503"/>
                    <a:pt x="16868" y="13738"/>
                  </a:cubicBezTo>
                  <a:cubicBezTo>
                    <a:pt x="16658" y="14169"/>
                    <a:pt x="16694" y="14677"/>
                    <a:pt x="16959" y="15075"/>
                  </a:cubicBezTo>
                  <a:lnTo>
                    <a:pt x="18131" y="16833"/>
                  </a:lnTo>
                  <a:lnTo>
                    <a:pt x="16832" y="18132"/>
                  </a:lnTo>
                  <a:lnTo>
                    <a:pt x="15075" y="16960"/>
                  </a:lnTo>
                  <a:cubicBezTo>
                    <a:pt x="14850" y="16810"/>
                    <a:pt x="14589" y="16733"/>
                    <a:pt x="14326" y="16733"/>
                  </a:cubicBezTo>
                  <a:cubicBezTo>
                    <a:pt x="14126" y="16733"/>
                    <a:pt x="13924" y="16778"/>
                    <a:pt x="13738" y="16868"/>
                  </a:cubicBezTo>
                  <a:cubicBezTo>
                    <a:pt x="13504" y="16981"/>
                    <a:pt x="13262" y="17083"/>
                    <a:pt x="13012" y="17170"/>
                  </a:cubicBezTo>
                  <a:cubicBezTo>
                    <a:pt x="12561" y="17327"/>
                    <a:pt x="12226" y="17712"/>
                    <a:pt x="12133" y="18180"/>
                  </a:cubicBezTo>
                  <a:lnTo>
                    <a:pt x="11717" y="20249"/>
                  </a:lnTo>
                  <a:lnTo>
                    <a:pt x="9881" y="20249"/>
                  </a:lnTo>
                  <a:lnTo>
                    <a:pt x="9467" y="18180"/>
                  </a:lnTo>
                  <a:cubicBezTo>
                    <a:pt x="9373" y="17712"/>
                    <a:pt x="9039" y="17327"/>
                    <a:pt x="8588" y="17170"/>
                  </a:cubicBezTo>
                  <a:cubicBezTo>
                    <a:pt x="8339" y="17083"/>
                    <a:pt x="8096" y="16983"/>
                    <a:pt x="7861" y="16869"/>
                  </a:cubicBezTo>
                  <a:cubicBezTo>
                    <a:pt x="7675" y="16778"/>
                    <a:pt x="7474" y="16733"/>
                    <a:pt x="7273" y="16733"/>
                  </a:cubicBezTo>
                  <a:cubicBezTo>
                    <a:pt x="7011" y="16733"/>
                    <a:pt x="6750" y="16810"/>
                    <a:pt x="6525" y="16960"/>
                  </a:cubicBezTo>
                  <a:lnTo>
                    <a:pt x="4767" y="18132"/>
                  </a:lnTo>
                  <a:lnTo>
                    <a:pt x="3468" y="16833"/>
                  </a:lnTo>
                  <a:lnTo>
                    <a:pt x="4639" y="15075"/>
                  </a:lnTo>
                  <a:cubicBezTo>
                    <a:pt x="4904" y="14677"/>
                    <a:pt x="4939" y="14169"/>
                    <a:pt x="4732" y="13738"/>
                  </a:cubicBezTo>
                  <a:cubicBezTo>
                    <a:pt x="4618" y="13504"/>
                    <a:pt x="4516" y="13263"/>
                    <a:pt x="4429" y="13013"/>
                  </a:cubicBezTo>
                  <a:cubicBezTo>
                    <a:pt x="4273" y="12561"/>
                    <a:pt x="3888" y="12227"/>
                    <a:pt x="3419" y="12133"/>
                  </a:cubicBezTo>
                  <a:lnTo>
                    <a:pt x="1350" y="11718"/>
                  </a:lnTo>
                  <a:lnTo>
                    <a:pt x="1349" y="9882"/>
                  </a:lnTo>
                  <a:lnTo>
                    <a:pt x="3419" y="9468"/>
                  </a:lnTo>
                  <a:cubicBezTo>
                    <a:pt x="3888" y="9374"/>
                    <a:pt x="4273" y="9039"/>
                    <a:pt x="4429" y="8588"/>
                  </a:cubicBezTo>
                  <a:cubicBezTo>
                    <a:pt x="4516" y="8338"/>
                    <a:pt x="4617" y="8096"/>
                    <a:pt x="4731" y="7862"/>
                  </a:cubicBezTo>
                  <a:cubicBezTo>
                    <a:pt x="4940" y="7431"/>
                    <a:pt x="4905" y="6923"/>
                    <a:pt x="4639" y="6524"/>
                  </a:cubicBezTo>
                  <a:lnTo>
                    <a:pt x="3468" y="4767"/>
                  </a:lnTo>
                  <a:lnTo>
                    <a:pt x="4767" y="3468"/>
                  </a:lnTo>
                  <a:lnTo>
                    <a:pt x="6525" y="4639"/>
                  </a:lnTo>
                  <a:cubicBezTo>
                    <a:pt x="6750" y="4790"/>
                    <a:pt x="7011" y="4866"/>
                    <a:pt x="7273" y="4866"/>
                  </a:cubicBezTo>
                  <a:cubicBezTo>
                    <a:pt x="7474" y="4866"/>
                    <a:pt x="7674" y="4822"/>
                    <a:pt x="7861" y="4732"/>
                  </a:cubicBezTo>
                  <a:cubicBezTo>
                    <a:pt x="8095" y="4619"/>
                    <a:pt x="8337" y="4517"/>
                    <a:pt x="8586" y="4430"/>
                  </a:cubicBezTo>
                  <a:cubicBezTo>
                    <a:pt x="9039" y="4272"/>
                    <a:pt x="9373" y="3888"/>
                    <a:pt x="9467" y="3420"/>
                  </a:cubicBezTo>
                  <a:lnTo>
                    <a:pt x="9881" y="1350"/>
                  </a:lnTo>
                  <a:lnTo>
                    <a:pt x="11717" y="1350"/>
                  </a:lnTo>
                  <a:lnTo>
                    <a:pt x="12131" y="3420"/>
                  </a:lnTo>
                  <a:cubicBezTo>
                    <a:pt x="12225" y="3888"/>
                    <a:pt x="12560" y="4272"/>
                    <a:pt x="13012" y="4430"/>
                  </a:cubicBezTo>
                  <a:cubicBezTo>
                    <a:pt x="13261" y="4517"/>
                    <a:pt x="13502" y="4617"/>
                    <a:pt x="13737" y="4731"/>
                  </a:cubicBezTo>
                  <a:cubicBezTo>
                    <a:pt x="13924" y="4822"/>
                    <a:pt x="14125" y="4866"/>
                    <a:pt x="14326" y="4866"/>
                  </a:cubicBezTo>
                  <a:cubicBezTo>
                    <a:pt x="14589" y="4866"/>
                    <a:pt x="14850" y="4790"/>
                    <a:pt x="15075" y="4639"/>
                  </a:cubicBezTo>
                  <a:lnTo>
                    <a:pt x="16832" y="3468"/>
                  </a:lnTo>
                  <a:lnTo>
                    <a:pt x="18131" y="4767"/>
                  </a:lnTo>
                  <a:lnTo>
                    <a:pt x="16959" y="6524"/>
                  </a:lnTo>
                  <a:cubicBezTo>
                    <a:pt x="16694" y="6923"/>
                    <a:pt x="16660" y="7431"/>
                    <a:pt x="16867" y="7861"/>
                  </a:cubicBezTo>
                  <a:cubicBezTo>
                    <a:pt x="16980" y="8096"/>
                    <a:pt x="17083" y="8337"/>
                    <a:pt x="17170" y="8587"/>
                  </a:cubicBezTo>
                  <a:cubicBezTo>
                    <a:pt x="17327" y="9039"/>
                    <a:pt x="17710" y="9373"/>
                    <a:pt x="18180" y="9467"/>
                  </a:cubicBezTo>
                  <a:lnTo>
                    <a:pt x="20248" y="9882"/>
                  </a:lnTo>
                  <a:lnTo>
                    <a:pt x="20250" y="11718"/>
                  </a:lnTo>
                  <a:cubicBezTo>
                    <a:pt x="20250" y="11718"/>
                    <a:pt x="18180" y="12132"/>
                    <a:pt x="18180" y="12132"/>
                  </a:cubicBezTo>
                  <a:close/>
                  <a:moveTo>
                    <a:pt x="20513" y="8558"/>
                  </a:moveTo>
                  <a:lnTo>
                    <a:pt x="18445" y="8143"/>
                  </a:lnTo>
                  <a:cubicBezTo>
                    <a:pt x="18341" y="7844"/>
                    <a:pt x="18218" y="7554"/>
                    <a:pt x="18082" y="7273"/>
                  </a:cubicBezTo>
                  <a:lnTo>
                    <a:pt x="19254" y="5516"/>
                  </a:lnTo>
                  <a:cubicBezTo>
                    <a:pt x="19611" y="4980"/>
                    <a:pt x="19540" y="4268"/>
                    <a:pt x="19085" y="3813"/>
                  </a:cubicBezTo>
                  <a:lnTo>
                    <a:pt x="17787" y="2514"/>
                  </a:lnTo>
                  <a:cubicBezTo>
                    <a:pt x="17526" y="2253"/>
                    <a:pt x="17181" y="2118"/>
                    <a:pt x="16831" y="2118"/>
                  </a:cubicBezTo>
                  <a:cubicBezTo>
                    <a:pt x="16573" y="2118"/>
                    <a:pt x="16312" y="2193"/>
                    <a:pt x="16084" y="2345"/>
                  </a:cubicBezTo>
                  <a:lnTo>
                    <a:pt x="14326" y="3516"/>
                  </a:lnTo>
                  <a:cubicBezTo>
                    <a:pt x="14044" y="3380"/>
                    <a:pt x="13754" y="3258"/>
                    <a:pt x="13455" y="3155"/>
                  </a:cubicBezTo>
                  <a:lnTo>
                    <a:pt x="13041" y="1085"/>
                  </a:lnTo>
                  <a:cubicBezTo>
                    <a:pt x="12916" y="454"/>
                    <a:pt x="12361" y="0"/>
                    <a:pt x="11717" y="0"/>
                  </a:cubicBezTo>
                  <a:lnTo>
                    <a:pt x="9881" y="0"/>
                  </a:lnTo>
                  <a:cubicBezTo>
                    <a:pt x="9238" y="0"/>
                    <a:pt x="8684" y="454"/>
                    <a:pt x="8557" y="1085"/>
                  </a:cubicBezTo>
                  <a:lnTo>
                    <a:pt x="8143" y="3155"/>
                  </a:lnTo>
                  <a:cubicBezTo>
                    <a:pt x="7843" y="3258"/>
                    <a:pt x="7554" y="3381"/>
                    <a:pt x="7273" y="3516"/>
                  </a:cubicBezTo>
                  <a:lnTo>
                    <a:pt x="5516" y="2345"/>
                  </a:lnTo>
                  <a:cubicBezTo>
                    <a:pt x="5287" y="2193"/>
                    <a:pt x="5026" y="2118"/>
                    <a:pt x="4767" y="2118"/>
                  </a:cubicBezTo>
                  <a:cubicBezTo>
                    <a:pt x="4419" y="2118"/>
                    <a:pt x="4073" y="2253"/>
                    <a:pt x="3812" y="2514"/>
                  </a:cubicBezTo>
                  <a:lnTo>
                    <a:pt x="2514" y="3813"/>
                  </a:lnTo>
                  <a:cubicBezTo>
                    <a:pt x="2059" y="4268"/>
                    <a:pt x="1988" y="4980"/>
                    <a:pt x="2345" y="5516"/>
                  </a:cubicBezTo>
                  <a:lnTo>
                    <a:pt x="3516" y="7273"/>
                  </a:lnTo>
                  <a:cubicBezTo>
                    <a:pt x="3380" y="7555"/>
                    <a:pt x="3258" y="7844"/>
                    <a:pt x="3154" y="8144"/>
                  </a:cubicBezTo>
                  <a:lnTo>
                    <a:pt x="1085" y="8558"/>
                  </a:lnTo>
                  <a:cubicBezTo>
                    <a:pt x="454" y="8684"/>
                    <a:pt x="0" y="9238"/>
                    <a:pt x="0" y="9882"/>
                  </a:cubicBezTo>
                  <a:lnTo>
                    <a:pt x="0" y="11718"/>
                  </a:lnTo>
                  <a:cubicBezTo>
                    <a:pt x="0" y="12361"/>
                    <a:pt x="454" y="12916"/>
                    <a:pt x="1085" y="13042"/>
                  </a:cubicBezTo>
                  <a:lnTo>
                    <a:pt x="3154" y="13456"/>
                  </a:lnTo>
                  <a:cubicBezTo>
                    <a:pt x="3258" y="13755"/>
                    <a:pt x="3380" y="14046"/>
                    <a:pt x="3516" y="14326"/>
                  </a:cubicBezTo>
                  <a:lnTo>
                    <a:pt x="2345" y="16083"/>
                  </a:lnTo>
                  <a:cubicBezTo>
                    <a:pt x="1988" y="16619"/>
                    <a:pt x="2059" y="17332"/>
                    <a:pt x="2514" y="17787"/>
                  </a:cubicBezTo>
                  <a:lnTo>
                    <a:pt x="3812" y="19086"/>
                  </a:lnTo>
                  <a:cubicBezTo>
                    <a:pt x="4073" y="19346"/>
                    <a:pt x="4419" y="19482"/>
                    <a:pt x="4767" y="19482"/>
                  </a:cubicBezTo>
                  <a:cubicBezTo>
                    <a:pt x="5026" y="19482"/>
                    <a:pt x="5287" y="19406"/>
                    <a:pt x="5516" y="19254"/>
                  </a:cubicBezTo>
                  <a:lnTo>
                    <a:pt x="7273" y="18083"/>
                  </a:lnTo>
                  <a:cubicBezTo>
                    <a:pt x="7554" y="18220"/>
                    <a:pt x="7843" y="18341"/>
                    <a:pt x="8143" y="18445"/>
                  </a:cubicBezTo>
                  <a:lnTo>
                    <a:pt x="8557" y="20514"/>
                  </a:lnTo>
                  <a:cubicBezTo>
                    <a:pt x="8684" y="21146"/>
                    <a:pt x="9238" y="21599"/>
                    <a:pt x="9881" y="21599"/>
                  </a:cubicBezTo>
                  <a:lnTo>
                    <a:pt x="11717" y="21599"/>
                  </a:lnTo>
                  <a:cubicBezTo>
                    <a:pt x="12361" y="21599"/>
                    <a:pt x="12916" y="21146"/>
                    <a:pt x="13041" y="20514"/>
                  </a:cubicBezTo>
                  <a:lnTo>
                    <a:pt x="13456" y="18445"/>
                  </a:lnTo>
                  <a:cubicBezTo>
                    <a:pt x="13755" y="18341"/>
                    <a:pt x="14046" y="18219"/>
                    <a:pt x="14326" y="18083"/>
                  </a:cubicBezTo>
                  <a:lnTo>
                    <a:pt x="16084" y="19254"/>
                  </a:lnTo>
                  <a:cubicBezTo>
                    <a:pt x="16312" y="19406"/>
                    <a:pt x="16573" y="19482"/>
                    <a:pt x="16831" y="19482"/>
                  </a:cubicBezTo>
                  <a:cubicBezTo>
                    <a:pt x="17181" y="19482"/>
                    <a:pt x="17526" y="19346"/>
                    <a:pt x="17787" y="19086"/>
                  </a:cubicBezTo>
                  <a:lnTo>
                    <a:pt x="19085" y="17787"/>
                  </a:lnTo>
                  <a:cubicBezTo>
                    <a:pt x="19540" y="17332"/>
                    <a:pt x="19611" y="16619"/>
                    <a:pt x="19254" y="16083"/>
                  </a:cubicBezTo>
                  <a:lnTo>
                    <a:pt x="18082" y="14326"/>
                  </a:lnTo>
                  <a:cubicBezTo>
                    <a:pt x="18219" y="14045"/>
                    <a:pt x="18341" y="13755"/>
                    <a:pt x="18445" y="13456"/>
                  </a:cubicBezTo>
                  <a:lnTo>
                    <a:pt x="20513" y="13042"/>
                  </a:lnTo>
                  <a:cubicBezTo>
                    <a:pt x="21145" y="12916"/>
                    <a:pt x="21599" y="12361"/>
                    <a:pt x="21599" y="11718"/>
                  </a:cubicBezTo>
                  <a:lnTo>
                    <a:pt x="21599" y="9882"/>
                  </a:lnTo>
                  <a:cubicBezTo>
                    <a:pt x="21599" y="9238"/>
                    <a:pt x="21145" y="8684"/>
                    <a:pt x="20513" y="855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53" name="AutoShape 124">
              <a:extLst>
                <a:ext uri="{FF2B5EF4-FFF2-40B4-BE49-F238E27FC236}">
                  <a16:creationId xmlns:a16="http://schemas.microsoft.com/office/drawing/2014/main" id="{7F87D943-5E8E-9028-3214-5865B9A18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8622" y="3180084"/>
              <a:ext cx="203199" cy="20319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250"/>
                  </a:moveTo>
                  <a:cubicBezTo>
                    <a:pt x="5580" y="20250"/>
                    <a:pt x="1350" y="16017"/>
                    <a:pt x="1350" y="10800"/>
                  </a:cubicBezTo>
                  <a:cubicBezTo>
                    <a:pt x="1350" y="5582"/>
                    <a:pt x="5580" y="1349"/>
                    <a:pt x="10800" y="1349"/>
                  </a:cubicBezTo>
                  <a:cubicBezTo>
                    <a:pt x="16016" y="1349"/>
                    <a:pt x="20250" y="5582"/>
                    <a:pt x="20250" y="10800"/>
                  </a:cubicBezTo>
                  <a:cubicBezTo>
                    <a:pt x="20250" y="16017"/>
                    <a:pt x="16016" y="20250"/>
                    <a:pt x="10800" y="20250"/>
                  </a:cubicBezTo>
                  <a:moveTo>
                    <a:pt x="10800" y="0"/>
                  </a:moveTo>
                  <a:cubicBezTo>
                    <a:pt x="4836" y="0"/>
                    <a:pt x="0" y="4836"/>
                    <a:pt x="0" y="10800"/>
                  </a:cubicBezTo>
                  <a:cubicBezTo>
                    <a:pt x="0" y="16763"/>
                    <a:pt x="4836" y="21600"/>
                    <a:pt x="10800" y="21600"/>
                  </a:cubicBezTo>
                  <a:cubicBezTo>
                    <a:pt x="16763" y="21600"/>
                    <a:pt x="21599" y="16763"/>
                    <a:pt x="21599" y="10800"/>
                  </a:cubicBezTo>
                  <a:cubicBezTo>
                    <a:pt x="21599" y="4836"/>
                    <a:pt x="16763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54" name="AutoShape 125">
              <a:extLst>
                <a:ext uri="{FF2B5EF4-FFF2-40B4-BE49-F238E27FC236}">
                  <a16:creationId xmlns:a16="http://schemas.microsoft.com/office/drawing/2014/main" id="{08E12071-89CD-8DC4-3675-0D5343F48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485" y="3223740"/>
              <a:ext cx="116681" cy="1166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900"/>
                  </a:moveTo>
                  <a:cubicBezTo>
                    <a:pt x="6328" y="18900"/>
                    <a:pt x="2699" y="15271"/>
                    <a:pt x="2699" y="10800"/>
                  </a:cubicBezTo>
                  <a:cubicBezTo>
                    <a:pt x="2699" y="6329"/>
                    <a:pt x="6328" y="2700"/>
                    <a:pt x="10800" y="2700"/>
                  </a:cubicBezTo>
                  <a:cubicBezTo>
                    <a:pt x="15271" y="2700"/>
                    <a:pt x="18899" y="6329"/>
                    <a:pt x="18899" y="10800"/>
                  </a:cubicBezTo>
                  <a:cubicBezTo>
                    <a:pt x="18899" y="15271"/>
                    <a:pt x="15271" y="18900"/>
                    <a:pt x="10800" y="18900"/>
                  </a:cubicBezTo>
                  <a:moveTo>
                    <a:pt x="10800" y="0"/>
                  </a:moveTo>
                  <a:cubicBezTo>
                    <a:pt x="4830" y="0"/>
                    <a:pt x="0" y="4833"/>
                    <a:pt x="0" y="10800"/>
                  </a:cubicBezTo>
                  <a:cubicBezTo>
                    <a:pt x="0" y="16766"/>
                    <a:pt x="4830" y="21599"/>
                    <a:pt x="10800" y="21599"/>
                  </a:cubicBezTo>
                  <a:cubicBezTo>
                    <a:pt x="16764" y="21599"/>
                    <a:pt x="21600" y="16766"/>
                    <a:pt x="21600" y="10800"/>
                  </a:cubicBezTo>
                  <a:cubicBezTo>
                    <a:pt x="21600" y="4833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</p:grpSp>
      <p:pic>
        <p:nvPicPr>
          <p:cNvPr id="5" name="Picture 4" descr="A blue and black logo&#10;&#10;Description automatically generated">
            <a:extLst>
              <a:ext uri="{FF2B5EF4-FFF2-40B4-BE49-F238E27FC236}">
                <a16:creationId xmlns:a16="http://schemas.microsoft.com/office/drawing/2014/main" id="{94C5BF23-FB8F-021A-D6F6-3C100669208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224" y="1581972"/>
            <a:ext cx="306169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374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finger touching a shield&#10;&#10;Description automatically generated">
            <a:extLst>
              <a:ext uri="{FF2B5EF4-FFF2-40B4-BE49-F238E27FC236}">
                <a16:creationId xmlns:a16="http://schemas.microsoft.com/office/drawing/2014/main" id="{E5FDB2DA-988F-2945-C3FD-3B81AA4EC8D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" b="9"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0C50-846E-CCE5-3EAD-58FE6BDCA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Products &amp; Services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164D32E-367F-E85C-6610-95E9D1ECEFC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Developing and managing innovative IT solutions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94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55CF3E-99A1-1962-9BF0-623080288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Overview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9E51ED2-F38A-0605-9A1D-8A9138431A7D}"/>
              </a:ext>
            </a:extLst>
          </p:cNvPr>
          <p:cNvGrpSpPr/>
          <p:nvPr/>
        </p:nvGrpSpPr>
        <p:grpSpPr>
          <a:xfrm>
            <a:off x="2588967" y="1173727"/>
            <a:ext cx="7014066" cy="5328024"/>
            <a:chOff x="2588967" y="1173727"/>
            <a:chExt cx="7014066" cy="5328024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339270C5-874B-7954-98A6-76459806E308}"/>
                </a:ext>
              </a:extLst>
            </p:cNvPr>
            <p:cNvGrpSpPr/>
            <p:nvPr/>
          </p:nvGrpSpPr>
          <p:grpSpPr>
            <a:xfrm>
              <a:off x="7535670" y="2307458"/>
              <a:ext cx="1903629" cy="1597369"/>
              <a:chOff x="7535670" y="2307458"/>
              <a:chExt cx="1903629" cy="1597369"/>
            </a:xfrm>
          </p:grpSpPr>
          <p:sp>
            <p:nvSpPr>
              <p:cNvPr id="6" name="Google Shape;474;p8">
                <a:extLst>
                  <a:ext uri="{FF2B5EF4-FFF2-40B4-BE49-F238E27FC236}">
                    <a16:creationId xmlns:a16="http://schemas.microsoft.com/office/drawing/2014/main" id="{DE78CF53-A91D-9758-24B0-243D2133F995}"/>
                  </a:ext>
                </a:extLst>
              </p:cNvPr>
              <p:cNvSpPr txBox="1"/>
              <p:nvPr/>
            </p:nvSpPr>
            <p:spPr>
              <a:xfrm>
                <a:off x="7535670" y="3166204"/>
                <a:ext cx="1903629" cy="7386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ea typeface="Open Sans"/>
                    <a:cs typeface="Open Sans"/>
                    <a:sym typeface="Open Sans"/>
                  </a:rPr>
                  <a:t>Security Testing &amp; Vulnerability assessment</a:t>
                </a: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7" name="Google Shape;475;p8">
                <a:extLst>
                  <a:ext uri="{FF2B5EF4-FFF2-40B4-BE49-F238E27FC236}">
                    <a16:creationId xmlns:a16="http://schemas.microsoft.com/office/drawing/2014/main" id="{BECA90E9-6352-068C-C1AC-27A1920DD8EA}"/>
                  </a:ext>
                </a:extLst>
              </p:cNvPr>
              <p:cNvGrpSpPr/>
              <p:nvPr/>
            </p:nvGrpSpPr>
            <p:grpSpPr>
              <a:xfrm>
                <a:off x="8055484" y="2307458"/>
                <a:ext cx="864000" cy="864000"/>
                <a:chOff x="3157920" y="3895920"/>
                <a:chExt cx="1279800" cy="1279800"/>
              </a:xfrm>
            </p:grpSpPr>
            <p:sp>
              <p:nvSpPr>
                <p:cNvPr id="9" name="Google Shape;476;p8">
                  <a:extLst>
                    <a:ext uri="{FF2B5EF4-FFF2-40B4-BE49-F238E27FC236}">
                      <a16:creationId xmlns:a16="http://schemas.microsoft.com/office/drawing/2014/main" id="{1DE6712F-B8B8-2529-CE4E-317E2B2B2BFC}"/>
                    </a:ext>
                  </a:extLst>
                </p:cNvPr>
                <p:cNvSpPr/>
                <p:nvPr/>
              </p:nvSpPr>
              <p:spPr>
                <a:xfrm>
                  <a:off x="3157920" y="3895920"/>
                  <a:ext cx="1279800" cy="12798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600" b="0" i="0" u="none" strike="noStrike" cap="none">
                    <a:solidFill>
                      <a:schemeClr val="bg1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" name="Google Shape;477;p8">
                  <a:extLst>
                    <a:ext uri="{FF2B5EF4-FFF2-40B4-BE49-F238E27FC236}">
                      <a16:creationId xmlns:a16="http://schemas.microsoft.com/office/drawing/2014/main" id="{1C3162DD-4404-D760-7A70-A5F309A75EB3}"/>
                    </a:ext>
                  </a:extLst>
                </p:cNvPr>
                <p:cNvSpPr/>
                <p:nvPr/>
              </p:nvSpPr>
              <p:spPr>
                <a:xfrm>
                  <a:off x="3286080" y="4024080"/>
                  <a:ext cx="1023120" cy="1023120"/>
                </a:xfrm>
                <a:prstGeom prst="ellipse">
                  <a:avLst/>
                </a:prstGeom>
                <a:solidFill>
                  <a:srgbClr val="2C73B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600" b="0" i="0" u="none" strike="noStrike" cap="none">
                    <a:solidFill>
                      <a:schemeClr val="bg1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8" name="Google Shape;478;p8">
                <a:extLst>
                  <a:ext uri="{FF2B5EF4-FFF2-40B4-BE49-F238E27FC236}">
                    <a16:creationId xmlns:a16="http://schemas.microsoft.com/office/drawing/2014/main" id="{1B262D9C-4A86-EB26-6DC9-FB0BCEA8EE12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8271485" y="2523458"/>
                <a:ext cx="432000" cy="432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FEE8BDBA-85CE-E4DE-458E-50E548BF9FD1}"/>
                </a:ext>
              </a:extLst>
            </p:cNvPr>
            <p:cNvGrpSpPr/>
            <p:nvPr/>
          </p:nvGrpSpPr>
          <p:grpSpPr>
            <a:xfrm>
              <a:off x="6027848" y="1202269"/>
              <a:ext cx="2243115" cy="1182261"/>
              <a:chOff x="6027848" y="1202269"/>
              <a:chExt cx="2243115" cy="1182261"/>
            </a:xfrm>
          </p:grpSpPr>
          <p:sp>
            <p:nvSpPr>
              <p:cNvPr id="12" name="Google Shape;480;p8">
                <a:extLst>
                  <a:ext uri="{FF2B5EF4-FFF2-40B4-BE49-F238E27FC236}">
                    <a16:creationId xmlns:a16="http://schemas.microsoft.com/office/drawing/2014/main" id="{459EC0A1-D133-84C8-282D-550EAF357285}"/>
                  </a:ext>
                </a:extLst>
              </p:cNvPr>
              <p:cNvSpPr txBox="1"/>
              <p:nvPr/>
            </p:nvSpPr>
            <p:spPr>
              <a:xfrm>
                <a:off x="6027848" y="2076794"/>
                <a:ext cx="2243115" cy="3077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ea typeface="Open Sans"/>
                    <a:cs typeface="Open Sans"/>
                    <a:sym typeface="Open Sans"/>
                  </a:rPr>
                  <a:t>Digital forensics</a:t>
                </a:r>
                <a:endParaRPr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3" name="Google Shape;481;p8">
                <a:extLst>
                  <a:ext uri="{FF2B5EF4-FFF2-40B4-BE49-F238E27FC236}">
                    <a16:creationId xmlns:a16="http://schemas.microsoft.com/office/drawing/2014/main" id="{3B9160A0-B6D5-796E-77CD-2E1F1D838997}"/>
                  </a:ext>
                </a:extLst>
              </p:cNvPr>
              <p:cNvGrpSpPr/>
              <p:nvPr/>
            </p:nvGrpSpPr>
            <p:grpSpPr>
              <a:xfrm>
                <a:off x="6717405" y="1202269"/>
                <a:ext cx="864000" cy="864000"/>
                <a:chOff x="3157920" y="3895920"/>
                <a:chExt cx="1279800" cy="1279800"/>
              </a:xfrm>
            </p:grpSpPr>
            <p:sp>
              <p:nvSpPr>
                <p:cNvPr id="15" name="Google Shape;482;p8">
                  <a:extLst>
                    <a:ext uri="{FF2B5EF4-FFF2-40B4-BE49-F238E27FC236}">
                      <a16:creationId xmlns:a16="http://schemas.microsoft.com/office/drawing/2014/main" id="{59E3E3F8-777C-DB97-3C90-F2499E970B6A}"/>
                    </a:ext>
                  </a:extLst>
                </p:cNvPr>
                <p:cNvSpPr/>
                <p:nvPr/>
              </p:nvSpPr>
              <p:spPr>
                <a:xfrm>
                  <a:off x="3157920" y="3895920"/>
                  <a:ext cx="1279800" cy="12798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600" b="0" i="0" u="none" strike="noStrike" cap="none">
                    <a:solidFill>
                      <a:schemeClr val="bg1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" name="Google Shape;483;p8">
                  <a:extLst>
                    <a:ext uri="{FF2B5EF4-FFF2-40B4-BE49-F238E27FC236}">
                      <a16:creationId xmlns:a16="http://schemas.microsoft.com/office/drawing/2014/main" id="{6DBE5555-1C76-8A4B-F90C-EADF0FD284D4}"/>
                    </a:ext>
                  </a:extLst>
                </p:cNvPr>
                <p:cNvSpPr/>
                <p:nvPr/>
              </p:nvSpPr>
              <p:spPr>
                <a:xfrm>
                  <a:off x="3286080" y="4024080"/>
                  <a:ext cx="1023120" cy="1023120"/>
                </a:xfrm>
                <a:prstGeom prst="ellipse">
                  <a:avLst/>
                </a:prstGeom>
                <a:solidFill>
                  <a:srgbClr val="2C73B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600" b="0" i="0" u="none" strike="noStrike" cap="none">
                    <a:solidFill>
                      <a:schemeClr val="bg1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14" name="Google Shape;484;p8" descr="Fingerprint">
                <a:extLst>
                  <a:ext uri="{FF2B5EF4-FFF2-40B4-BE49-F238E27FC236}">
                    <a16:creationId xmlns:a16="http://schemas.microsoft.com/office/drawing/2014/main" id="{5599CC5D-C438-3D3B-9840-C750788A7E63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933284" y="1403437"/>
                <a:ext cx="432000" cy="432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8CEF3DF7-B0B2-932A-7AEE-463A4A47B2CA}"/>
                </a:ext>
              </a:extLst>
            </p:cNvPr>
            <p:cNvGrpSpPr/>
            <p:nvPr/>
          </p:nvGrpSpPr>
          <p:grpSpPr>
            <a:xfrm>
              <a:off x="2588967" y="2353563"/>
              <a:ext cx="1903629" cy="1384157"/>
              <a:chOff x="2588967" y="2353563"/>
              <a:chExt cx="1903629" cy="1384157"/>
            </a:xfrm>
          </p:grpSpPr>
          <p:sp>
            <p:nvSpPr>
              <p:cNvPr id="18" name="Google Shape;486;p8">
                <a:extLst>
                  <a:ext uri="{FF2B5EF4-FFF2-40B4-BE49-F238E27FC236}">
                    <a16:creationId xmlns:a16="http://schemas.microsoft.com/office/drawing/2014/main" id="{A61D5648-2071-B6F4-F366-9B37AFA76485}"/>
                  </a:ext>
                </a:extLst>
              </p:cNvPr>
              <p:cNvSpPr txBox="1"/>
              <p:nvPr/>
            </p:nvSpPr>
            <p:spPr>
              <a:xfrm>
                <a:off x="2588967" y="3214540"/>
                <a:ext cx="1903629" cy="523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ea typeface="Open Sans"/>
                    <a:cs typeface="Open Sans"/>
                    <a:sym typeface="Open Sans"/>
                  </a:rPr>
                  <a:t>Multi-sided data monitoring </a:t>
                </a:r>
                <a:endParaRPr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9" name="Google Shape;487;p8">
                <a:extLst>
                  <a:ext uri="{FF2B5EF4-FFF2-40B4-BE49-F238E27FC236}">
                    <a16:creationId xmlns:a16="http://schemas.microsoft.com/office/drawing/2014/main" id="{74F7594B-4B3F-18B5-0033-A4411C0CDEDE}"/>
                  </a:ext>
                </a:extLst>
              </p:cNvPr>
              <p:cNvGrpSpPr/>
              <p:nvPr/>
            </p:nvGrpSpPr>
            <p:grpSpPr>
              <a:xfrm>
                <a:off x="3108903" y="2353563"/>
                <a:ext cx="864000" cy="864000"/>
                <a:chOff x="3157920" y="3895920"/>
                <a:chExt cx="1279800" cy="1279800"/>
              </a:xfrm>
            </p:grpSpPr>
            <p:sp>
              <p:nvSpPr>
                <p:cNvPr id="21" name="Google Shape;488;p8">
                  <a:extLst>
                    <a:ext uri="{FF2B5EF4-FFF2-40B4-BE49-F238E27FC236}">
                      <a16:creationId xmlns:a16="http://schemas.microsoft.com/office/drawing/2014/main" id="{0B52ABF8-69C4-3EA7-4335-FA8FD9142A3C}"/>
                    </a:ext>
                  </a:extLst>
                </p:cNvPr>
                <p:cNvSpPr/>
                <p:nvPr/>
              </p:nvSpPr>
              <p:spPr>
                <a:xfrm>
                  <a:off x="3157920" y="3895920"/>
                  <a:ext cx="1279800" cy="12798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600" b="0" i="0" u="none" strike="noStrike" cap="none">
                    <a:solidFill>
                      <a:schemeClr val="bg1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" name="Google Shape;489;p8">
                  <a:extLst>
                    <a:ext uri="{FF2B5EF4-FFF2-40B4-BE49-F238E27FC236}">
                      <a16:creationId xmlns:a16="http://schemas.microsoft.com/office/drawing/2014/main" id="{11114839-0D64-CA64-B2DF-269A30C55B28}"/>
                    </a:ext>
                  </a:extLst>
                </p:cNvPr>
                <p:cNvSpPr/>
                <p:nvPr/>
              </p:nvSpPr>
              <p:spPr>
                <a:xfrm>
                  <a:off x="3286080" y="4024080"/>
                  <a:ext cx="1023120" cy="1023120"/>
                </a:xfrm>
                <a:prstGeom prst="ellipse">
                  <a:avLst/>
                </a:prstGeom>
                <a:solidFill>
                  <a:srgbClr val="2C73B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600" b="0" i="0" u="none" strike="noStrike" cap="none">
                    <a:solidFill>
                      <a:schemeClr val="bg1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20" name="Google Shape;490;p8" descr="Eye with solid fill">
                <a:extLst>
                  <a:ext uri="{FF2B5EF4-FFF2-40B4-BE49-F238E27FC236}">
                    <a16:creationId xmlns:a16="http://schemas.microsoft.com/office/drawing/2014/main" id="{BFC2E5CB-BB8A-0DDD-EE5A-7B7FCAE78EC0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3324782" y="2569563"/>
                <a:ext cx="432000" cy="432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E55783D3-61BA-248E-7AA9-4B5FF057785E}"/>
                </a:ext>
              </a:extLst>
            </p:cNvPr>
            <p:cNvGrpSpPr/>
            <p:nvPr/>
          </p:nvGrpSpPr>
          <p:grpSpPr>
            <a:xfrm>
              <a:off x="2596032" y="3943316"/>
              <a:ext cx="1809729" cy="1393227"/>
              <a:chOff x="2596032" y="3943316"/>
              <a:chExt cx="1809729" cy="1393227"/>
            </a:xfrm>
          </p:grpSpPr>
          <p:sp>
            <p:nvSpPr>
              <p:cNvPr id="24" name="Google Shape;492;p8">
                <a:extLst>
                  <a:ext uri="{FF2B5EF4-FFF2-40B4-BE49-F238E27FC236}">
                    <a16:creationId xmlns:a16="http://schemas.microsoft.com/office/drawing/2014/main" id="{C9E4B350-C93D-2A38-5D30-5A071165B53D}"/>
                  </a:ext>
                </a:extLst>
              </p:cNvPr>
              <p:cNvSpPr txBox="1"/>
              <p:nvPr/>
            </p:nvSpPr>
            <p:spPr>
              <a:xfrm>
                <a:off x="2596032" y="4813363"/>
                <a:ext cx="1809729" cy="523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ea typeface="Open Sans"/>
                    <a:cs typeface="Open Sans"/>
                    <a:sym typeface="Open Sans"/>
                  </a:rPr>
                  <a:t>Security event detection</a:t>
                </a:r>
                <a:endParaRPr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5" name="Google Shape;493;p8">
                <a:extLst>
                  <a:ext uri="{FF2B5EF4-FFF2-40B4-BE49-F238E27FC236}">
                    <a16:creationId xmlns:a16="http://schemas.microsoft.com/office/drawing/2014/main" id="{5DC75FB4-E340-FF55-8076-6E12E748D1E9}"/>
                  </a:ext>
                </a:extLst>
              </p:cNvPr>
              <p:cNvGrpSpPr/>
              <p:nvPr/>
            </p:nvGrpSpPr>
            <p:grpSpPr>
              <a:xfrm>
                <a:off x="3068896" y="3943316"/>
                <a:ext cx="864000" cy="864000"/>
                <a:chOff x="3157920" y="3895920"/>
                <a:chExt cx="1279800" cy="1279800"/>
              </a:xfrm>
            </p:grpSpPr>
            <p:sp>
              <p:nvSpPr>
                <p:cNvPr id="27" name="Google Shape;494;p8">
                  <a:extLst>
                    <a:ext uri="{FF2B5EF4-FFF2-40B4-BE49-F238E27FC236}">
                      <a16:creationId xmlns:a16="http://schemas.microsoft.com/office/drawing/2014/main" id="{B448AD06-E295-765F-ADC8-6FE6820DDB73}"/>
                    </a:ext>
                  </a:extLst>
                </p:cNvPr>
                <p:cNvSpPr/>
                <p:nvPr/>
              </p:nvSpPr>
              <p:spPr>
                <a:xfrm>
                  <a:off x="3157920" y="3895920"/>
                  <a:ext cx="1279800" cy="12798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600" b="0" i="0" u="none" strike="noStrike" cap="none">
                    <a:solidFill>
                      <a:schemeClr val="bg1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495;p8">
                  <a:extLst>
                    <a:ext uri="{FF2B5EF4-FFF2-40B4-BE49-F238E27FC236}">
                      <a16:creationId xmlns:a16="http://schemas.microsoft.com/office/drawing/2014/main" id="{D9264C4C-7C55-3502-711C-25731A16A662}"/>
                    </a:ext>
                  </a:extLst>
                </p:cNvPr>
                <p:cNvSpPr/>
                <p:nvPr/>
              </p:nvSpPr>
              <p:spPr>
                <a:xfrm>
                  <a:off x="3286080" y="4024080"/>
                  <a:ext cx="1023120" cy="1023120"/>
                </a:xfrm>
                <a:prstGeom prst="ellipse">
                  <a:avLst/>
                </a:prstGeom>
                <a:solidFill>
                  <a:srgbClr val="2C73B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600" b="0" i="0" u="none" strike="noStrike" cap="none">
                    <a:solidFill>
                      <a:schemeClr val="bg1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26" name="Google Shape;496;p8">
                <a:extLst>
                  <a:ext uri="{FF2B5EF4-FFF2-40B4-BE49-F238E27FC236}">
                    <a16:creationId xmlns:a16="http://schemas.microsoft.com/office/drawing/2014/main" id="{8BB63B76-804C-6CA2-975F-B80608C09592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284775" y="4159316"/>
                <a:ext cx="432000" cy="432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A315C29E-A7D0-CC8E-7BBA-9DD7B5FD9A73}"/>
                </a:ext>
              </a:extLst>
            </p:cNvPr>
            <p:cNvGrpSpPr/>
            <p:nvPr/>
          </p:nvGrpSpPr>
          <p:grpSpPr>
            <a:xfrm>
              <a:off x="3942992" y="1173727"/>
              <a:ext cx="1809729" cy="1393225"/>
              <a:chOff x="3942992" y="1173727"/>
              <a:chExt cx="1809729" cy="1393225"/>
            </a:xfrm>
          </p:grpSpPr>
          <p:sp>
            <p:nvSpPr>
              <p:cNvPr id="30" name="Google Shape;498;p8">
                <a:extLst>
                  <a:ext uri="{FF2B5EF4-FFF2-40B4-BE49-F238E27FC236}">
                    <a16:creationId xmlns:a16="http://schemas.microsoft.com/office/drawing/2014/main" id="{C4AE70B0-CD81-ECFD-6EB8-6C90AFAC050D}"/>
                  </a:ext>
                </a:extLst>
              </p:cNvPr>
              <p:cNvSpPr txBox="1"/>
              <p:nvPr/>
            </p:nvSpPr>
            <p:spPr>
              <a:xfrm>
                <a:off x="3942992" y="2043772"/>
                <a:ext cx="1809729" cy="523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ea typeface="Open Sans"/>
                    <a:cs typeface="Open Sans"/>
                  </a:rPr>
                  <a:t>SOC Managed Services</a:t>
                </a:r>
              </a:p>
            </p:txBody>
          </p:sp>
          <p:grpSp>
            <p:nvGrpSpPr>
              <p:cNvPr id="31" name="Google Shape;499;p8">
                <a:extLst>
                  <a:ext uri="{FF2B5EF4-FFF2-40B4-BE49-F238E27FC236}">
                    <a16:creationId xmlns:a16="http://schemas.microsoft.com/office/drawing/2014/main" id="{8506DAFC-CC33-6E6E-D000-61A5622E0D2F}"/>
                  </a:ext>
                </a:extLst>
              </p:cNvPr>
              <p:cNvGrpSpPr/>
              <p:nvPr/>
            </p:nvGrpSpPr>
            <p:grpSpPr>
              <a:xfrm>
                <a:off x="4415978" y="1173727"/>
                <a:ext cx="864000" cy="864000"/>
                <a:chOff x="3157920" y="3895920"/>
                <a:chExt cx="1279800" cy="1279800"/>
              </a:xfrm>
            </p:grpSpPr>
            <p:sp>
              <p:nvSpPr>
                <p:cNvPr id="33" name="Google Shape;500;p8">
                  <a:extLst>
                    <a:ext uri="{FF2B5EF4-FFF2-40B4-BE49-F238E27FC236}">
                      <a16:creationId xmlns:a16="http://schemas.microsoft.com/office/drawing/2014/main" id="{7C4E08AB-A96F-28D2-057F-47C7BBC5E30C}"/>
                    </a:ext>
                  </a:extLst>
                </p:cNvPr>
                <p:cNvSpPr/>
                <p:nvPr/>
              </p:nvSpPr>
              <p:spPr>
                <a:xfrm>
                  <a:off x="3157920" y="3895920"/>
                  <a:ext cx="1279800" cy="12798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600" b="0" i="0" u="none" strike="noStrike" cap="none">
                    <a:solidFill>
                      <a:schemeClr val="bg1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" name="Google Shape;501;p8">
                  <a:extLst>
                    <a:ext uri="{FF2B5EF4-FFF2-40B4-BE49-F238E27FC236}">
                      <a16:creationId xmlns:a16="http://schemas.microsoft.com/office/drawing/2014/main" id="{8F59BCB3-F426-B76D-F27F-EBC49D2A89F8}"/>
                    </a:ext>
                  </a:extLst>
                </p:cNvPr>
                <p:cNvSpPr/>
                <p:nvPr/>
              </p:nvSpPr>
              <p:spPr>
                <a:xfrm>
                  <a:off x="3286080" y="4024080"/>
                  <a:ext cx="1023120" cy="1023120"/>
                </a:xfrm>
                <a:prstGeom prst="ellipse">
                  <a:avLst/>
                </a:prstGeom>
                <a:solidFill>
                  <a:srgbClr val="2C73B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600" b="0" i="0" u="none" strike="noStrike" cap="none">
                    <a:solidFill>
                      <a:schemeClr val="bg1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32" name="Google Shape;502;p8" descr="Lock">
                <a:extLst>
                  <a:ext uri="{FF2B5EF4-FFF2-40B4-BE49-F238E27FC236}">
                    <a16:creationId xmlns:a16="http://schemas.microsoft.com/office/drawing/2014/main" id="{0DF01CD4-1C21-1DE4-FA43-809B630E1EDA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4631857" y="1389727"/>
                <a:ext cx="432000" cy="432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1BCCC6B3-46B8-C2BF-B3FB-F5CF838FBDB1}"/>
                </a:ext>
              </a:extLst>
            </p:cNvPr>
            <p:cNvGrpSpPr/>
            <p:nvPr/>
          </p:nvGrpSpPr>
          <p:grpSpPr>
            <a:xfrm>
              <a:off x="7359918" y="3969566"/>
              <a:ext cx="2243115" cy="1419929"/>
              <a:chOff x="7359918" y="3969566"/>
              <a:chExt cx="2243115" cy="1419929"/>
            </a:xfrm>
          </p:grpSpPr>
          <p:sp>
            <p:nvSpPr>
              <p:cNvPr id="36" name="Google Shape;504;p8">
                <a:extLst>
                  <a:ext uri="{FF2B5EF4-FFF2-40B4-BE49-F238E27FC236}">
                    <a16:creationId xmlns:a16="http://schemas.microsoft.com/office/drawing/2014/main" id="{14EE691B-7889-56E4-5FDD-D564CEB1BE43}"/>
                  </a:ext>
                </a:extLst>
              </p:cNvPr>
              <p:cNvSpPr txBox="1"/>
              <p:nvPr/>
            </p:nvSpPr>
            <p:spPr>
              <a:xfrm>
                <a:off x="7359918" y="4866315"/>
                <a:ext cx="2243115" cy="523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ea typeface="Open Sans"/>
                    <a:cs typeface="Open Sans"/>
                    <a:sym typeface="Open Sans"/>
                  </a:rPr>
                  <a:t>Cyber</a:t>
                </a:r>
                <a:r>
                  <a:rPr lang="el-GR" sz="1400" b="1" dirty="0">
                    <a:solidFill>
                      <a:schemeClr val="bg1"/>
                    </a:solidFill>
                    <a:ea typeface="Open Sans"/>
                    <a:cs typeface="Open Sans"/>
                    <a:sym typeface="Open Sans"/>
                  </a:rPr>
                  <a:t> </a:t>
                </a:r>
                <a:r>
                  <a:rPr lang="en-US" sz="1400" b="1" dirty="0">
                    <a:solidFill>
                      <a:schemeClr val="bg1"/>
                    </a:solidFill>
                    <a:ea typeface="Open Sans"/>
                    <a:cs typeface="Open Sans"/>
                    <a:sym typeface="Open Sans"/>
                  </a:rPr>
                  <a:t>Threat Intelligence Management</a:t>
                </a:r>
                <a:endParaRPr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37" name="Google Shape;505;p8">
                <a:extLst>
                  <a:ext uri="{FF2B5EF4-FFF2-40B4-BE49-F238E27FC236}">
                    <a16:creationId xmlns:a16="http://schemas.microsoft.com/office/drawing/2014/main" id="{09C0095D-F638-0359-DC15-130A2AA920D2}"/>
                  </a:ext>
                </a:extLst>
              </p:cNvPr>
              <p:cNvGrpSpPr/>
              <p:nvPr/>
            </p:nvGrpSpPr>
            <p:grpSpPr>
              <a:xfrm>
                <a:off x="8049475" y="3969566"/>
                <a:ext cx="864000" cy="864000"/>
                <a:chOff x="3157920" y="3895920"/>
                <a:chExt cx="1279800" cy="1279800"/>
              </a:xfrm>
            </p:grpSpPr>
            <p:sp>
              <p:nvSpPr>
                <p:cNvPr id="39" name="Google Shape;506;p8">
                  <a:extLst>
                    <a:ext uri="{FF2B5EF4-FFF2-40B4-BE49-F238E27FC236}">
                      <a16:creationId xmlns:a16="http://schemas.microsoft.com/office/drawing/2014/main" id="{4B88C60A-ACB5-167E-744B-18F1C6ED1A98}"/>
                    </a:ext>
                  </a:extLst>
                </p:cNvPr>
                <p:cNvSpPr/>
                <p:nvPr/>
              </p:nvSpPr>
              <p:spPr>
                <a:xfrm>
                  <a:off x="3157920" y="3895920"/>
                  <a:ext cx="1279800" cy="12798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600" b="0" i="0" u="none" strike="noStrike" cap="none">
                    <a:solidFill>
                      <a:schemeClr val="bg1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" name="Google Shape;507;p8">
                  <a:extLst>
                    <a:ext uri="{FF2B5EF4-FFF2-40B4-BE49-F238E27FC236}">
                      <a16:creationId xmlns:a16="http://schemas.microsoft.com/office/drawing/2014/main" id="{49555025-A5CA-7DC2-8ED5-B16E7B45555A}"/>
                    </a:ext>
                  </a:extLst>
                </p:cNvPr>
                <p:cNvSpPr/>
                <p:nvPr/>
              </p:nvSpPr>
              <p:spPr>
                <a:xfrm>
                  <a:off x="3286080" y="4024080"/>
                  <a:ext cx="1023120" cy="1023120"/>
                </a:xfrm>
                <a:prstGeom prst="ellipse">
                  <a:avLst/>
                </a:prstGeom>
                <a:solidFill>
                  <a:srgbClr val="2C73B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600" b="0" i="0" u="none" strike="noStrike" cap="none" dirty="0">
                    <a:solidFill>
                      <a:schemeClr val="bg1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38" name="Google Shape;508;p8" descr="Lightbulb">
                <a:extLst>
                  <a:ext uri="{FF2B5EF4-FFF2-40B4-BE49-F238E27FC236}">
                    <a16:creationId xmlns:a16="http://schemas.microsoft.com/office/drawing/2014/main" id="{2AEA5F95-69B6-2DA5-4301-950BE5C1E13C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8265354" y="4185566"/>
                <a:ext cx="432000" cy="432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89E9EDF8-6AC7-16CC-0BA2-2F97DB50EA77}"/>
                </a:ext>
              </a:extLst>
            </p:cNvPr>
            <p:cNvGrpSpPr/>
            <p:nvPr/>
          </p:nvGrpSpPr>
          <p:grpSpPr>
            <a:xfrm>
              <a:off x="6161256" y="4957297"/>
              <a:ext cx="1832214" cy="1331318"/>
              <a:chOff x="6161256" y="4957297"/>
              <a:chExt cx="1832214" cy="1331318"/>
            </a:xfrm>
          </p:grpSpPr>
          <p:sp>
            <p:nvSpPr>
              <p:cNvPr id="42" name="Google Shape;510;p8">
                <a:extLst>
                  <a:ext uri="{FF2B5EF4-FFF2-40B4-BE49-F238E27FC236}">
                    <a16:creationId xmlns:a16="http://schemas.microsoft.com/office/drawing/2014/main" id="{6D597347-54A0-66A9-6D1E-FB846081F948}"/>
                  </a:ext>
                </a:extLst>
              </p:cNvPr>
              <p:cNvSpPr txBox="1"/>
              <p:nvPr/>
            </p:nvSpPr>
            <p:spPr>
              <a:xfrm>
                <a:off x="6161256" y="5765435"/>
                <a:ext cx="1832214" cy="523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ea typeface="Open Sans"/>
                    <a:cs typeface="Open Sans"/>
                    <a:sym typeface="Open Sans"/>
                  </a:rPr>
                  <a:t>Cybersecurity awareness &amp; training</a:t>
                </a:r>
                <a:endParaRPr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43" name="Google Shape;511;p8">
                <a:extLst>
                  <a:ext uri="{FF2B5EF4-FFF2-40B4-BE49-F238E27FC236}">
                    <a16:creationId xmlns:a16="http://schemas.microsoft.com/office/drawing/2014/main" id="{C1DA6003-3BF4-1276-00CE-8376B839ED03}"/>
                  </a:ext>
                </a:extLst>
              </p:cNvPr>
              <p:cNvGrpSpPr/>
              <p:nvPr/>
            </p:nvGrpSpPr>
            <p:grpSpPr>
              <a:xfrm>
                <a:off x="6645484" y="4957297"/>
                <a:ext cx="864000" cy="864000"/>
                <a:chOff x="3157920" y="3895920"/>
                <a:chExt cx="1279800" cy="1279800"/>
              </a:xfrm>
            </p:grpSpPr>
            <p:sp>
              <p:nvSpPr>
                <p:cNvPr id="45" name="Google Shape;512;p8">
                  <a:extLst>
                    <a:ext uri="{FF2B5EF4-FFF2-40B4-BE49-F238E27FC236}">
                      <a16:creationId xmlns:a16="http://schemas.microsoft.com/office/drawing/2014/main" id="{80E9607E-B532-BA43-9F6E-4EC4AF7C1C4B}"/>
                    </a:ext>
                  </a:extLst>
                </p:cNvPr>
                <p:cNvSpPr/>
                <p:nvPr/>
              </p:nvSpPr>
              <p:spPr>
                <a:xfrm>
                  <a:off x="3157920" y="3895920"/>
                  <a:ext cx="1279800" cy="12798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600" b="0" i="0" u="none" strike="noStrike" cap="none">
                    <a:solidFill>
                      <a:schemeClr val="bg1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513;p8">
                  <a:extLst>
                    <a:ext uri="{FF2B5EF4-FFF2-40B4-BE49-F238E27FC236}">
                      <a16:creationId xmlns:a16="http://schemas.microsoft.com/office/drawing/2014/main" id="{79356F19-38D6-05B3-AC56-0D867A6CF4DF}"/>
                    </a:ext>
                  </a:extLst>
                </p:cNvPr>
                <p:cNvSpPr/>
                <p:nvPr/>
              </p:nvSpPr>
              <p:spPr>
                <a:xfrm>
                  <a:off x="3286080" y="4024080"/>
                  <a:ext cx="1023120" cy="1023120"/>
                </a:xfrm>
                <a:prstGeom prst="ellipse">
                  <a:avLst/>
                </a:prstGeom>
                <a:solidFill>
                  <a:srgbClr val="2C73B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600" b="0" i="0" u="none" strike="noStrike" cap="none">
                    <a:solidFill>
                      <a:schemeClr val="bg1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44" name="Google Shape;514;p8" descr="User network">
                <a:extLst>
                  <a:ext uri="{FF2B5EF4-FFF2-40B4-BE49-F238E27FC236}">
                    <a16:creationId xmlns:a16="http://schemas.microsoft.com/office/drawing/2014/main" id="{AB309217-2A7E-DC7F-EC78-2C999A6850F1}"/>
                  </a:ext>
                </a:extLst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6861363" y="5173297"/>
                <a:ext cx="432000" cy="432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B268C66E-CEB0-7009-F3A8-3F107BDE9E9F}"/>
                </a:ext>
              </a:extLst>
            </p:cNvPr>
            <p:cNvGrpSpPr/>
            <p:nvPr/>
          </p:nvGrpSpPr>
          <p:grpSpPr>
            <a:xfrm>
              <a:off x="3982232" y="4967315"/>
              <a:ext cx="1761064" cy="1534436"/>
              <a:chOff x="3982232" y="4967315"/>
              <a:chExt cx="1761064" cy="1534436"/>
            </a:xfrm>
          </p:grpSpPr>
          <p:sp>
            <p:nvSpPr>
              <p:cNvPr id="48" name="Google Shape;516;p8">
                <a:extLst>
                  <a:ext uri="{FF2B5EF4-FFF2-40B4-BE49-F238E27FC236}">
                    <a16:creationId xmlns:a16="http://schemas.microsoft.com/office/drawing/2014/main" id="{E31EA728-DF22-91A8-F19B-676D15016888}"/>
                  </a:ext>
                </a:extLst>
              </p:cNvPr>
              <p:cNvSpPr txBox="1"/>
              <p:nvPr/>
            </p:nvSpPr>
            <p:spPr>
              <a:xfrm>
                <a:off x="3982232" y="5763128"/>
                <a:ext cx="1761064" cy="7386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dirty="0">
                    <a:solidFill>
                      <a:schemeClr val="bg1"/>
                    </a:solidFill>
                    <a:ea typeface="Open Sans"/>
                    <a:cs typeface="Open Sans"/>
                    <a:sym typeface="Open Sans"/>
                  </a:rPr>
                  <a:t>Incident management &amp; handling</a:t>
                </a:r>
                <a:endParaRPr sz="2000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49" name="Google Shape;517;p8">
                <a:extLst>
                  <a:ext uri="{FF2B5EF4-FFF2-40B4-BE49-F238E27FC236}">
                    <a16:creationId xmlns:a16="http://schemas.microsoft.com/office/drawing/2014/main" id="{D1449C5D-459D-1162-0651-A446A268A32C}"/>
                  </a:ext>
                </a:extLst>
              </p:cNvPr>
              <p:cNvGrpSpPr/>
              <p:nvPr/>
            </p:nvGrpSpPr>
            <p:grpSpPr>
              <a:xfrm>
                <a:off x="4430885" y="4967315"/>
                <a:ext cx="864000" cy="864000"/>
                <a:chOff x="3157920" y="3895920"/>
                <a:chExt cx="1279800" cy="1279800"/>
              </a:xfrm>
            </p:grpSpPr>
            <p:sp>
              <p:nvSpPr>
                <p:cNvPr id="51" name="Google Shape;518;p8">
                  <a:extLst>
                    <a:ext uri="{FF2B5EF4-FFF2-40B4-BE49-F238E27FC236}">
                      <a16:creationId xmlns:a16="http://schemas.microsoft.com/office/drawing/2014/main" id="{736A1F64-7F0F-CCFE-899D-718B12C51732}"/>
                    </a:ext>
                  </a:extLst>
                </p:cNvPr>
                <p:cNvSpPr/>
                <p:nvPr/>
              </p:nvSpPr>
              <p:spPr>
                <a:xfrm>
                  <a:off x="3157920" y="3895920"/>
                  <a:ext cx="1279800" cy="12798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600" b="0" i="0" u="none" strike="noStrike" cap="none">
                    <a:solidFill>
                      <a:schemeClr val="bg1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" name="Google Shape;519;p8">
                  <a:extLst>
                    <a:ext uri="{FF2B5EF4-FFF2-40B4-BE49-F238E27FC236}">
                      <a16:creationId xmlns:a16="http://schemas.microsoft.com/office/drawing/2014/main" id="{441F1487-473E-C93E-7489-8B44CE320163}"/>
                    </a:ext>
                  </a:extLst>
                </p:cNvPr>
                <p:cNvSpPr/>
                <p:nvPr/>
              </p:nvSpPr>
              <p:spPr>
                <a:xfrm>
                  <a:off x="3286080" y="4024080"/>
                  <a:ext cx="1023120" cy="1023120"/>
                </a:xfrm>
                <a:prstGeom prst="ellipse">
                  <a:avLst/>
                </a:prstGeom>
                <a:solidFill>
                  <a:srgbClr val="2C73B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600" b="0" i="0" u="none" strike="noStrike" cap="none" dirty="0">
                    <a:solidFill>
                      <a:schemeClr val="bg1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50" name="Google Shape;520;p8" descr="A picture containing drawing&#10;&#10;Description automatically generated">
                <a:extLst>
                  <a:ext uri="{FF2B5EF4-FFF2-40B4-BE49-F238E27FC236}">
                    <a16:creationId xmlns:a16="http://schemas.microsoft.com/office/drawing/2014/main" id="{213063E2-AB9E-B4C3-1851-669D401504E5}"/>
                  </a:ext>
                </a:extLst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4647875" y="5183315"/>
                <a:ext cx="432000" cy="432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EC5BE-CE07-A6B6-8117-50BD405DCB0F}"/>
                </a:ext>
              </a:extLst>
            </p:cNvPr>
            <p:cNvGrpSpPr/>
            <p:nvPr/>
          </p:nvGrpSpPr>
          <p:grpSpPr>
            <a:xfrm>
              <a:off x="4476072" y="2435054"/>
              <a:ext cx="3024000" cy="2521908"/>
              <a:chOff x="4476072" y="2435054"/>
              <a:chExt cx="3024000" cy="2521908"/>
            </a:xfrm>
          </p:grpSpPr>
          <p:sp>
            <p:nvSpPr>
              <p:cNvPr id="54" name="Google Shape;522;p8">
                <a:extLst>
                  <a:ext uri="{FF2B5EF4-FFF2-40B4-BE49-F238E27FC236}">
                    <a16:creationId xmlns:a16="http://schemas.microsoft.com/office/drawing/2014/main" id="{17786C77-342D-85CE-2B2A-957C8B6AF2A7}"/>
                  </a:ext>
                </a:extLst>
              </p:cNvPr>
              <p:cNvSpPr/>
              <p:nvPr/>
            </p:nvSpPr>
            <p:spPr>
              <a:xfrm>
                <a:off x="5255703" y="4234922"/>
                <a:ext cx="423560" cy="692518"/>
              </a:xfrm>
              <a:custGeom>
                <a:avLst/>
                <a:gdLst/>
                <a:ahLst/>
                <a:cxnLst/>
                <a:rect l="l" t="t" r="r" b="b"/>
                <a:pathLst>
                  <a:path w="714573" h="1168326" extrusionOk="0">
                    <a:moveTo>
                      <a:pt x="631694" y="0"/>
                    </a:moveTo>
                    <a:cubicBezTo>
                      <a:pt x="637711" y="4560"/>
                      <a:pt x="643116" y="6344"/>
                      <a:pt x="648725" y="6344"/>
                    </a:cubicBezTo>
                    <a:lnTo>
                      <a:pt x="714573" y="6344"/>
                    </a:lnTo>
                    <a:lnTo>
                      <a:pt x="271246" y="1168326"/>
                    </a:lnTo>
                    <a:lnTo>
                      <a:pt x="228180" y="1156035"/>
                    </a:lnTo>
                    <a:cubicBezTo>
                      <a:pt x="227207" y="1155648"/>
                      <a:pt x="226136" y="1155403"/>
                      <a:pt x="225163" y="1155016"/>
                    </a:cubicBezTo>
                    <a:cubicBezTo>
                      <a:pt x="208133" y="1149678"/>
                      <a:pt x="191103" y="1144096"/>
                      <a:pt x="174365" y="1138127"/>
                    </a:cubicBezTo>
                    <a:lnTo>
                      <a:pt x="172063" y="1128093"/>
                    </a:lnTo>
                    <a:lnTo>
                      <a:pt x="0" y="237874"/>
                    </a:lnTo>
                    <a:lnTo>
                      <a:pt x="149290" y="132127"/>
                    </a:lnTo>
                    <a:lnTo>
                      <a:pt x="628766" y="1775"/>
                    </a:lnTo>
                    <a:lnTo>
                      <a:pt x="626811" y="277"/>
                    </a:lnTo>
                    <a:lnTo>
                      <a:pt x="631694" y="0"/>
                    </a:lnTo>
                    <a:close/>
                  </a:path>
                </a:pathLst>
              </a:custGeom>
              <a:solidFill>
                <a:srgbClr val="D5E1EB"/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bg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23;p8">
                <a:extLst>
                  <a:ext uri="{FF2B5EF4-FFF2-40B4-BE49-F238E27FC236}">
                    <a16:creationId xmlns:a16="http://schemas.microsoft.com/office/drawing/2014/main" id="{F7D1F7C3-B420-9F80-0F4C-A608DAE9878B}"/>
                  </a:ext>
                </a:extLst>
              </p:cNvPr>
              <p:cNvSpPr/>
              <p:nvPr/>
            </p:nvSpPr>
            <p:spPr>
              <a:xfrm>
                <a:off x="4501197" y="3770400"/>
                <a:ext cx="1127204" cy="1140159"/>
              </a:xfrm>
              <a:custGeom>
                <a:avLst/>
                <a:gdLst/>
                <a:ahLst/>
                <a:cxnLst/>
                <a:rect l="l" t="t" r="r" b="b"/>
                <a:pathLst>
                  <a:path w="1901665" h="1923527" extrusionOk="0">
                    <a:moveTo>
                      <a:pt x="607219" y="0"/>
                    </a:moveTo>
                    <a:lnTo>
                      <a:pt x="1066933" y="142199"/>
                    </a:lnTo>
                    <a:cubicBezTo>
                      <a:pt x="1067792" y="145242"/>
                      <a:pt x="1069683" y="148144"/>
                      <a:pt x="1072605" y="150338"/>
                    </a:cubicBezTo>
                    <a:lnTo>
                      <a:pt x="1901665" y="785457"/>
                    </a:lnTo>
                    <a:lnTo>
                      <a:pt x="1748849" y="1044629"/>
                    </a:lnTo>
                    <a:cubicBezTo>
                      <a:pt x="1745669" y="1050999"/>
                      <a:pt x="1731831" y="1074991"/>
                      <a:pt x="1697537" y="1075911"/>
                    </a:cubicBezTo>
                    <a:cubicBezTo>
                      <a:pt x="1686794" y="1075911"/>
                      <a:pt x="1676652" y="1074354"/>
                      <a:pt x="1664963" y="1070532"/>
                    </a:cubicBezTo>
                    <a:cubicBezTo>
                      <a:pt x="1595946" y="1046682"/>
                      <a:pt x="1649664" y="982773"/>
                      <a:pt x="1560277" y="951775"/>
                    </a:cubicBezTo>
                    <a:cubicBezTo>
                      <a:pt x="1540853" y="945051"/>
                      <a:pt x="1521944" y="942008"/>
                      <a:pt x="1503895" y="941796"/>
                    </a:cubicBezTo>
                    <a:cubicBezTo>
                      <a:pt x="1436426" y="944060"/>
                      <a:pt x="1387177" y="977678"/>
                      <a:pt x="1362682" y="1016178"/>
                    </a:cubicBezTo>
                    <a:cubicBezTo>
                      <a:pt x="1349446" y="1038401"/>
                      <a:pt x="1343257" y="1059350"/>
                      <a:pt x="1343343" y="1080299"/>
                    </a:cubicBezTo>
                    <a:cubicBezTo>
                      <a:pt x="1343515" y="1120215"/>
                      <a:pt x="1366721" y="1159848"/>
                      <a:pt x="1425510" y="1180160"/>
                    </a:cubicBezTo>
                    <a:cubicBezTo>
                      <a:pt x="1437887" y="1184194"/>
                      <a:pt x="1447169" y="1186247"/>
                      <a:pt x="1455936" y="1187237"/>
                    </a:cubicBezTo>
                    <a:cubicBezTo>
                      <a:pt x="1460233" y="1187733"/>
                      <a:pt x="1464445" y="1188016"/>
                      <a:pt x="1468313" y="1188016"/>
                    </a:cubicBezTo>
                    <a:cubicBezTo>
                      <a:pt x="1489456" y="1187237"/>
                      <a:pt x="1503637" y="1182849"/>
                      <a:pt x="1516702" y="1177471"/>
                    </a:cubicBezTo>
                    <a:cubicBezTo>
                      <a:pt x="1523320" y="1174711"/>
                      <a:pt x="1526156" y="1173578"/>
                      <a:pt x="1528648" y="1172304"/>
                    </a:cubicBezTo>
                    <a:cubicBezTo>
                      <a:pt x="1545322" y="1164944"/>
                      <a:pt x="1560965" y="1157442"/>
                      <a:pt x="1578928" y="1156522"/>
                    </a:cubicBezTo>
                    <a:cubicBezTo>
                      <a:pt x="1592680" y="1156805"/>
                      <a:pt x="1600158" y="1158150"/>
                      <a:pt x="1608323" y="1160981"/>
                    </a:cubicBezTo>
                    <a:cubicBezTo>
                      <a:pt x="1641413" y="1172375"/>
                      <a:pt x="1649578" y="1189007"/>
                      <a:pt x="1649578" y="1202737"/>
                    </a:cubicBezTo>
                    <a:cubicBezTo>
                      <a:pt x="1649406" y="1216467"/>
                      <a:pt x="1641585" y="1226729"/>
                      <a:pt x="1641069" y="1227295"/>
                    </a:cubicBezTo>
                    <a:lnTo>
                      <a:pt x="1443731" y="1561911"/>
                    </a:lnTo>
                    <a:lnTo>
                      <a:pt x="1444962" y="1563463"/>
                    </a:lnTo>
                    <a:lnTo>
                      <a:pt x="1444962" y="1923527"/>
                    </a:lnTo>
                    <a:cubicBezTo>
                      <a:pt x="1325451" y="1881214"/>
                      <a:pt x="1215533" y="1822698"/>
                      <a:pt x="1119743" y="1749387"/>
                    </a:cubicBezTo>
                    <a:lnTo>
                      <a:pt x="287963" y="1112746"/>
                    </a:lnTo>
                    <a:cubicBezTo>
                      <a:pt x="182970" y="1032338"/>
                      <a:pt x="101114" y="939008"/>
                      <a:pt x="45053" y="837443"/>
                    </a:cubicBezTo>
                    <a:lnTo>
                      <a:pt x="0" y="588169"/>
                    </a:lnTo>
                    <a:lnTo>
                      <a:pt x="45244" y="402431"/>
                    </a:lnTo>
                    <a:lnTo>
                      <a:pt x="254794" y="102394"/>
                    </a:lnTo>
                    <a:lnTo>
                      <a:pt x="350044" y="9525"/>
                    </a:lnTo>
                    <a:lnTo>
                      <a:pt x="607219" y="0"/>
                    </a:lnTo>
                    <a:close/>
                  </a:path>
                </a:pathLst>
              </a:custGeom>
              <a:solidFill>
                <a:srgbClr val="BBCFDF"/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bg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24;p8">
                <a:extLst>
                  <a:ext uri="{FF2B5EF4-FFF2-40B4-BE49-F238E27FC236}">
                    <a16:creationId xmlns:a16="http://schemas.microsoft.com/office/drawing/2014/main" id="{866535EC-F57B-6139-80EA-54E4A5C2FC4B}"/>
                  </a:ext>
                </a:extLst>
              </p:cNvPr>
              <p:cNvSpPr/>
              <p:nvPr/>
            </p:nvSpPr>
            <p:spPr>
              <a:xfrm>
                <a:off x="4476072" y="3026554"/>
                <a:ext cx="674405" cy="1241154"/>
              </a:xfrm>
              <a:custGeom>
                <a:avLst/>
                <a:gdLst/>
                <a:ahLst/>
                <a:cxnLst/>
                <a:rect l="l" t="t" r="r" b="b"/>
                <a:pathLst>
                  <a:path w="1137763" h="2093913" extrusionOk="0">
                    <a:moveTo>
                      <a:pt x="459107" y="0"/>
                    </a:moveTo>
                    <a:lnTo>
                      <a:pt x="842488" y="33338"/>
                    </a:lnTo>
                    <a:lnTo>
                      <a:pt x="1137763" y="440531"/>
                    </a:lnTo>
                    <a:lnTo>
                      <a:pt x="1110514" y="815843"/>
                    </a:lnTo>
                    <a:lnTo>
                      <a:pt x="1110514" y="1396971"/>
                    </a:lnTo>
                    <a:lnTo>
                      <a:pt x="736890" y="1522564"/>
                    </a:lnTo>
                    <a:cubicBezTo>
                      <a:pt x="736221" y="1522798"/>
                      <a:pt x="723817" y="1528109"/>
                      <a:pt x="707140" y="1528500"/>
                    </a:cubicBezTo>
                    <a:cubicBezTo>
                      <a:pt x="702353" y="1528500"/>
                      <a:pt x="699008" y="1528344"/>
                      <a:pt x="695714" y="1527875"/>
                    </a:cubicBezTo>
                    <a:cubicBezTo>
                      <a:pt x="682795" y="1526079"/>
                      <a:pt x="668949" y="1520221"/>
                      <a:pt x="657780" y="1506162"/>
                    </a:cubicBezTo>
                    <a:cubicBezTo>
                      <a:pt x="653302" y="1499914"/>
                      <a:pt x="652170" y="1498039"/>
                      <a:pt x="651037" y="1496008"/>
                    </a:cubicBezTo>
                    <a:cubicBezTo>
                      <a:pt x="647229" y="1489135"/>
                      <a:pt x="645684" y="1482887"/>
                      <a:pt x="645581" y="1477107"/>
                    </a:cubicBezTo>
                    <a:cubicBezTo>
                      <a:pt x="645581" y="1446333"/>
                      <a:pt x="689023" y="1425792"/>
                      <a:pt x="689126" y="1387911"/>
                    </a:cubicBezTo>
                    <a:cubicBezTo>
                      <a:pt x="689126" y="1378538"/>
                      <a:pt x="686449" y="1368072"/>
                      <a:pt x="679861" y="1356278"/>
                    </a:cubicBezTo>
                    <a:cubicBezTo>
                      <a:pt x="650883" y="1310353"/>
                      <a:pt x="603273" y="1292935"/>
                      <a:pt x="554376" y="1291295"/>
                    </a:cubicBezTo>
                    <a:cubicBezTo>
                      <a:pt x="551854" y="1291139"/>
                      <a:pt x="549280" y="1291139"/>
                      <a:pt x="546861" y="1291139"/>
                    </a:cubicBezTo>
                    <a:cubicBezTo>
                      <a:pt x="520200" y="1291295"/>
                      <a:pt x="494825" y="1295591"/>
                      <a:pt x="472229" y="1302933"/>
                    </a:cubicBezTo>
                    <a:cubicBezTo>
                      <a:pt x="416847" y="1321131"/>
                      <a:pt x="366663" y="1361980"/>
                      <a:pt x="366921" y="1412436"/>
                    </a:cubicBezTo>
                    <a:cubicBezTo>
                      <a:pt x="367075" y="1425870"/>
                      <a:pt x="370626" y="1440085"/>
                      <a:pt x="378759" y="1454613"/>
                    </a:cubicBezTo>
                    <a:cubicBezTo>
                      <a:pt x="417362" y="1523814"/>
                      <a:pt x="501825" y="1484058"/>
                      <a:pt x="530391" y="1535217"/>
                    </a:cubicBezTo>
                    <a:cubicBezTo>
                      <a:pt x="535692" y="1544902"/>
                      <a:pt x="537854" y="1553181"/>
                      <a:pt x="537751" y="1560367"/>
                    </a:cubicBezTo>
                    <a:cubicBezTo>
                      <a:pt x="537339" y="1591531"/>
                      <a:pt x="497861" y="1600513"/>
                      <a:pt x="495854" y="1601059"/>
                    </a:cubicBezTo>
                    <a:lnTo>
                      <a:pt x="89186" y="1733994"/>
                    </a:lnTo>
                    <a:lnTo>
                      <a:pt x="81483" y="1717805"/>
                    </a:lnTo>
                    <a:lnTo>
                      <a:pt x="88520" y="1733870"/>
                    </a:lnTo>
                    <a:lnTo>
                      <a:pt x="88520" y="2093913"/>
                    </a:lnTo>
                    <a:cubicBezTo>
                      <a:pt x="30482" y="1988618"/>
                      <a:pt x="0" y="1874446"/>
                      <a:pt x="0" y="1756724"/>
                    </a:cubicBezTo>
                    <a:lnTo>
                      <a:pt x="0" y="1645444"/>
                    </a:lnTo>
                    <a:lnTo>
                      <a:pt x="657" y="496499"/>
                    </a:lnTo>
                    <a:cubicBezTo>
                      <a:pt x="657" y="371374"/>
                      <a:pt x="35091" y="250390"/>
                      <a:pt x="100458" y="139793"/>
                    </a:cubicBezTo>
                    <a:lnTo>
                      <a:pt x="166213" y="119063"/>
                    </a:lnTo>
                    <a:lnTo>
                      <a:pt x="459107" y="0"/>
                    </a:lnTo>
                    <a:close/>
                  </a:path>
                </a:pathLst>
              </a:custGeom>
              <a:solidFill>
                <a:srgbClr val="7EA4C4"/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bg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25;p8">
                <a:extLst>
                  <a:ext uri="{FF2B5EF4-FFF2-40B4-BE49-F238E27FC236}">
                    <a16:creationId xmlns:a16="http://schemas.microsoft.com/office/drawing/2014/main" id="{A82440BA-EDEA-126E-14F3-F6D675E327EF}"/>
                  </a:ext>
                </a:extLst>
              </p:cNvPr>
              <p:cNvSpPr/>
              <p:nvPr/>
            </p:nvSpPr>
            <p:spPr>
              <a:xfrm>
                <a:off x="4535857" y="2475854"/>
                <a:ext cx="1207439" cy="1056759"/>
              </a:xfrm>
              <a:custGeom>
                <a:avLst/>
                <a:gdLst/>
                <a:ahLst/>
                <a:cxnLst/>
                <a:rect l="l" t="t" r="r" b="b"/>
                <a:pathLst>
                  <a:path w="2037026" h="1782826" extrusionOk="0">
                    <a:moveTo>
                      <a:pt x="1420149" y="0"/>
                    </a:moveTo>
                    <a:lnTo>
                      <a:pt x="1944157" y="195645"/>
                    </a:lnTo>
                    <a:lnTo>
                      <a:pt x="2037026" y="340901"/>
                    </a:lnTo>
                    <a:lnTo>
                      <a:pt x="1848600" y="1142236"/>
                    </a:lnTo>
                    <a:cubicBezTo>
                      <a:pt x="1847084" y="1142606"/>
                      <a:pt x="1845685" y="1142977"/>
                      <a:pt x="1844402" y="1143625"/>
                    </a:cubicBezTo>
                    <a:cubicBezTo>
                      <a:pt x="1842769" y="1144413"/>
                      <a:pt x="1841214" y="1145154"/>
                      <a:pt x="1839970" y="1146173"/>
                    </a:cubicBezTo>
                    <a:lnTo>
                      <a:pt x="1008874" y="1782826"/>
                    </a:lnTo>
                    <a:lnTo>
                      <a:pt x="1008874" y="1426705"/>
                    </a:lnTo>
                    <a:lnTo>
                      <a:pt x="629406" y="1295405"/>
                    </a:lnTo>
                    <a:cubicBezTo>
                      <a:pt x="627368" y="1294877"/>
                      <a:pt x="588910" y="1285358"/>
                      <a:pt x="588539" y="1254887"/>
                    </a:cubicBezTo>
                    <a:cubicBezTo>
                      <a:pt x="588354" y="1247550"/>
                      <a:pt x="590763" y="1238891"/>
                      <a:pt x="596602" y="1228976"/>
                    </a:cubicBezTo>
                    <a:cubicBezTo>
                      <a:pt x="626626" y="1178212"/>
                      <a:pt x="710028" y="1219326"/>
                      <a:pt x="750432" y="1150781"/>
                    </a:cubicBezTo>
                    <a:cubicBezTo>
                      <a:pt x="759606" y="1135248"/>
                      <a:pt x="763683" y="1120111"/>
                      <a:pt x="763498" y="1105768"/>
                    </a:cubicBezTo>
                    <a:cubicBezTo>
                      <a:pt x="763127" y="1056788"/>
                      <a:pt x="715032" y="1016270"/>
                      <a:pt x="661284" y="997696"/>
                    </a:cubicBezTo>
                    <a:cubicBezTo>
                      <a:pt x="659153" y="996969"/>
                      <a:pt x="657114" y="996308"/>
                      <a:pt x="654983" y="995713"/>
                    </a:cubicBezTo>
                    <a:cubicBezTo>
                      <a:pt x="631352" y="988574"/>
                      <a:pt x="608556" y="985005"/>
                      <a:pt x="585852" y="984741"/>
                    </a:cubicBezTo>
                    <a:cubicBezTo>
                      <a:pt x="533031" y="985534"/>
                      <a:pt x="487067" y="1000604"/>
                      <a:pt x="459637" y="1036827"/>
                    </a:cubicBezTo>
                    <a:cubicBezTo>
                      <a:pt x="457228" y="1039999"/>
                      <a:pt x="456023" y="1041784"/>
                      <a:pt x="454911" y="1043569"/>
                    </a:cubicBezTo>
                    <a:cubicBezTo>
                      <a:pt x="445181" y="1060093"/>
                      <a:pt x="442215" y="1070735"/>
                      <a:pt x="442215" y="1080518"/>
                    </a:cubicBezTo>
                    <a:cubicBezTo>
                      <a:pt x="442215" y="1117071"/>
                      <a:pt x="483268" y="1138156"/>
                      <a:pt x="483360" y="1168033"/>
                    </a:cubicBezTo>
                    <a:cubicBezTo>
                      <a:pt x="483360" y="1174246"/>
                      <a:pt x="481692" y="1180724"/>
                      <a:pt x="477430" y="1187862"/>
                    </a:cubicBezTo>
                    <a:cubicBezTo>
                      <a:pt x="474835" y="1192159"/>
                      <a:pt x="472055" y="1195993"/>
                      <a:pt x="469275" y="1199231"/>
                    </a:cubicBezTo>
                    <a:cubicBezTo>
                      <a:pt x="456394" y="1213839"/>
                      <a:pt x="440733" y="1218665"/>
                      <a:pt x="426832" y="1219326"/>
                    </a:cubicBezTo>
                    <a:cubicBezTo>
                      <a:pt x="402739" y="1218202"/>
                      <a:pt x="391526" y="1213112"/>
                      <a:pt x="390877" y="1212848"/>
                    </a:cubicBezTo>
                    <a:lnTo>
                      <a:pt x="0" y="1077610"/>
                    </a:lnTo>
                    <a:cubicBezTo>
                      <a:pt x="55509" y="983617"/>
                      <a:pt x="133350" y="897028"/>
                      <a:pt x="231394" y="821807"/>
                    </a:cubicBezTo>
                    <a:lnTo>
                      <a:pt x="1062447" y="185143"/>
                    </a:lnTo>
                    <a:cubicBezTo>
                      <a:pt x="1166885" y="105428"/>
                      <a:pt x="1288188" y="42898"/>
                      <a:pt x="1420149" y="0"/>
                    </a:cubicBezTo>
                    <a:close/>
                  </a:path>
                </a:pathLst>
              </a:custGeom>
              <a:solidFill>
                <a:srgbClr val="5F8EB5"/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bg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26;p8">
                <a:extLst>
                  <a:ext uri="{FF2B5EF4-FFF2-40B4-BE49-F238E27FC236}">
                    <a16:creationId xmlns:a16="http://schemas.microsoft.com/office/drawing/2014/main" id="{DF3757AA-2F05-53CA-B9FF-76EEDA939EE9}"/>
                  </a:ext>
                </a:extLst>
              </p:cNvPr>
              <p:cNvSpPr/>
              <p:nvPr/>
            </p:nvSpPr>
            <p:spPr>
              <a:xfrm>
                <a:off x="5377952" y="2435054"/>
                <a:ext cx="1285627" cy="716651"/>
              </a:xfrm>
              <a:custGeom>
                <a:avLst/>
                <a:gdLst/>
                <a:ahLst/>
                <a:cxnLst/>
                <a:rect l="l" t="t" r="r" b="b"/>
                <a:pathLst>
                  <a:path w="2168934" h="1209040" extrusionOk="0">
                    <a:moveTo>
                      <a:pt x="442067" y="0"/>
                    </a:moveTo>
                    <a:lnTo>
                      <a:pt x="1617328" y="0"/>
                    </a:lnTo>
                    <a:cubicBezTo>
                      <a:pt x="1773047" y="0"/>
                      <a:pt x="1923887" y="23994"/>
                      <a:pt x="2062979" y="69579"/>
                    </a:cubicBezTo>
                    <a:lnTo>
                      <a:pt x="2168934" y="533558"/>
                    </a:lnTo>
                    <a:lnTo>
                      <a:pt x="2159409" y="690721"/>
                    </a:lnTo>
                    <a:lnTo>
                      <a:pt x="1945096" y="766921"/>
                    </a:lnTo>
                    <a:lnTo>
                      <a:pt x="1610475" y="1208155"/>
                    </a:lnTo>
                    <a:lnTo>
                      <a:pt x="437679" y="1208155"/>
                    </a:lnTo>
                    <a:cubicBezTo>
                      <a:pt x="435386" y="1208155"/>
                      <a:pt x="433202" y="1208539"/>
                      <a:pt x="431127" y="1209040"/>
                    </a:cubicBezTo>
                    <a:lnTo>
                      <a:pt x="431127" y="848991"/>
                    </a:lnTo>
                    <a:lnTo>
                      <a:pt x="431236" y="848991"/>
                    </a:lnTo>
                    <a:lnTo>
                      <a:pt x="434200" y="848519"/>
                    </a:lnTo>
                    <a:lnTo>
                      <a:pt x="279677" y="570857"/>
                    </a:lnTo>
                    <a:cubicBezTo>
                      <a:pt x="279279" y="570345"/>
                      <a:pt x="271812" y="560180"/>
                      <a:pt x="271812" y="546863"/>
                    </a:cubicBezTo>
                    <a:cubicBezTo>
                      <a:pt x="271812" y="533034"/>
                      <a:pt x="280175" y="516250"/>
                      <a:pt x="314226" y="505060"/>
                    </a:cubicBezTo>
                    <a:cubicBezTo>
                      <a:pt x="321793" y="502657"/>
                      <a:pt x="327568" y="501633"/>
                      <a:pt x="332944" y="501278"/>
                    </a:cubicBezTo>
                    <a:cubicBezTo>
                      <a:pt x="342005" y="501002"/>
                      <a:pt x="345091" y="501278"/>
                      <a:pt x="347979" y="501633"/>
                    </a:cubicBezTo>
                    <a:cubicBezTo>
                      <a:pt x="353355" y="502302"/>
                      <a:pt x="358532" y="503563"/>
                      <a:pt x="363610" y="505218"/>
                    </a:cubicBezTo>
                    <a:cubicBezTo>
                      <a:pt x="372770" y="508370"/>
                      <a:pt x="378445" y="510813"/>
                      <a:pt x="384120" y="513452"/>
                    </a:cubicBezTo>
                    <a:lnTo>
                      <a:pt x="393480" y="517786"/>
                    </a:lnTo>
                    <a:cubicBezTo>
                      <a:pt x="396566" y="519165"/>
                      <a:pt x="399653" y="520702"/>
                      <a:pt x="402938" y="522081"/>
                    </a:cubicBezTo>
                    <a:cubicBezTo>
                      <a:pt x="417574" y="528582"/>
                      <a:pt x="433405" y="534019"/>
                      <a:pt x="452920" y="534413"/>
                    </a:cubicBezTo>
                    <a:cubicBezTo>
                      <a:pt x="467655" y="534019"/>
                      <a:pt x="476118" y="532876"/>
                      <a:pt x="485179" y="530591"/>
                    </a:cubicBezTo>
                    <a:cubicBezTo>
                      <a:pt x="488862" y="529724"/>
                      <a:pt x="492546" y="528582"/>
                      <a:pt x="496429" y="527321"/>
                    </a:cubicBezTo>
                    <a:cubicBezTo>
                      <a:pt x="557164" y="507503"/>
                      <a:pt x="581258" y="466725"/>
                      <a:pt x="581358" y="425946"/>
                    </a:cubicBezTo>
                    <a:cubicBezTo>
                      <a:pt x="581557" y="406010"/>
                      <a:pt x="575981" y="385956"/>
                      <a:pt x="566025" y="368305"/>
                    </a:cubicBezTo>
                    <a:cubicBezTo>
                      <a:pt x="563337" y="363735"/>
                      <a:pt x="561744" y="361056"/>
                      <a:pt x="560051" y="358534"/>
                    </a:cubicBezTo>
                    <a:cubicBezTo>
                      <a:pt x="534762" y="321184"/>
                      <a:pt x="486772" y="289310"/>
                      <a:pt x="428327" y="287655"/>
                    </a:cubicBezTo>
                    <a:cubicBezTo>
                      <a:pt x="405129" y="288049"/>
                      <a:pt x="390990" y="290058"/>
                      <a:pt x="376653" y="294116"/>
                    </a:cubicBezTo>
                    <a:cubicBezTo>
                      <a:pt x="373865" y="294904"/>
                      <a:pt x="371078" y="295771"/>
                      <a:pt x="368190" y="296677"/>
                    </a:cubicBezTo>
                    <a:cubicBezTo>
                      <a:pt x="277885" y="326148"/>
                      <a:pt x="329659" y="391039"/>
                      <a:pt x="262851" y="412748"/>
                    </a:cubicBezTo>
                    <a:cubicBezTo>
                      <a:pt x="253790" y="415781"/>
                      <a:pt x="245527" y="417436"/>
                      <a:pt x="237960" y="418067"/>
                    </a:cubicBezTo>
                    <a:cubicBezTo>
                      <a:pt x="235471" y="418342"/>
                      <a:pt x="232882" y="418461"/>
                      <a:pt x="230492" y="418461"/>
                    </a:cubicBezTo>
                    <a:cubicBezTo>
                      <a:pt x="189273" y="417436"/>
                      <a:pt x="177524" y="387847"/>
                      <a:pt x="176927" y="386350"/>
                    </a:cubicBezTo>
                    <a:lnTo>
                      <a:pt x="0" y="68437"/>
                    </a:lnTo>
                    <a:cubicBezTo>
                      <a:pt x="137897" y="23640"/>
                      <a:pt x="287543" y="0"/>
                      <a:pt x="442067" y="0"/>
                    </a:cubicBezTo>
                    <a:close/>
                  </a:path>
                </a:pathLst>
              </a:custGeom>
              <a:solidFill>
                <a:srgbClr val="4E7FA8"/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chemeClr val="bg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27;p8">
                <a:extLst>
                  <a:ext uri="{FF2B5EF4-FFF2-40B4-BE49-F238E27FC236}">
                    <a16:creationId xmlns:a16="http://schemas.microsoft.com/office/drawing/2014/main" id="{C5BC6946-433B-379C-28FC-2EE8F22E4703}"/>
                  </a:ext>
                </a:extLst>
              </p:cNvPr>
              <p:cNvSpPr/>
              <p:nvPr/>
            </p:nvSpPr>
            <p:spPr>
              <a:xfrm>
                <a:off x="6327640" y="2475742"/>
                <a:ext cx="1118419" cy="1062650"/>
              </a:xfrm>
              <a:custGeom>
                <a:avLst/>
                <a:gdLst/>
                <a:ahLst/>
                <a:cxnLst/>
                <a:rect l="l" t="t" r="r" b="b"/>
                <a:pathLst>
                  <a:path w="1886844" h="1792765" extrusionOk="0">
                    <a:moveTo>
                      <a:pt x="459831" y="0"/>
                    </a:moveTo>
                    <a:cubicBezTo>
                      <a:pt x="590425" y="42787"/>
                      <a:pt x="710449" y="104742"/>
                      <a:pt x="813964" y="183999"/>
                    </a:cubicBezTo>
                    <a:lnTo>
                      <a:pt x="1645049" y="820707"/>
                    </a:lnTo>
                    <a:cubicBezTo>
                      <a:pt x="1749436" y="900681"/>
                      <a:pt x="1830850" y="993506"/>
                      <a:pt x="1886844" y="1094587"/>
                    </a:cubicBezTo>
                    <a:lnTo>
                      <a:pt x="1595450" y="1526953"/>
                    </a:lnTo>
                    <a:lnTo>
                      <a:pt x="866518" y="1792765"/>
                    </a:lnTo>
                    <a:cubicBezTo>
                      <a:pt x="866518" y="1791124"/>
                      <a:pt x="866117" y="1789482"/>
                      <a:pt x="865515" y="1787935"/>
                    </a:cubicBezTo>
                    <a:cubicBezTo>
                      <a:pt x="864472" y="1785543"/>
                      <a:pt x="862827" y="1783245"/>
                      <a:pt x="860420" y="1781323"/>
                    </a:cubicBezTo>
                    <a:lnTo>
                      <a:pt x="29325" y="1144663"/>
                    </a:lnTo>
                    <a:cubicBezTo>
                      <a:pt x="28082" y="1143772"/>
                      <a:pt x="26557" y="1143021"/>
                      <a:pt x="25033" y="1142271"/>
                    </a:cubicBezTo>
                    <a:cubicBezTo>
                      <a:pt x="24632" y="1142130"/>
                      <a:pt x="24110" y="1141896"/>
                      <a:pt x="23749" y="1141755"/>
                    </a:cubicBezTo>
                    <a:cubicBezTo>
                      <a:pt x="22466" y="1141239"/>
                      <a:pt x="21061" y="1140770"/>
                      <a:pt x="19577" y="1140489"/>
                    </a:cubicBezTo>
                    <a:cubicBezTo>
                      <a:pt x="19176" y="1140348"/>
                      <a:pt x="18935" y="1140255"/>
                      <a:pt x="18654" y="1140255"/>
                    </a:cubicBezTo>
                    <a:cubicBezTo>
                      <a:pt x="18173" y="1140255"/>
                      <a:pt x="17531" y="1140114"/>
                      <a:pt x="17010" y="1140114"/>
                    </a:cubicBezTo>
                    <a:cubicBezTo>
                      <a:pt x="16127" y="1139973"/>
                      <a:pt x="15245" y="1139879"/>
                      <a:pt x="14362" y="1139879"/>
                    </a:cubicBezTo>
                    <a:lnTo>
                      <a:pt x="0" y="1139879"/>
                    </a:lnTo>
                    <a:lnTo>
                      <a:pt x="0" y="779930"/>
                    </a:lnTo>
                    <a:lnTo>
                      <a:pt x="0" y="779812"/>
                    </a:lnTo>
                    <a:lnTo>
                      <a:pt x="70" y="779812"/>
                    </a:lnTo>
                    <a:lnTo>
                      <a:pt x="141950" y="539145"/>
                    </a:lnTo>
                    <a:cubicBezTo>
                      <a:pt x="144658" y="533545"/>
                      <a:pt x="158635" y="508347"/>
                      <a:pt x="194188" y="507845"/>
                    </a:cubicBezTo>
                    <a:cubicBezTo>
                      <a:pt x="203972" y="507845"/>
                      <a:pt x="214017" y="509424"/>
                      <a:pt x="225548" y="513085"/>
                    </a:cubicBezTo>
                    <a:cubicBezTo>
                      <a:pt x="294907" y="536920"/>
                      <a:pt x="241184" y="600957"/>
                      <a:pt x="330547" y="631826"/>
                    </a:cubicBezTo>
                    <a:cubicBezTo>
                      <a:pt x="350027" y="638575"/>
                      <a:pt x="368896" y="641590"/>
                      <a:pt x="386978" y="641877"/>
                    </a:cubicBezTo>
                    <a:cubicBezTo>
                      <a:pt x="453018" y="640226"/>
                      <a:pt x="502547" y="606772"/>
                      <a:pt x="527530" y="568292"/>
                    </a:cubicBezTo>
                    <a:cubicBezTo>
                      <a:pt x="541420" y="545175"/>
                      <a:pt x="547622" y="524284"/>
                      <a:pt x="547534" y="503322"/>
                    </a:cubicBezTo>
                    <a:cubicBezTo>
                      <a:pt x="547360" y="463406"/>
                      <a:pt x="524124" y="423706"/>
                      <a:pt x="465334" y="403318"/>
                    </a:cubicBezTo>
                    <a:cubicBezTo>
                      <a:pt x="447165" y="397790"/>
                      <a:pt x="436333" y="395995"/>
                      <a:pt x="426462" y="395708"/>
                    </a:cubicBezTo>
                    <a:cubicBezTo>
                      <a:pt x="398509" y="395636"/>
                      <a:pt x="379728" y="403605"/>
                      <a:pt x="361907" y="411502"/>
                    </a:cubicBezTo>
                    <a:cubicBezTo>
                      <a:pt x="344262" y="419327"/>
                      <a:pt x="327665" y="427224"/>
                      <a:pt x="308185" y="427224"/>
                    </a:cubicBezTo>
                    <a:cubicBezTo>
                      <a:pt x="305564" y="427224"/>
                      <a:pt x="302856" y="427080"/>
                      <a:pt x="300061" y="426721"/>
                    </a:cubicBezTo>
                    <a:cubicBezTo>
                      <a:pt x="296916" y="426363"/>
                      <a:pt x="293771" y="425860"/>
                      <a:pt x="290277" y="424927"/>
                    </a:cubicBezTo>
                    <a:cubicBezTo>
                      <a:pt x="287744" y="424281"/>
                      <a:pt x="285123" y="423563"/>
                      <a:pt x="282415" y="422629"/>
                    </a:cubicBezTo>
                    <a:cubicBezTo>
                      <a:pt x="249308" y="411215"/>
                      <a:pt x="241184" y="394559"/>
                      <a:pt x="241184" y="380848"/>
                    </a:cubicBezTo>
                    <a:cubicBezTo>
                      <a:pt x="241272" y="367136"/>
                      <a:pt x="249134" y="356870"/>
                      <a:pt x="249658" y="356367"/>
                    </a:cubicBezTo>
                    <a:lnTo>
                      <a:pt x="459831" y="0"/>
                    </a:lnTo>
                    <a:close/>
                  </a:path>
                </a:pathLst>
              </a:custGeom>
              <a:solidFill>
                <a:srgbClr val="5F8EB5"/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chemeClr val="bg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528;p8">
                <a:extLst>
                  <a:ext uri="{FF2B5EF4-FFF2-40B4-BE49-F238E27FC236}">
                    <a16:creationId xmlns:a16="http://schemas.microsoft.com/office/drawing/2014/main" id="{8DC9AA72-9785-23C0-31FD-90961E7B3C5A}"/>
                  </a:ext>
                </a:extLst>
              </p:cNvPr>
              <p:cNvSpPr/>
              <p:nvPr/>
            </p:nvSpPr>
            <p:spPr>
              <a:xfrm>
                <a:off x="6841532" y="3123604"/>
                <a:ext cx="658540" cy="1153060"/>
              </a:xfrm>
              <a:custGeom>
                <a:avLst/>
                <a:gdLst/>
                <a:ahLst/>
                <a:cxnLst/>
                <a:rect l="l" t="t" r="r" b="b"/>
                <a:pathLst>
                  <a:path w="1110998" h="1945293" extrusionOk="0">
                    <a:moveTo>
                      <a:pt x="1021707" y="0"/>
                    </a:moveTo>
                    <a:cubicBezTo>
                      <a:pt x="1080240" y="105690"/>
                      <a:pt x="1110998" y="220341"/>
                      <a:pt x="1110998" y="338546"/>
                    </a:cubicBezTo>
                    <a:cubicBezTo>
                      <a:pt x="1110951" y="695790"/>
                      <a:pt x="1110905" y="1053033"/>
                      <a:pt x="1110858" y="1410277"/>
                    </a:cubicBezTo>
                    <a:lnTo>
                      <a:pt x="1110858" y="1592981"/>
                    </a:lnTo>
                    <a:cubicBezTo>
                      <a:pt x="1110858" y="1599841"/>
                      <a:pt x="1110858" y="1606700"/>
                      <a:pt x="1110606" y="1613560"/>
                    </a:cubicBezTo>
                    <a:lnTo>
                      <a:pt x="1110606" y="1614846"/>
                    </a:lnTo>
                    <a:cubicBezTo>
                      <a:pt x="1110479" y="1617385"/>
                      <a:pt x="1110353" y="1620057"/>
                      <a:pt x="1110222" y="1622728"/>
                    </a:cubicBezTo>
                    <a:cubicBezTo>
                      <a:pt x="1109970" y="1627411"/>
                      <a:pt x="1109717" y="1632127"/>
                      <a:pt x="1109460" y="1636810"/>
                    </a:cubicBezTo>
                    <a:cubicBezTo>
                      <a:pt x="1109334" y="1639745"/>
                      <a:pt x="1109081" y="1642779"/>
                      <a:pt x="1108824" y="1645714"/>
                    </a:cubicBezTo>
                    <a:cubicBezTo>
                      <a:pt x="1108445" y="1650034"/>
                      <a:pt x="1108062" y="1654454"/>
                      <a:pt x="1107683" y="1658774"/>
                    </a:cubicBezTo>
                    <a:cubicBezTo>
                      <a:pt x="1107431" y="1661841"/>
                      <a:pt x="1107047" y="1665007"/>
                      <a:pt x="1106668" y="1668041"/>
                    </a:cubicBezTo>
                    <a:cubicBezTo>
                      <a:pt x="1106159" y="1672229"/>
                      <a:pt x="1105654" y="1676450"/>
                      <a:pt x="1105144" y="1680639"/>
                    </a:cubicBezTo>
                    <a:cubicBezTo>
                      <a:pt x="1104761" y="1683805"/>
                      <a:pt x="1104382" y="1686839"/>
                      <a:pt x="1103872" y="1690038"/>
                    </a:cubicBezTo>
                    <a:cubicBezTo>
                      <a:pt x="1103236" y="1694226"/>
                      <a:pt x="1102605" y="1698282"/>
                      <a:pt x="1101969" y="1702471"/>
                    </a:cubicBezTo>
                    <a:cubicBezTo>
                      <a:pt x="1101459" y="1705637"/>
                      <a:pt x="1100828" y="1708704"/>
                      <a:pt x="1100318" y="1711870"/>
                    </a:cubicBezTo>
                    <a:cubicBezTo>
                      <a:pt x="1099682" y="1716058"/>
                      <a:pt x="1098794" y="1720246"/>
                      <a:pt x="1098032" y="1724303"/>
                    </a:cubicBezTo>
                    <a:cubicBezTo>
                      <a:pt x="1097396" y="1727370"/>
                      <a:pt x="1096760" y="1730536"/>
                      <a:pt x="1096124" y="1733570"/>
                    </a:cubicBezTo>
                    <a:cubicBezTo>
                      <a:pt x="1095235" y="1737791"/>
                      <a:pt x="1094347" y="1741847"/>
                      <a:pt x="1093332" y="1746036"/>
                    </a:cubicBezTo>
                    <a:cubicBezTo>
                      <a:pt x="1092570" y="1749070"/>
                      <a:pt x="1091934" y="1752005"/>
                      <a:pt x="1091172" y="1755039"/>
                    </a:cubicBezTo>
                    <a:cubicBezTo>
                      <a:pt x="1090157" y="1759227"/>
                      <a:pt x="1089011" y="1763547"/>
                      <a:pt x="1087870" y="1767736"/>
                    </a:cubicBezTo>
                    <a:cubicBezTo>
                      <a:pt x="1087108" y="1770671"/>
                      <a:pt x="1086346" y="1773474"/>
                      <a:pt x="1085584" y="1776376"/>
                    </a:cubicBezTo>
                    <a:cubicBezTo>
                      <a:pt x="1085327" y="1777266"/>
                      <a:pt x="1085200" y="1778025"/>
                      <a:pt x="1084948" y="1778784"/>
                    </a:cubicBezTo>
                    <a:cubicBezTo>
                      <a:pt x="1084059" y="1781982"/>
                      <a:pt x="1083040" y="1785016"/>
                      <a:pt x="1082152" y="1788182"/>
                    </a:cubicBezTo>
                    <a:cubicBezTo>
                      <a:pt x="1081137" y="1791480"/>
                      <a:pt x="1080122" y="1794910"/>
                      <a:pt x="1079107" y="1798241"/>
                    </a:cubicBezTo>
                    <a:cubicBezTo>
                      <a:pt x="1077836" y="1802165"/>
                      <a:pt x="1076437" y="1805958"/>
                      <a:pt x="1075166" y="1809915"/>
                    </a:cubicBezTo>
                    <a:cubicBezTo>
                      <a:pt x="1074151" y="1813213"/>
                      <a:pt x="1073010" y="1816511"/>
                      <a:pt x="1071864" y="1819809"/>
                    </a:cubicBezTo>
                    <a:cubicBezTo>
                      <a:pt x="1070471" y="1823767"/>
                      <a:pt x="1068946" y="1827559"/>
                      <a:pt x="1067548" y="1831517"/>
                    </a:cubicBezTo>
                    <a:cubicBezTo>
                      <a:pt x="1066403" y="1834682"/>
                      <a:pt x="1065261" y="1837980"/>
                      <a:pt x="1063990" y="1841146"/>
                    </a:cubicBezTo>
                    <a:cubicBezTo>
                      <a:pt x="1062465" y="1845104"/>
                      <a:pt x="1060815" y="1849028"/>
                      <a:pt x="1059164" y="1852953"/>
                    </a:cubicBezTo>
                    <a:cubicBezTo>
                      <a:pt x="1057892" y="1856020"/>
                      <a:pt x="1056751" y="1859186"/>
                      <a:pt x="1055353" y="1862352"/>
                    </a:cubicBezTo>
                    <a:cubicBezTo>
                      <a:pt x="1053576" y="1866441"/>
                      <a:pt x="1051799" y="1870365"/>
                      <a:pt x="1050018" y="1874422"/>
                    </a:cubicBezTo>
                    <a:cubicBezTo>
                      <a:pt x="1048624" y="1877489"/>
                      <a:pt x="1047352" y="1880391"/>
                      <a:pt x="1045954" y="1883458"/>
                    </a:cubicBezTo>
                    <a:cubicBezTo>
                      <a:pt x="1044051" y="1887646"/>
                      <a:pt x="1042021" y="1891703"/>
                      <a:pt x="1039987" y="1895891"/>
                    </a:cubicBezTo>
                    <a:cubicBezTo>
                      <a:pt x="1038589" y="1898694"/>
                      <a:pt x="1037322" y="1901464"/>
                      <a:pt x="1035924" y="1904268"/>
                    </a:cubicBezTo>
                    <a:lnTo>
                      <a:pt x="1028685" y="1917987"/>
                    </a:lnTo>
                    <a:cubicBezTo>
                      <a:pt x="1027539" y="1920262"/>
                      <a:pt x="1026398" y="1922571"/>
                      <a:pt x="1025126" y="1924846"/>
                    </a:cubicBezTo>
                    <a:cubicBezTo>
                      <a:pt x="1021446" y="1931706"/>
                      <a:pt x="1017635" y="1938566"/>
                      <a:pt x="1013698" y="1945293"/>
                    </a:cubicBezTo>
                    <a:lnTo>
                      <a:pt x="445113" y="1738890"/>
                    </a:lnTo>
                    <a:lnTo>
                      <a:pt x="237944" y="1698409"/>
                    </a:lnTo>
                    <a:lnTo>
                      <a:pt x="772" y="1241078"/>
                    </a:lnTo>
                    <a:cubicBezTo>
                      <a:pt x="858" y="940157"/>
                      <a:pt x="943" y="639235"/>
                      <a:pt x="1029" y="338314"/>
                    </a:cubicBezTo>
                    <a:cubicBezTo>
                      <a:pt x="1029" y="336692"/>
                      <a:pt x="617" y="334992"/>
                      <a:pt x="0" y="333524"/>
                    </a:cubicBezTo>
                    <a:lnTo>
                      <a:pt x="332477" y="224899"/>
                    </a:lnTo>
                    <a:cubicBezTo>
                      <a:pt x="333145" y="224667"/>
                      <a:pt x="345593" y="219337"/>
                      <a:pt x="362309" y="218950"/>
                    </a:cubicBezTo>
                    <a:cubicBezTo>
                      <a:pt x="384323" y="219955"/>
                      <a:pt x="402480" y="226444"/>
                      <a:pt x="415647" y="246609"/>
                    </a:cubicBezTo>
                    <a:cubicBezTo>
                      <a:pt x="416676" y="248154"/>
                      <a:pt x="417602" y="249699"/>
                      <a:pt x="418476" y="251321"/>
                    </a:cubicBezTo>
                    <a:cubicBezTo>
                      <a:pt x="422282" y="258197"/>
                      <a:pt x="423774" y="264378"/>
                      <a:pt x="423774" y="270250"/>
                    </a:cubicBezTo>
                    <a:cubicBezTo>
                      <a:pt x="423774" y="300999"/>
                      <a:pt x="380260" y="321549"/>
                      <a:pt x="380106" y="359406"/>
                    </a:cubicBezTo>
                    <a:cubicBezTo>
                      <a:pt x="380106" y="368831"/>
                      <a:pt x="382780" y="379261"/>
                      <a:pt x="389364" y="391005"/>
                    </a:cubicBezTo>
                    <a:cubicBezTo>
                      <a:pt x="390547" y="393168"/>
                      <a:pt x="391781" y="395331"/>
                      <a:pt x="393170" y="397417"/>
                    </a:cubicBezTo>
                    <a:cubicBezTo>
                      <a:pt x="419093" y="437360"/>
                      <a:pt x="466362" y="454434"/>
                      <a:pt x="514866" y="455902"/>
                    </a:cubicBezTo>
                    <a:cubicBezTo>
                      <a:pt x="517386" y="456056"/>
                      <a:pt x="519958" y="456056"/>
                      <a:pt x="522375" y="456056"/>
                    </a:cubicBezTo>
                    <a:cubicBezTo>
                      <a:pt x="544852" y="456056"/>
                      <a:pt x="567432" y="452734"/>
                      <a:pt x="588006" y="447017"/>
                    </a:cubicBezTo>
                    <a:cubicBezTo>
                      <a:pt x="591041" y="446167"/>
                      <a:pt x="594127" y="445240"/>
                      <a:pt x="597007" y="444236"/>
                    </a:cubicBezTo>
                    <a:cubicBezTo>
                      <a:pt x="652403" y="426080"/>
                      <a:pt x="702552" y="385287"/>
                      <a:pt x="702295" y="334915"/>
                    </a:cubicBezTo>
                    <a:cubicBezTo>
                      <a:pt x="702192" y="321472"/>
                      <a:pt x="698643" y="307179"/>
                      <a:pt x="690516" y="292577"/>
                    </a:cubicBezTo>
                    <a:cubicBezTo>
                      <a:pt x="651889" y="223508"/>
                      <a:pt x="567432" y="263297"/>
                      <a:pt x="538886" y="211997"/>
                    </a:cubicBezTo>
                    <a:cubicBezTo>
                      <a:pt x="533536" y="202340"/>
                      <a:pt x="531376" y="194073"/>
                      <a:pt x="531479" y="186965"/>
                    </a:cubicBezTo>
                    <a:cubicBezTo>
                      <a:pt x="531891" y="155830"/>
                      <a:pt x="571393" y="146714"/>
                      <a:pt x="573399" y="146327"/>
                    </a:cubicBezTo>
                    <a:lnTo>
                      <a:pt x="1021707" y="0"/>
                    </a:lnTo>
                    <a:close/>
                  </a:path>
                </a:pathLst>
              </a:custGeom>
              <a:solidFill>
                <a:srgbClr val="7EA4C4"/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chemeClr val="bg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529;p8">
                <a:extLst>
                  <a:ext uri="{FF2B5EF4-FFF2-40B4-BE49-F238E27FC236}">
                    <a16:creationId xmlns:a16="http://schemas.microsoft.com/office/drawing/2014/main" id="{F4749536-DDF2-0C35-85CB-0176830DC20F}"/>
                  </a:ext>
                </a:extLst>
              </p:cNvPr>
              <p:cNvSpPr/>
              <p:nvPr/>
            </p:nvSpPr>
            <p:spPr>
              <a:xfrm>
                <a:off x="6203438" y="3853072"/>
                <a:ext cx="1238960" cy="1062029"/>
              </a:xfrm>
              <a:custGeom>
                <a:avLst/>
                <a:gdLst/>
                <a:ahLst/>
                <a:cxnLst/>
                <a:rect l="l" t="t" r="r" b="b"/>
                <a:pathLst>
                  <a:path w="2090203" h="1791717" extrusionOk="0">
                    <a:moveTo>
                      <a:pt x="1077531" y="0"/>
                    </a:moveTo>
                    <a:lnTo>
                      <a:pt x="1416135" y="117120"/>
                    </a:lnTo>
                    <a:cubicBezTo>
                      <a:pt x="1418166" y="117583"/>
                      <a:pt x="1456579" y="127111"/>
                      <a:pt x="1456948" y="157615"/>
                    </a:cubicBezTo>
                    <a:cubicBezTo>
                      <a:pt x="1457133" y="164960"/>
                      <a:pt x="1454732" y="173628"/>
                      <a:pt x="1448823" y="183488"/>
                    </a:cubicBezTo>
                    <a:cubicBezTo>
                      <a:pt x="1418905" y="234306"/>
                      <a:pt x="1335431" y="193148"/>
                      <a:pt x="1295080" y="261766"/>
                    </a:cubicBezTo>
                    <a:cubicBezTo>
                      <a:pt x="1285938" y="277250"/>
                      <a:pt x="1281875" y="292336"/>
                      <a:pt x="1281968" y="306695"/>
                    </a:cubicBezTo>
                    <a:cubicBezTo>
                      <a:pt x="1282337" y="355726"/>
                      <a:pt x="1330537" y="396222"/>
                      <a:pt x="1384186" y="414749"/>
                    </a:cubicBezTo>
                    <a:cubicBezTo>
                      <a:pt x="1387787" y="416073"/>
                      <a:pt x="1391296" y="417198"/>
                      <a:pt x="1394990" y="418190"/>
                    </a:cubicBezTo>
                    <a:cubicBezTo>
                      <a:pt x="1415212" y="424079"/>
                      <a:pt x="1437465" y="427454"/>
                      <a:pt x="1459626" y="427719"/>
                    </a:cubicBezTo>
                    <a:cubicBezTo>
                      <a:pt x="1516137" y="427255"/>
                      <a:pt x="1567015" y="409191"/>
                      <a:pt x="1593147" y="364858"/>
                    </a:cubicBezTo>
                    <a:cubicBezTo>
                      <a:pt x="1600349" y="352550"/>
                      <a:pt x="1603304" y="341765"/>
                      <a:pt x="1603304" y="332104"/>
                    </a:cubicBezTo>
                    <a:cubicBezTo>
                      <a:pt x="1603304" y="295380"/>
                      <a:pt x="1562306" y="274470"/>
                      <a:pt x="1562121" y="244628"/>
                    </a:cubicBezTo>
                    <a:cubicBezTo>
                      <a:pt x="1562121" y="238408"/>
                      <a:pt x="1563784" y="231924"/>
                      <a:pt x="1568123" y="224777"/>
                    </a:cubicBezTo>
                    <a:cubicBezTo>
                      <a:pt x="1569232" y="222858"/>
                      <a:pt x="1570432" y="221138"/>
                      <a:pt x="1571632" y="219351"/>
                    </a:cubicBezTo>
                    <a:cubicBezTo>
                      <a:pt x="1584744" y="200758"/>
                      <a:pt x="1601735" y="194538"/>
                      <a:pt x="1616970" y="193413"/>
                    </a:cubicBezTo>
                    <a:cubicBezTo>
                      <a:pt x="1639870" y="193810"/>
                      <a:pt x="1652059" y="198640"/>
                      <a:pt x="1654183" y="199633"/>
                    </a:cubicBezTo>
                    <a:lnTo>
                      <a:pt x="2090203" y="350499"/>
                    </a:lnTo>
                    <a:lnTo>
                      <a:pt x="2090203" y="353061"/>
                    </a:lnTo>
                    <a:lnTo>
                      <a:pt x="2090203" y="713125"/>
                    </a:lnTo>
                    <a:cubicBezTo>
                      <a:pt x="2083989" y="723782"/>
                      <a:pt x="2077384" y="734305"/>
                      <a:pt x="2070647" y="744762"/>
                    </a:cubicBezTo>
                    <a:cubicBezTo>
                      <a:pt x="2068881" y="747626"/>
                      <a:pt x="2066984" y="750557"/>
                      <a:pt x="2065087" y="753354"/>
                    </a:cubicBezTo>
                    <a:cubicBezTo>
                      <a:pt x="2059332" y="762013"/>
                      <a:pt x="2053380" y="770538"/>
                      <a:pt x="2047036" y="778863"/>
                    </a:cubicBezTo>
                    <a:cubicBezTo>
                      <a:pt x="2045597" y="780795"/>
                      <a:pt x="2044223" y="782860"/>
                      <a:pt x="2042850" y="784725"/>
                    </a:cubicBezTo>
                    <a:cubicBezTo>
                      <a:pt x="2036375" y="793650"/>
                      <a:pt x="2029769" y="802242"/>
                      <a:pt x="2022901" y="810900"/>
                    </a:cubicBezTo>
                    <a:cubicBezTo>
                      <a:pt x="2022116" y="811899"/>
                      <a:pt x="2021135" y="812898"/>
                      <a:pt x="2020350" y="813964"/>
                    </a:cubicBezTo>
                    <a:cubicBezTo>
                      <a:pt x="2014922" y="820691"/>
                      <a:pt x="2009035" y="827418"/>
                      <a:pt x="2003345" y="834145"/>
                    </a:cubicBezTo>
                    <a:cubicBezTo>
                      <a:pt x="1999290" y="838807"/>
                      <a:pt x="1995497" y="843536"/>
                      <a:pt x="1991376" y="848132"/>
                    </a:cubicBezTo>
                    <a:cubicBezTo>
                      <a:pt x="1984901" y="855325"/>
                      <a:pt x="1978164" y="862319"/>
                      <a:pt x="1971493" y="869445"/>
                    </a:cubicBezTo>
                    <a:cubicBezTo>
                      <a:pt x="1967634" y="873375"/>
                      <a:pt x="1964102" y="877305"/>
                      <a:pt x="1960309" y="881234"/>
                    </a:cubicBezTo>
                    <a:cubicBezTo>
                      <a:pt x="1951413" y="890293"/>
                      <a:pt x="1942257" y="899018"/>
                      <a:pt x="1932839" y="907810"/>
                    </a:cubicBezTo>
                    <a:cubicBezTo>
                      <a:pt x="1930811" y="909675"/>
                      <a:pt x="1929045" y="911606"/>
                      <a:pt x="1927018" y="913538"/>
                    </a:cubicBezTo>
                    <a:cubicBezTo>
                      <a:pt x="1915572" y="924061"/>
                      <a:pt x="1903799" y="934451"/>
                      <a:pt x="1891568" y="944642"/>
                    </a:cubicBezTo>
                    <a:cubicBezTo>
                      <a:pt x="1891306" y="944908"/>
                      <a:pt x="1891045" y="944975"/>
                      <a:pt x="1890849" y="945241"/>
                    </a:cubicBezTo>
                    <a:cubicBezTo>
                      <a:pt x="1879534" y="954766"/>
                      <a:pt x="1867826" y="964090"/>
                      <a:pt x="1855922" y="973215"/>
                    </a:cubicBezTo>
                    <a:lnTo>
                      <a:pt x="1024951" y="1609820"/>
                    </a:lnTo>
                    <a:cubicBezTo>
                      <a:pt x="1013375" y="1618612"/>
                      <a:pt x="1001536" y="1627271"/>
                      <a:pt x="989633" y="1635663"/>
                    </a:cubicBezTo>
                    <a:lnTo>
                      <a:pt x="978579" y="1643256"/>
                    </a:lnTo>
                    <a:cubicBezTo>
                      <a:pt x="969946" y="1649250"/>
                      <a:pt x="961181" y="1654912"/>
                      <a:pt x="952417" y="1660640"/>
                    </a:cubicBezTo>
                    <a:cubicBezTo>
                      <a:pt x="948362" y="1663304"/>
                      <a:pt x="944307" y="1665968"/>
                      <a:pt x="940121" y="1668499"/>
                    </a:cubicBezTo>
                    <a:cubicBezTo>
                      <a:pt x="930572" y="1674627"/>
                      <a:pt x="920761" y="1680488"/>
                      <a:pt x="911016" y="1686149"/>
                    </a:cubicBezTo>
                    <a:cubicBezTo>
                      <a:pt x="907942" y="1687947"/>
                      <a:pt x="905064" y="1689746"/>
                      <a:pt x="901990" y="1691544"/>
                    </a:cubicBezTo>
                    <a:cubicBezTo>
                      <a:pt x="889301" y="1698871"/>
                      <a:pt x="876220" y="1705997"/>
                      <a:pt x="863139" y="1712858"/>
                    </a:cubicBezTo>
                    <a:cubicBezTo>
                      <a:pt x="860065" y="1714523"/>
                      <a:pt x="856926" y="1716055"/>
                      <a:pt x="853721" y="1717653"/>
                    </a:cubicBezTo>
                    <a:cubicBezTo>
                      <a:pt x="843452" y="1722915"/>
                      <a:pt x="833184" y="1728110"/>
                      <a:pt x="822719" y="1733039"/>
                    </a:cubicBezTo>
                    <a:cubicBezTo>
                      <a:pt x="818271" y="1735170"/>
                      <a:pt x="813758" y="1737368"/>
                      <a:pt x="809311" y="1739366"/>
                    </a:cubicBezTo>
                    <a:cubicBezTo>
                      <a:pt x="799631" y="1743829"/>
                      <a:pt x="789820" y="1748158"/>
                      <a:pt x="779944" y="1752487"/>
                    </a:cubicBezTo>
                    <a:lnTo>
                      <a:pt x="767125" y="1757949"/>
                    </a:lnTo>
                    <a:cubicBezTo>
                      <a:pt x="765097" y="1758681"/>
                      <a:pt x="763200" y="1759614"/>
                      <a:pt x="761173" y="1760480"/>
                    </a:cubicBezTo>
                    <a:cubicBezTo>
                      <a:pt x="753128" y="1763810"/>
                      <a:pt x="745018" y="1766807"/>
                      <a:pt x="737038" y="1770004"/>
                    </a:cubicBezTo>
                    <a:cubicBezTo>
                      <a:pt x="732198" y="1771936"/>
                      <a:pt x="727358" y="1773934"/>
                      <a:pt x="722518" y="1775732"/>
                    </a:cubicBezTo>
                    <a:cubicBezTo>
                      <a:pt x="707671" y="1781327"/>
                      <a:pt x="692563" y="1786655"/>
                      <a:pt x="677454" y="1791717"/>
                    </a:cubicBezTo>
                    <a:lnTo>
                      <a:pt x="0" y="1144020"/>
                    </a:lnTo>
                    <a:lnTo>
                      <a:pt x="241409" y="645548"/>
                    </a:lnTo>
                    <a:lnTo>
                      <a:pt x="1071714" y="9396"/>
                    </a:lnTo>
                    <a:cubicBezTo>
                      <a:pt x="1074946" y="6749"/>
                      <a:pt x="1076885" y="3441"/>
                      <a:pt x="1077531" y="0"/>
                    </a:cubicBezTo>
                    <a:close/>
                  </a:path>
                </a:pathLst>
              </a:custGeom>
              <a:solidFill>
                <a:srgbClr val="BBCFDF"/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chemeClr val="bg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530;p8">
                <a:extLst>
                  <a:ext uri="{FF2B5EF4-FFF2-40B4-BE49-F238E27FC236}">
                    <a16:creationId xmlns:a16="http://schemas.microsoft.com/office/drawing/2014/main" id="{DC3F8CA5-0CDC-4E91-7250-3D7417E6D8DF}"/>
                  </a:ext>
                </a:extLst>
              </p:cNvPr>
              <p:cNvSpPr/>
              <p:nvPr/>
            </p:nvSpPr>
            <p:spPr>
              <a:xfrm>
                <a:off x="5399685" y="4235909"/>
                <a:ext cx="1205312" cy="721053"/>
              </a:xfrm>
              <a:custGeom>
                <a:avLst/>
                <a:gdLst/>
                <a:ahLst/>
                <a:cxnLst/>
                <a:rect l="l" t="t" r="r" b="b"/>
                <a:pathLst>
                  <a:path w="2033437" h="1216466" extrusionOk="0">
                    <a:moveTo>
                      <a:pt x="1596142" y="0"/>
                    </a:moveTo>
                    <a:lnTo>
                      <a:pt x="1753295" y="280142"/>
                    </a:lnTo>
                    <a:cubicBezTo>
                      <a:pt x="1753703" y="280657"/>
                      <a:pt x="1761148" y="290807"/>
                      <a:pt x="1761046" y="304168"/>
                    </a:cubicBezTo>
                    <a:cubicBezTo>
                      <a:pt x="1761046" y="318004"/>
                      <a:pt x="1752683" y="334775"/>
                      <a:pt x="1718723" y="345916"/>
                    </a:cubicBezTo>
                    <a:cubicBezTo>
                      <a:pt x="1714440" y="347343"/>
                      <a:pt x="1710259" y="348334"/>
                      <a:pt x="1706282" y="348968"/>
                    </a:cubicBezTo>
                    <a:cubicBezTo>
                      <a:pt x="1704140" y="349365"/>
                      <a:pt x="1701999" y="349603"/>
                      <a:pt x="1699857" y="349761"/>
                    </a:cubicBezTo>
                    <a:cubicBezTo>
                      <a:pt x="1691393" y="349999"/>
                      <a:pt x="1689047" y="349880"/>
                      <a:pt x="1686599" y="349603"/>
                    </a:cubicBezTo>
                    <a:cubicBezTo>
                      <a:pt x="1681092" y="349127"/>
                      <a:pt x="1675891" y="347977"/>
                      <a:pt x="1670894" y="346431"/>
                    </a:cubicBezTo>
                    <a:cubicBezTo>
                      <a:pt x="1661104" y="343537"/>
                      <a:pt x="1651722" y="339096"/>
                      <a:pt x="1642034" y="334616"/>
                    </a:cubicBezTo>
                    <a:cubicBezTo>
                      <a:pt x="1621434" y="324982"/>
                      <a:pt x="1602261" y="316617"/>
                      <a:pt x="1577684" y="316617"/>
                    </a:cubicBezTo>
                    <a:cubicBezTo>
                      <a:pt x="1565446" y="316617"/>
                      <a:pt x="1551882" y="318639"/>
                      <a:pt x="1536483" y="323714"/>
                    </a:cubicBezTo>
                    <a:cubicBezTo>
                      <a:pt x="1475804" y="343537"/>
                      <a:pt x="1451737" y="384174"/>
                      <a:pt x="1451635" y="425050"/>
                    </a:cubicBezTo>
                    <a:cubicBezTo>
                      <a:pt x="1451533" y="444992"/>
                      <a:pt x="1457142" y="465053"/>
                      <a:pt x="1467034" y="482735"/>
                    </a:cubicBezTo>
                    <a:cubicBezTo>
                      <a:pt x="1490286" y="524483"/>
                      <a:pt x="1542092" y="562226"/>
                      <a:pt x="1606340" y="563376"/>
                    </a:cubicBezTo>
                    <a:cubicBezTo>
                      <a:pt x="1625105" y="563218"/>
                      <a:pt x="1639790" y="561315"/>
                      <a:pt x="1654679" y="557390"/>
                    </a:cubicBezTo>
                    <a:cubicBezTo>
                      <a:pt x="1656719" y="556874"/>
                      <a:pt x="1658759" y="556240"/>
                      <a:pt x="1660900" y="555606"/>
                    </a:cubicBezTo>
                    <a:cubicBezTo>
                      <a:pt x="1755335" y="524761"/>
                      <a:pt x="1703324" y="459978"/>
                      <a:pt x="1770326" y="438133"/>
                    </a:cubicBezTo>
                    <a:lnTo>
                      <a:pt x="1776547" y="436230"/>
                    </a:lnTo>
                    <a:cubicBezTo>
                      <a:pt x="1788377" y="433574"/>
                      <a:pt x="1791028" y="433177"/>
                      <a:pt x="1793578" y="432939"/>
                    </a:cubicBezTo>
                    <a:cubicBezTo>
                      <a:pt x="1843956" y="433455"/>
                      <a:pt x="1855684" y="463031"/>
                      <a:pt x="1856194" y="464538"/>
                    </a:cubicBezTo>
                    <a:lnTo>
                      <a:pt x="2033437" y="782938"/>
                    </a:lnTo>
                    <a:lnTo>
                      <a:pt x="2033437" y="784908"/>
                    </a:lnTo>
                    <a:lnTo>
                      <a:pt x="2033437" y="1144957"/>
                    </a:lnTo>
                    <a:cubicBezTo>
                      <a:pt x="2015434" y="1150927"/>
                      <a:pt x="1997236" y="1156529"/>
                      <a:pt x="1978844" y="1161847"/>
                    </a:cubicBezTo>
                    <a:cubicBezTo>
                      <a:pt x="1972713" y="1163639"/>
                      <a:pt x="1966485" y="1165025"/>
                      <a:pt x="1960646" y="1166553"/>
                    </a:cubicBezTo>
                    <a:cubicBezTo>
                      <a:pt x="1948190" y="1169975"/>
                      <a:pt x="1935929" y="1173276"/>
                      <a:pt x="1923473" y="1176332"/>
                    </a:cubicBezTo>
                    <a:cubicBezTo>
                      <a:pt x="1922694" y="1176597"/>
                      <a:pt x="1921818" y="1176719"/>
                      <a:pt x="1921040" y="1176963"/>
                    </a:cubicBezTo>
                    <a:cubicBezTo>
                      <a:pt x="1905080" y="1180773"/>
                      <a:pt x="1889024" y="1184216"/>
                      <a:pt x="1872869" y="1187516"/>
                    </a:cubicBezTo>
                    <a:cubicBezTo>
                      <a:pt x="1868685" y="1188392"/>
                      <a:pt x="1864500" y="1189167"/>
                      <a:pt x="1860316" y="1189920"/>
                    </a:cubicBezTo>
                    <a:cubicBezTo>
                      <a:pt x="1847276" y="1192467"/>
                      <a:pt x="1834139" y="1194871"/>
                      <a:pt x="1821001" y="1197031"/>
                    </a:cubicBezTo>
                    <a:cubicBezTo>
                      <a:pt x="1814870" y="1198049"/>
                      <a:pt x="1808740" y="1198946"/>
                      <a:pt x="1802706" y="1199822"/>
                    </a:cubicBezTo>
                    <a:lnTo>
                      <a:pt x="1767673" y="1204650"/>
                    </a:lnTo>
                    <a:lnTo>
                      <a:pt x="1748600" y="1206932"/>
                    </a:lnTo>
                    <a:cubicBezTo>
                      <a:pt x="1744610" y="1207319"/>
                      <a:pt x="1740717" y="1207950"/>
                      <a:pt x="1736630" y="1208337"/>
                    </a:cubicBezTo>
                    <a:cubicBezTo>
                      <a:pt x="1724855" y="1209601"/>
                      <a:pt x="1712983" y="1210762"/>
                      <a:pt x="1701111" y="1211638"/>
                    </a:cubicBezTo>
                    <a:cubicBezTo>
                      <a:pt x="1700332" y="1211760"/>
                      <a:pt x="1699651" y="1211903"/>
                      <a:pt x="1698872" y="1211903"/>
                    </a:cubicBezTo>
                    <a:cubicBezTo>
                      <a:pt x="1681648" y="1213288"/>
                      <a:pt x="1664423" y="1214184"/>
                      <a:pt x="1647101" y="1214938"/>
                    </a:cubicBezTo>
                    <a:cubicBezTo>
                      <a:pt x="1642917" y="1215203"/>
                      <a:pt x="1638635" y="1215325"/>
                      <a:pt x="1634256" y="1215448"/>
                    </a:cubicBezTo>
                    <a:cubicBezTo>
                      <a:pt x="1616837" y="1216079"/>
                      <a:pt x="1599320" y="1216466"/>
                      <a:pt x="1581804" y="1216466"/>
                    </a:cubicBezTo>
                    <a:lnTo>
                      <a:pt x="406448" y="1216466"/>
                    </a:lnTo>
                    <a:cubicBezTo>
                      <a:pt x="394770" y="1216466"/>
                      <a:pt x="382898" y="1216222"/>
                      <a:pt x="371220" y="1215957"/>
                    </a:cubicBezTo>
                    <a:lnTo>
                      <a:pt x="368106" y="1215957"/>
                    </a:lnTo>
                    <a:cubicBezTo>
                      <a:pt x="366549" y="1215835"/>
                      <a:pt x="365187" y="1215712"/>
                      <a:pt x="363630" y="1215712"/>
                    </a:cubicBezTo>
                    <a:cubicBezTo>
                      <a:pt x="346600" y="1215203"/>
                      <a:pt x="329765" y="1214429"/>
                      <a:pt x="312832" y="1213410"/>
                    </a:cubicBezTo>
                    <a:cubicBezTo>
                      <a:pt x="312443" y="1213288"/>
                      <a:pt x="312248" y="1213288"/>
                      <a:pt x="311859" y="1213288"/>
                    </a:cubicBezTo>
                    <a:cubicBezTo>
                      <a:pt x="295024" y="1212269"/>
                      <a:pt x="278383" y="1210884"/>
                      <a:pt x="261742" y="1209234"/>
                    </a:cubicBezTo>
                    <a:cubicBezTo>
                      <a:pt x="259796" y="1209091"/>
                      <a:pt x="257752" y="1208969"/>
                      <a:pt x="255709" y="1208725"/>
                    </a:cubicBezTo>
                    <a:cubicBezTo>
                      <a:pt x="239652" y="1207074"/>
                      <a:pt x="223790" y="1205159"/>
                      <a:pt x="208025" y="1203000"/>
                    </a:cubicBezTo>
                    <a:lnTo>
                      <a:pt x="199851" y="1201859"/>
                    </a:lnTo>
                    <a:cubicBezTo>
                      <a:pt x="184280" y="1199699"/>
                      <a:pt x="168808" y="1197295"/>
                      <a:pt x="153432" y="1194627"/>
                    </a:cubicBezTo>
                    <a:cubicBezTo>
                      <a:pt x="152264" y="1194504"/>
                      <a:pt x="150999" y="1194362"/>
                      <a:pt x="149929" y="1194117"/>
                    </a:cubicBezTo>
                    <a:cubicBezTo>
                      <a:pt x="148469" y="1193852"/>
                      <a:pt x="147107" y="1193486"/>
                      <a:pt x="145744" y="1193221"/>
                    </a:cubicBezTo>
                    <a:cubicBezTo>
                      <a:pt x="129104" y="1190185"/>
                      <a:pt x="112658" y="1187007"/>
                      <a:pt x="96309" y="1183442"/>
                    </a:cubicBezTo>
                    <a:lnTo>
                      <a:pt x="89691" y="1181914"/>
                    </a:lnTo>
                    <a:cubicBezTo>
                      <a:pt x="73051" y="1178247"/>
                      <a:pt x="56507" y="1174294"/>
                      <a:pt x="40256" y="1169975"/>
                    </a:cubicBezTo>
                    <a:cubicBezTo>
                      <a:pt x="38504" y="1169486"/>
                      <a:pt x="36850" y="1169099"/>
                      <a:pt x="35098" y="1168590"/>
                    </a:cubicBezTo>
                    <a:lnTo>
                      <a:pt x="0" y="1158573"/>
                    </a:lnTo>
                    <a:lnTo>
                      <a:pt x="429011" y="4679"/>
                    </a:lnTo>
                    <a:lnTo>
                      <a:pt x="1581151" y="4679"/>
                    </a:lnTo>
                    <a:cubicBezTo>
                      <a:pt x="1586658" y="4679"/>
                      <a:pt x="1592267" y="2895"/>
                      <a:pt x="1596142" y="0"/>
                    </a:cubicBezTo>
                    <a:close/>
                  </a:path>
                </a:pathLst>
              </a:custGeom>
              <a:solidFill>
                <a:srgbClr val="D5E1EB"/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bg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531;p8">
                <a:extLst>
                  <a:ext uri="{FF2B5EF4-FFF2-40B4-BE49-F238E27FC236}">
                    <a16:creationId xmlns:a16="http://schemas.microsoft.com/office/drawing/2014/main" id="{034116A0-1BFD-C076-DCCB-81F6B69F8D7D}"/>
                  </a:ext>
                </a:extLst>
              </p:cNvPr>
              <p:cNvSpPr/>
              <p:nvPr/>
            </p:nvSpPr>
            <p:spPr>
              <a:xfrm>
                <a:off x="5633501" y="2937763"/>
                <a:ext cx="693873" cy="21394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20" y="8"/>
                    </a:moveTo>
                    <a:cubicBezTo>
                      <a:pt x="106" y="8"/>
                      <a:pt x="92" y="8"/>
                      <a:pt x="75" y="15"/>
                    </a:cubicBezTo>
                    <a:cubicBezTo>
                      <a:pt x="49" y="23"/>
                      <a:pt x="26" y="38"/>
                      <a:pt x="2" y="53"/>
                    </a:cubicBezTo>
                    <a:cubicBezTo>
                      <a:pt x="2" y="53"/>
                      <a:pt x="0" y="53"/>
                      <a:pt x="0" y="53"/>
                    </a:cubicBezTo>
                    <a:lnTo>
                      <a:pt x="0" y="53"/>
                    </a:lnTo>
                    <a:lnTo>
                      <a:pt x="0" y="21600"/>
                    </a:lnTo>
                    <a:cubicBezTo>
                      <a:pt x="38" y="21570"/>
                      <a:pt x="78" y="21547"/>
                      <a:pt x="120" y="21547"/>
                    </a:cubicBezTo>
                    <a:lnTo>
                      <a:pt x="21600" y="21547"/>
                    </a:lnTo>
                    <a:lnTo>
                      <a:pt x="21600" y="0"/>
                    </a:lnTo>
                    <a:lnTo>
                      <a:pt x="120" y="0"/>
                    </a:lnTo>
                    <a:close/>
                  </a:path>
                </a:pathLst>
              </a:custGeom>
              <a:solidFill>
                <a:schemeClr val="dk1">
                  <a:alpha val="29803"/>
                </a:schemeClr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bg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532;p8">
                <a:extLst>
                  <a:ext uri="{FF2B5EF4-FFF2-40B4-BE49-F238E27FC236}">
                    <a16:creationId xmlns:a16="http://schemas.microsoft.com/office/drawing/2014/main" id="{2656146C-B9D8-CD38-F34B-DFB644B23A36}"/>
                  </a:ext>
                </a:extLst>
              </p:cNvPr>
              <p:cNvSpPr/>
              <p:nvPr/>
            </p:nvSpPr>
            <p:spPr>
              <a:xfrm>
                <a:off x="5133864" y="2939494"/>
                <a:ext cx="499371" cy="59311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21567" y="8"/>
                      <a:pt x="21531" y="16"/>
                      <a:pt x="21499" y="27"/>
                    </a:cubicBezTo>
                    <a:cubicBezTo>
                      <a:pt x="21495" y="27"/>
                      <a:pt x="21495" y="30"/>
                      <a:pt x="21492" y="30"/>
                    </a:cubicBezTo>
                    <a:cubicBezTo>
                      <a:pt x="21450" y="44"/>
                      <a:pt x="21414" y="63"/>
                      <a:pt x="21378" y="85"/>
                    </a:cubicBezTo>
                    <a:lnTo>
                      <a:pt x="0" y="13828"/>
                    </a:lnTo>
                    <a:lnTo>
                      <a:pt x="0" y="21600"/>
                    </a:lnTo>
                    <a:lnTo>
                      <a:pt x="21378" y="7857"/>
                    </a:lnTo>
                    <a:cubicBezTo>
                      <a:pt x="21410" y="7835"/>
                      <a:pt x="21450" y="7819"/>
                      <a:pt x="21492" y="7802"/>
                    </a:cubicBezTo>
                    <a:cubicBezTo>
                      <a:pt x="21525" y="7788"/>
                      <a:pt x="21561" y="7780"/>
                      <a:pt x="21600" y="7772"/>
                    </a:cubicBez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dk1">
                  <a:alpha val="29803"/>
                </a:schemeClr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>
                  <a:solidFill>
                    <a:schemeClr val="bg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533;p8">
                <a:extLst>
                  <a:ext uri="{FF2B5EF4-FFF2-40B4-BE49-F238E27FC236}">
                    <a16:creationId xmlns:a16="http://schemas.microsoft.com/office/drawing/2014/main" id="{54818B01-1FBD-6C69-0991-2D4BBF7F092D}"/>
                  </a:ext>
                </a:extLst>
              </p:cNvPr>
              <p:cNvSpPr/>
              <p:nvPr/>
            </p:nvSpPr>
            <p:spPr>
              <a:xfrm>
                <a:off x="6327640" y="2937970"/>
                <a:ext cx="513625" cy="60042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575" y="13817"/>
                    </a:moveTo>
                    <a:cubicBezTo>
                      <a:pt x="21549" y="13765"/>
                      <a:pt x="21508" y="13717"/>
                      <a:pt x="21448" y="13676"/>
                    </a:cubicBezTo>
                    <a:lnTo>
                      <a:pt x="731" y="100"/>
                    </a:lnTo>
                    <a:cubicBezTo>
                      <a:pt x="700" y="79"/>
                      <a:pt x="665" y="62"/>
                      <a:pt x="624" y="49"/>
                    </a:cubicBezTo>
                    <a:cubicBezTo>
                      <a:pt x="614" y="46"/>
                      <a:pt x="605" y="41"/>
                      <a:pt x="592" y="38"/>
                    </a:cubicBezTo>
                    <a:cubicBezTo>
                      <a:pt x="557" y="27"/>
                      <a:pt x="522" y="19"/>
                      <a:pt x="488" y="11"/>
                    </a:cubicBezTo>
                    <a:cubicBezTo>
                      <a:pt x="481" y="11"/>
                      <a:pt x="478" y="8"/>
                      <a:pt x="472" y="8"/>
                    </a:cubicBezTo>
                    <a:cubicBezTo>
                      <a:pt x="469" y="8"/>
                      <a:pt x="469" y="8"/>
                      <a:pt x="465" y="8"/>
                    </a:cubicBezTo>
                    <a:cubicBezTo>
                      <a:pt x="453" y="5"/>
                      <a:pt x="437" y="5"/>
                      <a:pt x="424" y="5"/>
                    </a:cubicBezTo>
                    <a:cubicBezTo>
                      <a:pt x="408" y="3"/>
                      <a:pt x="393" y="3"/>
                      <a:pt x="374" y="0"/>
                    </a:cubicBezTo>
                    <a:cubicBezTo>
                      <a:pt x="367" y="0"/>
                      <a:pt x="364" y="0"/>
                      <a:pt x="358" y="0"/>
                    </a:cubicBezTo>
                    <a:lnTo>
                      <a:pt x="0" y="0"/>
                    </a:lnTo>
                    <a:lnTo>
                      <a:pt x="0" y="7678"/>
                    </a:lnTo>
                    <a:lnTo>
                      <a:pt x="358" y="7678"/>
                    </a:lnTo>
                    <a:cubicBezTo>
                      <a:pt x="380" y="7678"/>
                      <a:pt x="402" y="7680"/>
                      <a:pt x="424" y="7683"/>
                    </a:cubicBezTo>
                    <a:cubicBezTo>
                      <a:pt x="437" y="7683"/>
                      <a:pt x="453" y="7686"/>
                      <a:pt x="465" y="7686"/>
                    </a:cubicBezTo>
                    <a:cubicBezTo>
                      <a:pt x="472" y="7686"/>
                      <a:pt x="478" y="7688"/>
                      <a:pt x="488" y="7691"/>
                    </a:cubicBezTo>
                    <a:cubicBezTo>
                      <a:pt x="525" y="7697"/>
                      <a:pt x="560" y="7707"/>
                      <a:pt x="592" y="7718"/>
                    </a:cubicBezTo>
                    <a:cubicBezTo>
                      <a:pt x="601" y="7721"/>
                      <a:pt x="614" y="7726"/>
                      <a:pt x="624" y="7729"/>
                    </a:cubicBezTo>
                    <a:cubicBezTo>
                      <a:pt x="662" y="7745"/>
                      <a:pt x="700" y="7761"/>
                      <a:pt x="731" y="7780"/>
                    </a:cubicBezTo>
                    <a:lnTo>
                      <a:pt x="21448" y="21356"/>
                    </a:lnTo>
                    <a:cubicBezTo>
                      <a:pt x="21508" y="21397"/>
                      <a:pt x="21549" y="21446"/>
                      <a:pt x="21575" y="21497"/>
                    </a:cubicBezTo>
                    <a:cubicBezTo>
                      <a:pt x="21590" y="21530"/>
                      <a:pt x="21600" y="21565"/>
                      <a:pt x="21600" y="21600"/>
                    </a:cubicBezTo>
                    <a:lnTo>
                      <a:pt x="21600" y="13922"/>
                    </a:lnTo>
                    <a:cubicBezTo>
                      <a:pt x="21600" y="13887"/>
                      <a:pt x="21590" y="13852"/>
                      <a:pt x="21575" y="13817"/>
                    </a:cubicBezTo>
                    <a:close/>
                  </a:path>
                </a:pathLst>
              </a:custGeom>
              <a:solidFill>
                <a:schemeClr val="dk1">
                  <a:alpha val="29803"/>
                </a:schemeClr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bg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534;p8">
                <a:extLst>
                  <a:ext uri="{FF2B5EF4-FFF2-40B4-BE49-F238E27FC236}">
                    <a16:creationId xmlns:a16="http://schemas.microsoft.com/office/drawing/2014/main" id="{D585F8C8-8A6D-EC04-C784-7EB48FD50107}"/>
                  </a:ext>
                </a:extLst>
              </p:cNvPr>
              <p:cNvSpPr/>
              <p:nvPr/>
            </p:nvSpPr>
            <p:spPr>
              <a:xfrm>
                <a:off x="4476073" y="3854428"/>
                <a:ext cx="52470" cy="4132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394" y="2711"/>
                    </a:moveTo>
                    <a:cubicBezTo>
                      <a:pt x="465" y="1814"/>
                      <a:pt x="0" y="909"/>
                      <a:pt x="0" y="0"/>
                    </a:cubicBezTo>
                    <a:lnTo>
                      <a:pt x="0" y="0"/>
                    </a:lnTo>
                    <a:lnTo>
                      <a:pt x="0" y="11154"/>
                    </a:lnTo>
                    <a:cubicBezTo>
                      <a:pt x="0" y="14801"/>
                      <a:pt x="7438" y="18338"/>
                      <a:pt x="21600" y="21600"/>
                    </a:cubicBezTo>
                    <a:lnTo>
                      <a:pt x="21600" y="10446"/>
                    </a:lnTo>
                    <a:cubicBezTo>
                      <a:pt x="11001" y="7995"/>
                      <a:pt x="4153" y="5394"/>
                      <a:pt x="1394" y="2711"/>
                    </a:cubicBezTo>
                    <a:close/>
                  </a:path>
                </a:pathLst>
              </a:custGeom>
              <a:solidFill>
                <a:schemeClr val="dk1">
                  <a:alpha val="29803"/>
                </a:schemeClr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bg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535;p8">
                <a:extLst>
                  <a:ext uri="{FF2B5EF4-FFF2-40B4-BE49-F238E27FC236}">
                    <a16:creationId xmlns:a16="http://schemas.microsoft.com/office/drawing/2014/main" id="{2A3201BF-AF48-0209-E119-9E3C8365BA9D}"/>
                  </a:ext>
                </a:extLst>
              </p:cNvPr>
              <p:cNvSpPr/>
              <p:nvPr/>
            </p:nvSpPr>
            <p:spPr>
              <a:xfrm>
                <a:off x="7442398" y="3854428"/>
                <a:ext cx="57674" cy="422236"/>
              </a:xfrm>
              <a:custGeom>
                <a:avLst/>
                <a:gdLst/>
                <a:ahLst/>
                <a:cxnLst/>
                <a:rect l="l" t="t" r="r" b="b"/>
                <a:pathLst>
                  <a:path w="21574" h="21600" extrusionOk="0">
                    <a:moveTo>
                      <a:pt x="21515" y="662"/>
                    </a:moveTo>
                    <a:cubicBezTo>
                      <a:pt x="21487" y="743"/>
                      <a:pt x="21459" y="824"/>
                      <a:pt x="21431" y="901"/>
                    </a:cubicBezTo>
                    <a:cubicBezTo>
                      <a:pt x="21374" y="1044"/>
                      <a:pt x="21346" y="1186"/>
                      <a:pt x="21262" y="1332"/>
                    </a:cubicBezTo>
                    <a:cubicBezTo>
                      <a:pt x="21205" y="1421"/>
                      <a:pt x="21149" y="1513"/>
                      <a:pt x="21121" y="1602"/>
                    </a:cubicBezTo>
                    <a:cubicBezTo>
                      <a:pt x="21036" y="1733"/>
                      <a:pt x="20980" y="1868"/>
                      <a:pt x="20867" y="1999"/>
                    </a:cubicBezTo>
                    <a:cubicBezTo>
                      <a:pt x="20811" y="2091"/>
                      <a:pt x="20727" y="2187"/>
                      <a:pt x="20642" y="2280"/>
                    </a:cubicBezTo>
                    <a:cubicBezTo>
                      <a:pt x="20530" y="2407"/>
                      <a:pt x="20417" y="2534"/>
                      <a:pt x="20304" y="2661"/>
                    </a:cubicBezTo>
                    <a:cubicBezTo>
                      <a:pt x="20220" y="2757"/>
                      <a:pt x="20107" y="2854"/>
                      <a:pt x="20023" y="2946"/>
                    </a:cubicBezTo>
                    <a:cubicBezTo>
                      <a:pt x="19882" y="3073"/>
                      <a:pt x="19741" y="3196"/>
                      <a:pt x="19600" y="3323"/>
                    </a:cubicBezTo>
                    <a:cubicBezTo>
                      <a:pt x="19488" y="3420"/>
                      <a:pt x="19375" y="3512"/>
                      <a:pt x="19234" y="3608"/>
                    </a:cubicBezTo>
                    <a:cubicBezTo>
                      <a:pt x="19065" y="3735"/>
                      <a:pt x="18896" y="3859"/>
                      <a:pt x="18727" y="3982"/>
                    </a:cubicBezTo>
                    <a:cubicBezTo>
                      <a:pt x="18586" y="4074"/>
                      <a:pt x="18446" y="4171"/>
                      <a:pt x="18305" y="4263"/>
                    </a:cubicBezTo>
                    <a:cubicBezTo>
                      <a:pt x="18108" y="4390"/>
                      <a:pt x="17911" y="4513"/>
                      <a:pt x="17685" y="4640"/>
                    </a:cubicBezTo>
                    <a:cubicBezTo>
                      <a:pt x="17544" y="4733"/>
                      <a:pt x="17376" y="4821"/>
                      <a:pt x="17207" y="4914"/>
                    </a:cubicBezTo>
                    <a:cubicBezTo>
                      <a:pt x="16981" y="5041"/>
                      <a:pt x="16728" y="5172"/>
                      <a:pt x="16474" y="5299"/>
                    </a:cubicBezTo>
                    <a:cubicBezTo>
                      <a:pt x="16305" y="5387"/>
                      <a:pt x="16136" y="5472"/>
                      <a:pt x="15967" y="5561"/>
                    </a:cubicBezTo>
                    <a:cubicBezTo>
                      <a:pt x="15714" y="5680"/>
                      <a:pt x="15460" y="5800"/>
                      <a:pt x="15207" y="5919"/>
                    </a:cubicBezTo>
                    <a:cubicBezTo>
                      <a:pt x="14982" y="6019"/>
                      <a:pt x="14756" y="6123"/>
                      <a:pt x="14531" y="6223"/>
                    </a:cubicBezTo>
                    <a:cubicBezTo>
                      <a:pt x="14250" y="6342"/>
                      <a:pt x="13968" y="6458"/>
                      <a:pt x="13658" y="6577"/>
                    </a:cubicBezTo>
                    <a:cubicBezTo>
                      <a:pt x="13405" y="6678"/>
                      <a:pt x="13179" y="6778"/>
                      <a:pt x="12926" y="6878"/>
                    </a:cubicBezTo>
                    <a:cubicBezTo>
                      <a:pt x="12616" y="6997"/>
                      <a:pt x="12306" y="7113"/>
                      <a:pt x="11968" y="7232"/>
                    </a:cubicBezTo>
                    <a:cubicBezTo>
                      <a:pt x="11687" y="7332"/>
                      <a:pt x="11434" y="7428"/>
                      <a:pt x="11152" y="7529"/>
                    </a:cubicBezTo>
                    <a:cubicBezTo>
                      <a:pt x="10814" y="7648"/>
                      <a:pt x="10448" y="7767"/>
                      <a:pt x="10110" y="7883"/>
                    </a:cubicBezTo>
                    <a:cubicBezTo>
                      <a:pt x="9828" y="7979"/>
                      <a:pt x="9547" y="8075"/>
                      <a:pt x="9237" y="8172"/>
                    </a:cubicBezTo>
                    <a:cubicBezTo>
                      <a:pt x="8871" y="8295"/>
                      <a:pt x="8448" y="8414"/>
                      <a:pt x="8054" y="8538"/>
                    </a:cubicBezTo>
                    <a:cubicBezTo>
                      <a:pt x="7744" y="8630"/>
                      <a:pt x="7463" y="8719"/>
                      <a:pt x="7153" y="8811"/>
                    </a:cubicBezTo>
                    <a:cubicBezTo>
                      <a:pt x="6730" y="8938"/>
                      <a:pt x="6280" y="9061"/>
                      <a:pt x="5829" y="9188"/>
                    </a:cubicBezTo>
                    <a:cubicBezTo>
                      <a:pt x="5520" y="9273"/>
                      <a:pt x="5238" y="9358"/>
                      <a:pt x="4928" y="9443"/>
                    </a:cubicBezTo>
                    <a:cubicBezTo>
                      <a:pt x="4421" y="9581"/>
                      <a:pt x="3886" y="9720"/>
                      <a:pt x="3351" y="9855"/>
                    </a:cubicBezTo>
                    <a:cubicBezTo>
                      <a:pt x="3070" y="9924"/>
                      <a:pt x="2816" y="9997"/>
                      <a:pt x="2534" y="10066"/>
                    </a:cubicBezTo>
                    <a:cubicBezTo>
                      <a:pt x="1746" y="10267"/>
                      <a:pt x="930" y="10467"/>
                      <a:pt x="85" y="10663"/>
                    </a:cubicBezTo>
                    <a:cubicBezTo>
                      <a:pt x="56" y="10671"/>
                      <a:pt x="28" y="10679"/>
                      <a:pt x="0" y="10683"/>
                    </a:cubicBezTo>
                    <a:lnTo>
                      <a:pt x="0" y="10683"/>
                    </a:lnTo>
                    <a:lnTo>
                      <a:pt x="0" y="21600"/>
                    </a:lnTo>
                    <a:cubicBezTo>
                      <a:pt x="873" y="21396"/>
                      <a:pt x="1718" y="21188"/>
                      <a:pt x="2534" y="20980"/>
                    </a:cubicBezTo>
                    <a:cubicBezTo>
                      <a:pt x="2816" y="20911"/>
                      <a:pt x="3069" y="20841"/>
                      <a:pt x="3323" y="20772"/>
                    </a:cubicBezTo>
                    <a:cubicBezTo>
                      <a:pt x="3858" y="20633"/>
                      <a:pt x="4393" y="20495"/>
                      <a:pt x="4928" y="20356"/>
                    </a:cubicBezTo>
                    <a:cubicBezTo>
                      <a:pt x="5238" y="20271"/>
                      <a:pt x="5519" y="20187"/>
                      <a:pt x="5829" y="20102"/>
                    </a:cubicBezTo>
                    <a:cubicBezTo>
                      <a:pt x="6280" y="19975"/>
                      <a:pt x="6730" y="19852"/>
                      <a:pt x="7152" y="19725"/>
                    </a:cubicBezTo>
                    <a:cubicBezTo>
                      <a:pt x="7462" y="19632"/>
                      <a:pt x="7744" y="19544"/>
                      <a:pt x="8053" y="19451"/>
                    </a:cubicBezTo>
                    <a:cubicBezTo>
                      <a:pt x="8448" y="19328"/>
                      <a:pt x="8842" y="19209"/>
                      <a:pt x="9236" y="19085"/>
                    </a:cubicBezTo>
                    <a:cubicBezTo>
                      <a:pt x="9546" y="18989"/>
                      <a:pt x="9799" y="18893"/>
                      <a:pt x="10081" y="18800"/>
                    </a:cubicBezTo>
                    <a:cubicBezTo>
                      <a:pt x="10447" y="18681"/>
                      <a:pt x="10813" y="18562"/>
                      <a:pt x="11151" y="18442"/>
                    </a:cubicBezTo>
                    <a:cubicBezTo>
                      <a:pt x="11433" y="18346"/>
                      <a:pt x="11686" y="18246"/>
                      <a:pt x="11940" y="18150"/>
                    </a:cubicBezTo>
                    <a:cubicBezTo>
                      <a:pt x="12250" y="18030"/>
                      <a:pt x="12588" y="17915"/>
                      <a:pt x="12897" y="17795"/>
                    </a:cubicBezTo>
                    <a:cubicBezTo>
                      <a:pt x="13151" y="17695"/>
                      <a:pt x="13404" y="17595"/>
                      <a:pt x="13629" y="17495"/>
                    </a:cubicBezTo>
                    <a:cubicBezTo>
                      <a:pt x="13911" y="17375"/>
                      <a:pt x="14221" y="17260"/>
                      <a:pt x="14503" y="17141"/>
                    </a:cubicBezTo>
                    <a:cubicBezTo>
                      <a:pt x="14728" y="17040"/>
                      <a:pt x="14953" y="16936"/>
                      <a:pt x="15178" y="16836"/>
                    </a:cubicBezTo>
                    <a:cubicBezTo>
                      <a:pt x="15375" y="16740"/>
                      <a:pt x="15601" y="16648"/>
                      <a:pt x="15798" y="16551"/>
                    </a:cubicBezTo>
                    <a:cubicBezTo>
                      <a:pt x="15854" y="16528"/>
                      <a:pt x="15882" y="16505"/>
                      <a:pt x="15939" y="16478"/>
                    </a:cubicBezTo>
                    <a:cubicBezTo>
                      <a:pt x="16108" y="16390"/>
                      <a:pt x="16277" y="16305"/>
                      <a:pt x="16446" y="16216"/>
                    </a:cubicBezTo>
                    <a:cubicBezTo>
                      <a:pt x="16699" y="16089"/>
                      <a:pt x="16953" y="15958"/>
                      <a:pt x="17178" y="15831"/>
                    </a:cubicBezTo>
                    <a:cubicBezTo>
                      <a:pt x="17347" y="15739"/>
                      <a:pt x="17488" y="15650"/>
                      <a:pt x="17657" y="15558"/>
                    </a:cubicBezTo>
                    <a:cubicBezTo>
                      <a:pt x="17882" y="15431"/>
                      <a:pt x="18079" y="15308"/>
                      <a:pt x="18276" y="15180"/>
                    </a:cubicBezTo>
                    <a:cubicBezTo>
                      <a:pt x="18417" y="15088"/>
                      <a:pt x="18558" y="14992"/>
                      <a:pt x="18699" y="14899"/>
                    </a:cubicBezTo>
                    <a:cubicBezTo>
                      <a:pt x="18868" y="14776"/>
                      <a:pt x="19065" y="14649"/>
                      <a:pt x="19206" y="14522"/>
                    </a:cubicBezTo>
                    <a:cubicBezTo>
                      <a:pt x="19319" y="14426"/>
                      <a:pt x="19459" y="14333"/>
                      <a:pt x="19572" y="14237"/>
                    </a:cubicBezTo>
                    <a:cubicBezTo>
                      <a:pt x="19713" y="14110"/>
                      <a:pt x="19853" y="13987"/>
                      <a:pt x="19994" y="13860"/>
                    </a:cubicBezTo>
                    <a:cubicBezTo>
                      <a:pt x="20107" y="13763"/>
                      <a:pt x="20191" y="13671"/>
                      <a:pt x="20276" y="13575"/>
                    </a:cubicBezTo>
                    <a:cubicBezTo>
                      <a:pt x="20389" y="13448"/>
                      <a:pt x="20501" y="13320"/>
                      <a:pt x="20614" y="13193"/>
                    </a:cubicBezTo>
                    <a:cubicBezTo>
                      <a:pt x="20698" y="13101"/>
                      <a:pt x="20783" y="13005"/>
                      <a:pt x="20839" y="12912"/>
                    </a:cubicBezTo>
                    <a:cubicBezTo>
                      <a:pt x="20923" y="12781"/>
                      <a:pt x="21008" y="12647"/>
                      <a:pt x="21092" y="12516"/>
                    </a:cubicBezTo>
                    <a:cubicBezTo>
                      <a:pt x="21149" y="12427"/>
                      <a:pt x="21205" y="12335"/>
                      <a:pt x="21233" y="12246"/>
                    </a:cubicBezTo>
                    <a:cubicBezTo>
                      <a:pt x="21290" y="12104"/>
                      <a:pt x="21346" y="11961"/>
                      <a:pt x="21402" y="11819"/>
                    </a:cubicBezTo>
                    <a:cubicBezTo>
                      <a:pt x="21431" y="11738"/>
                      <a:pt x="21459" y="11657"/>
                      <a:pt x="21487" y="11580"/>
                    </a:cubicBezTo>
                    <a:cubicBezTo>
                      <a:pt x="21487" y="11568"/>
                      <a:pt x="21487" y="11553"/>
                      <a:pt x="21487" y="11541"/>
                    </a:cubicBezTo>
                    <a:cubicBezTo>
                      <a:pt x="21543" y="11333"/>
                      <a:pt x="21543" y="11125"/>
                      <a:pt x="21543" y="10917"/>
                    </a:cubicBezTo>
                    <a:lnTo>
                      <a:pt x="21543" y="0"/>
                    </a:lnTo>
                    <a:cubicBezTo>
                      <a:pt x="21600" y="219"/>
                      <a:pt x="21572" y="439"/>
                      <a:pt x="21515" y="662"/>
                    </a:cubicBezTo>
                    <a:close/>
                  </a:path>
                </a:pathLst>
              </a:custGeom>
              <a:solidFill>
                <a:schemeClr val="dk1">
                  <a:alpha val="29803"/>
                </a:schemeClr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bg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536;p8">
                <a:extLst>
                  <a:ext uri="{FF2B5EF4-FFF2-40B4-BE49-F238E27FC236}">
                    <a16:creationId xmlns:a16="http://schemas.microsoft.com/office/drawing/2014/main" id="{D795B893-627E-3A89-2FD5-B4BB47CB7D54}"/>
                  </a:ext>
                </a:extLst>
              </p:cNvPr>
              <p:cNvSpPr/>
              <p:nvPr/>
            </p:nvSpPr>
            <p:spPr>
              <a:xfrm>
                <a:off x="4527903" y="4053363"/>
                <a:ext cx="829791" cy="8571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6582" y="13622"/>
                    </a:moveTo>
                    <a:lnTo>
                      <a:pt x="3748" y="4112"/>
                    </a:lnTo>
                    <a:cubicBezTo>
                      <a:pt x="2128" y="2912"/>
                      <a:pt x="865" y="1518"/>
                      <a:pt x="0" y="0"/>
                    </a:cubicBezTo>
                    <a:lnTo>
                      <a:pt x="0" y="5378"/>
                    </a:lnTo>
                    <a:cubicBezTo>
                      <a:pt x="865" y="6895"/>
                      <a:pt x="2128" y="8289"/>
                      <a:pt x="3748" y="9490"/>
                    </a:cubicBezTo>
                    <a:lnTo>
                      <a:pt x="16582" y="18999"/>
                    </a:lnTo>
                    <a:cubicBezTo>
                      <a:pt x="18060" y="20094"/>
                      <a:pt x="19756" y="20968"/>
                      <a:pt x="21600" y="21600"/>
                    </a:cubicBezTo>
                    <a:lnTo>
                      <a:pt x="21600" y="16222"/>
                    </a:lnTo>
                    <a:cubicBezTo>
                      <a:pt x="19758" y="15591"/>
                      <a:pt x="18061" y="14716"/>
                      <a:pt x="16582" y="13622"/>
                    </a:cubicBezTo>
                    <a:close/>
                  </a:path>
                </a:pathLst>
              </a:custGeom>
              <a:solidFill>
                <a:schemeClr val="dk1">
                  <a:alpha val="29803"/>
                </a:schemeClr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bg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537;p8">
                <a:extLst>
                  <a:ext uri="{FF2B5EF4-FFF2-40B4-BE49-F238E27FC236}">
                    <a16:creationId xmlns:a16="http://schemas.microsoft.com/office/drawing/2014/main" id="{7987AB08-7EFC-7DF0-A7FD-06D2655BD6DA}"/>
                  </a:ext>
                </a:extLst>
              </p:cNvPr>
              <p:cNvSpPr/>
              <p:nvPr/>
            </p:nvSpPr>
            <p:spPr>
              <a:xfrm>
                <a:off x="5359057" y="4696123"/>
                <a:ext cx="1245939" cy="26083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039" y="18919"/>
                    </a:moveTo>
                    <a:cubicBezTo>
                      <a:pt x="21228" y="18658"/>
                      <a:pt x="21415" y="18383"/>
                      <a:pt x="21600" y="18090"/>
                    </a:cubicBezTo>
                    <a:lnTo>
                      <a:pt x="21600" y="417"/>
                    </a:lnTo>
                    <a:cubicBezTo>
                      <a:pt x="21415" y="710"/>
                      <a:pt x="21228" y="991"/>
                      <a:pt x="21039" y="1247"/>
                    </a:cubicBezTo>
                    <a:cubicBezTo>
                      <a:pt x="20976" y="1334"/>
                      <a:pt x="20912" y="1409"/>
                      <a:pt x="20848" y="1490"/>
                    </a:cubicBezTo>
                    <a:cubicBezTo>
                      <a:pt x="20722" y="1652"/>
                      <a:pt x="20595" y="1820"/>
                      <a:pt x="20466" y="1970"/>
                    </a:cubicBezTo>
                    <a:cubicBezTo>
                      <a:pt x="20294" y="2169"/>
                      <a:pt x="20121" y="2350"/>
                      <a:pt x="19946" y="2518"/>
                    </a:cubicBezTo>
                    <a:cubicBezTo>
                      <a:pt x="19903" y="2562"/>
                      <a:pt x="19860" y="2593"/>
                      <a:pt x="19819" y="2630"/>
                    </a:cubicBezTo>
                    <a:cubicBezTo>
                      <a:pt x="19684" y="2755"/>
                      <a:pt x="19550" y="2874"/>
                      <a:pt x="19414" y="2980"/>
                    </a:cubicBezTo>
                    <a:cubicBezTo>
                      <a:pt x="19351" y="3029"/>
                      <a:pt x="19289" y="3073"/>
                      <a:pt x="19226" y="3117"/>
                    </a:cubicBezTo>
                    <a:cubicBezTo>
                      <a:pt x="19106" y="3204"/>
                      <a:pt x="18986" y="3285"/>
                      <a:pt x="18866" y="3354"/>
                    </a:cubicBezTo>
                    <a:cubicBezTo>
                      <a:pt x="18801" y="3391"/>
                      <a:pt x="18735" y="3428"/>
                      <a:pt x="18670" y="3466"/>
                    </a:cubicBezTo>
                    <a:cubicBezTo>
                      <a:pt x="18508" y="3553"/>
                      <a:pt x="18345" y="3634"/>
                      <a:pt x="18182" y="3697"/>
                    </a:cubicBezTo>
                    <a:cubicBezTo>
                      <a:pt x="18174" y="3697"/>
                      <a:pt x="18168" y="3703"/>
                      <a:pt x="18160" y="3709"/>
                    </a:cubicBezTo>
                    <a:cubicBezTo>
                      <a:pt x="17984" y="3778"/>
                      <a:pt x="17806" y="3821"/>
                      <a:pt x="17627" y="3859"/>
                    </a:cubicBezTo>
                    <a:cubicBezTo>
                      <a:pt x="17583" y="3865"/>
                      <a:pt x="17539" y="3877"/>
                      <a:pt x="17496" y="3884"/>
                    </a:cubicBezTo>
                    <a:cubicBezTo>
                      <a:pt x="17317" y="3915"/>
                      <a:pt x="17137" y="3933"/>
                      <a:pt x="16957" y="3933"/>
                    </a:cubicBezTo>
                    <a:lnTo>
                      <a:pt x="4878" y="3933"/>
                    </a:lnTo>
                    <a:cubicBezTo>
                      <a:pt x="4757" y="3933"/>
                      <a:pt x="4637" y="3927"/>
                      <a:pt x="4517" y="3908"/>
                    </a:cubicBezTo>
                    <a:cubicBezTo>
                      <a:pt x="4491" y="3908"/>
                      <a:pt x="4465" y="3902"/>
                      <a:pt x="4440" y="3896"/>
                    </a:cubicBezTo>
                    <a:cubicBezTo>
                      <a:pt x="4265" y="3871"/>
                      <a:pt x="4091" y="3840"/>
                      <a:pt x="3918" y="3784"/>
                    </a:cubicBezTo>
                    <a:cubicBezTo>
                      <a:pt x="3915" y="3784"/>
                      <a:pt x="3911" y="3784"/>
                      <a:pt x="3909" y="3777"/>
                    </a:cubicBezTo>
                    <a:cubicBezTo>
                      <a:pt x="3736" y="3728"/>
                      <a:pt x="3564" y="3659"/>
                      <a:pt x="3393" y="3578"/>
                    </a:cubicBezTo>
                    <a:cubicBezTo>
                      <a:pt x="3372" y="3566"/>
                      <a:pt x="3351" y="3559"/>
                      <a:pt x="3332" y="3553"/>
                    </a:cubicBezTo>
                    <a:cubicBezTo>
                      <a:pt x="3167" y="3472"/>
                      <a:pt x="3004" y="3379"/>
                      <a:pt x="2841" y="3273"/>
                    </a:cubicBezTo>
                    <a:cubicBezTo>
                      <a:pt x="2814" y="3254"/>
                      <a:pt x="2785" y="3235"/>
                      <a:pt x="2758" y="3217"/>
                    </a:cubicBezTo>
                    <a:cubicBezTo>
                      <a:pt x="2597" y="3111"/>
                      <a:pt x="2439" y="2992"/>
                      <a:pt x="2281" y="2855"/>
                    </a:cubicBezTo>
                    <a:cubicBezTo>
                      <a:pt x="2255" y="2830"/>
                      <a:pt x="2229" y="2811"/>
                      <a:pt x="2203" y="2786"/>
                    </a:cubicBezTo>
                    <a:cubicBezTo>
                      <a:pt x="2032" y="2637"/>
                      <a:pt x="1864" y="2481"/>
                      <a:pt x="1695" y="2306"/>
                    </a:cubicBezTo>
                    <a:cubicBezTo>
                      <a:pt x="1673" y="2281"/>
                      <a:pt x="1650" y="2257"/>
                      <a:pt x="1627" y="2232"/>
                    </a:cubicBezTo>
                    <a:cubicBezTo>
                      <a:pt x="1456" y="2051"/>
                      <a:pt x="1287" y="1858"/>
                      <a:pt x="1120" y="1646"/>
                    </a:cubicBezTo>
                    <a:cubicBezTo>
                      <a:pt x="1101" y="1621"/>
                      <a:pt x="1085" y="1602"/>
                      <a:pt x="1066" y="1577"/>
                    </a:cubicBezTo>
                    <a:cubicBezTo>
                      <a:pt x="894" y="1359"/>
                      <a:pt x="723" y="1128"/>
                      <a:pt x="553" y="879"/>
                    </a:cubicBezTo>
                    <a:cubicBezTo>
                      <a:pt x="543" y="860"/>
                      <a:pt x="532" y="848"/>
                      <a:pt x="522" y="829"/>
                    </a:cubicBezTo>
                    <a:cubicBezTo>
                      <a:pt x="346" y="567"/>
                      <a:pt x="172" y="293"/>
                      <a:pt x="0" y="0"/>
                    </a:cubicBezTo>
                    <a:lnTo>
                      <a:pt x="0" y="17673"/>
                    </a:lnTo>
                    <a:cubicBezTo>
                      <a:pt x="172" y="17966"/>
                      <a:pt x="347" y="18240"/>
                      <a:pt x="522" y="18502"/>
                    </a:cubicBezTo>
                    <a:cubicBezTo>
                      <a:pt x="532" y="18521"/>
                      <a:pt x="543" y="18533"/>
                      <a:pt x="553" y="18552"/>
                    </a:cubicBezTo>
                    <a:cubicBezTo>
                      <a:pt x="723" y="18801"/>
                      <a:pt x="893" y="19032"/>
                      <a:pt x="1065" y="19250"/>
                    </a:cubicBezTo>
                    <a:cubicBezTo>
                      <a:pt x="1083" y="19275"/>
                      <a:pt x="1100" y="19294"/>
                      <a:pt x="1118" y="19318"/>
                    </a:cubicBezTo>
                    <a:cubicBezTo>
                      <a:pt x="1285" y="19530"/>
                      <a:pt x="1455" y="19724"/>
                      <a:pt x="1626" y="19904"/>
                    </a:cubicBezTo>
                    <a:cubicBezTo>
                      <a:pt x="1648" y="19929"/>
                      <a:pt x="1672" y="19954"/>
                      <a:pt x="1694" y="19979"/>
                    </a:cubicBezTo>
                    <a:cubicBezTo>
                      <a:pt x="1862" y="20154"/>
                      <a:pt x="2031" y="20310"/>
                      <a:pt x="2202" y="20459"/>
                    </a:cubicBezTo>
                    <a:cubicBezTo>
                      <a:pt x="2216" y="20472"/>
                      <a:pt x="2230" y="20490"/>
                      <a:pt x="2245" y="20503"/>
                    </a:cubicBezTo>
                    <a:cubicBezTo>
                      <a:pt x="2256" y="20515"/>
                      <a:pt x="2269" y="20522"/>
                      <a:pt x="2281" y="20528"/>
                    </a:cubicBezTo>
                    <a:cubicBezTo>
                      <a:pt x="2439" y="20659"/>
                      <a:pt x="2598" y="20777"/>
                      <a:pt x="2758" y="20883"/>
                    </a:cubicBezTo>
                    <a:cubicBezTo>
                      <a:pt x="2786" y="20902"/>
                      <a:pt x="2814" y="20921"/>
                      <a:pt x="2842" y="20939"/>
                    </a:cubicBezTo>
                    <a:cubicBezTo>
                      <a:pt x="3004" y="21045"/>
                      <a:pt x="3167" y="21139"/>
                      <a:pt x="3332" y="21220"/>
                    </a:cubicBezTo>
                    <a:cubicBezTo>
                      <a:pt x="3353" y="21232"/>
                      <a:pt x="3374" y="21238"/>
                      <a:pt x="3394" y="21245"/>
                    </a:cubicBezTo>
                    <a:cubicBezTo>
                      <a:pt x="3565" y="21326"/>
                      <a:pt x="3736" y="21394"/>
                      <a:pt x="3909" y="21444"/>
                    </a:cubicBezTo>
                    <a:cubicBezTo>
                      <a:pt x="3913" y="21444"/>
                      <a:pt x="3915" y="21444"/>
                      <a:pt x="3919" y="21450"/>
                    </a:cubicBezTo>
                    <a:cubicBezTo>
                      <a:pt x="4093" y="21500"/>
                      <a:pt x="4266" y="21538"/>
                      <a:pt x="4441" y="21563"/>
                    </a:cubicBezTo>
                    <a:cubicBezTo>
                      <a:pt x="4457" y="21563"/>
                      <a:pt x="4471" y="21569"/>
                      <a:pt x="4487" y="21575"/>
                    </a:cubicBezTo>
                    <a:cubicBezTo>
                      <a:pt x="4497" y="21575"/>
                      <a:pt x="4508" y="21575"/>
                      <a:pt x="4519" y="21575"/>
                    </a:cubicBezTo>
                    <a:cubicBezTo>
                      <a:pt x="4639" y="21588"/>
                      <a:pt x="4761" y="21600"/>
                      <a:pt x="4881" y="21600"/>
                    </a:cubicBezTo>
                    <a:lnTo>
                      <a:pt x="16959" y="21600"/>
                    </a:lnTo>
                    <a:cubicBezTo>
                      <a:pt x="17139" y="21600"/>
                      <a:pt x="17319" y="21581"/>
                      <a:pt x="17498" y="21550"/>
                    </a:cubicBezTo>
                    <a:cubicBezTo>
                      <a:pt x="17543" y="21544"/>
                      <a:pt x="17587" y="21538"/>
                      <a:pt x="17630" y="21525"/>
                    </a:cubicBezTo>
                    <a:cubicBezTo>
                      <a:pt x="17808" y="21488"/>
                      <a:pt x="17985" y="21444"/>
                      <a:pt x="18162" y="21376"/>
                    </a:cubicBezTo>
                    <a:cubicBezTo>
                      <a:pt x="18170" y="21376"/>
                      <a:pt x="18177" y="21369"/>
                      <a:pt x="18185" y="21363"/>
                    </a:cubicBezTo>
                    <a:cubicBezTo>
                      <a:pt x="18307" y="21320"/>
                      <a:pt x="18429" y="21263"/>
                      <a:pt x="18550" y="21201"/>
                    </a:cubicBezTo>
                    <a:cubicBezTo>
                      <a:pt x="18592" y="21182"/>
                      <a:pt x="18632" y="21151"/>
                      <a:pt x="18673" y="21132"/>
                    </a:cubicBezTo>
                    <a:cubicBezTo>
                      <a:pt x="18738" y="21095"/>
                      <a:pt x="18803" y="21058"/>
                      <a:pt x="18869" y="21020"/>
                    </a:cubicBezTo>
                    <a:cubicBezTo>
                      <a:pt x="18989" y="20945"/>
                      <a:pt x="19110" y="20864"/>
                      <a:pt x="19229" y="20783"/>
                    </a:cubicBezTo>
                    <a:cubicBezTo>
                      <a:pt x="19291" y="20740"/>
                      <a:pt x="19354" y="20696"/>
                      <a:pt x="19417" y="20646"/>
                    </a:cubicBezTo>
                    <a:cubicBezTo>
                      <a:pt x="19552" y="20540"/>
                      <a:pt x="19687" y="20422"/>
                      <a:pt x="19821" y="20297"/>
                    </a:cubicBezTo>
                    <a:cubicBezTo>
                      <a:pt x="19864" y="20260"/>
                      <a:pt x="19907" y="20222"/>
                      <a:pt x="19950" y="20179"/>
                    </a:cubicBezTo>
                    <a:cubicBezTo>
                      <a:pt x="20116" y="20017"/>
                      <a:pt x="20281" y="19848"/>
                      <a:pt x="20445" y="19661"/>
                    </a:cubicBezTo>
                    <a:cubicBezTo>
                      <a:pt x="20453" y="19649"/>
                      <a:pt x="20462" y="19643"/>
                      <a:pt x="20470" y="19630"/>
                    </a:cubicBezTo>
                    <a:cubicBezTo>
                      <a:pt x="20598" y="19480"/>
                      <a:pt x="20724" y="19318"/>
                      <a:pt x="20852" y="19150"/>
                    </a:cubicBezTo>
                    <a:cubicBezTo>
                      <a:pt x="20912" y="19075"/>
                      <a:pt x="20976" y="19007"/>
                      <a:pt x="21039" y="18919"/>
                    </a:cubicBezTo>
                    <a:close/>
                  </a:path>
                </a:pathLst>
              </a:custGeom>
              <a:solidFill>
                <a:schemeClr val="dk1">
                  <a:alpha val="29803"/>
                </a:schemeClr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bg1"/>
                  </a:solidFill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538;p8">
                <a:extLst>
                  <a:ext uri="{FF2B5EF4-FFF2-40B4-BE49-F238E27FC236}">
                    <a16:creationId xmlns:a16="http://schemas.microsoft.com/office/drawing/2014/main" id="{F0537CE3-C4BE-34B2-7BA7-EADB90C40E06}"/>
                  </a:ext>
                </a:extLst>
              </p:cNvPr>
              <p:cNvSpPr/>
              <p:nvPr/>
            </p:nvSpPr>
            <p:spPr>
              <a:xfrm>
                <a:off x="6604996" y="4062347"/>
                <a:ext cx="837401" cy="85275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21216" y="6010"/>
                    </a:moveTo>
                    <a:cubicBezTo>
                      <a:pt x="21245" y="5968"/>
                      <a:pt x="21274" y="5924"/>
                      <a:pt x="21301" y="5881"/>
                    </a:cubicBezTo>
                    <a:cubicBezTo>
                      <a:pt x="21404" y="5724"/>
                      <a:pt x="21505" y="5566"/>
                      <a:pt x="21600" y="5406"/>
                    </a:cubicBezTo>
                    <a:lnTo>
                      <a:pt x="21600" y="0"/>
                    </a:lnTo>
                    <a:cubicBezTo>
                      <a:pt x="21505" y="160"/>
                      <a:pt x="21404" y="318"/>
                      <a:pt x="21301" y="475"/>
                    </a:cubicBezTo>
                    <a:cubicBezTo>
                      <a:pt x="21272" y="519"/>
                      <a:pt x="21245" y="561"/>
                      <a:pt x="21216" y="603"/>
                    </a:cubicBezTo>
                    <a:cubicBezTo>
                      <a:pt x="21128" y="732"/>
                      <a:pt x="21037" y="860"/>
                      <a:pt x="20944" y="988"/>
                    </a:cubicBezTo>
                    <a:cubicBezTo>
                      <a:pt x="20922" y="1016"/>
                      <a:pt x="20901" y="1047"/>
                      <a:pt x="20880" y="1075"/>
                    </a:cubicBezTo>
                    <a:cubicBezTo>
                      <a:pt x="20769" y="1222"/>
                      <a:pt x="20654" y="1369"/>
                      <a:pt x="20536" y="1512"/>
                    </a:cubicBezTo>
                    <a:cubicBezTo>
                      <a:pt x="20452" y="1615"/>
                      <a:pt x="20363" y="1716"/>
                      <a:pt x="20276" y="1817"/>
                    </a:cubicBezTo>
                    <a:cubicBezTo>
                      <a:pt x="20216" y="1886"/>
                      <a:pt x="20157" y="1956"/>
                      <a:pt x="20093" y="2025"/>
                    </a:cubicBezTo>
                    <a:cubicBezTo>
                      <a:pt x="19994" y="2134"/>
                      <a:pt x="19891" y="2239"/>
                      <a:pt x="19788" y="2345"/>
                    </a:cubicBezTo>
                    <a:cubicBezTo>
                      <a:pt x="19730" y="2404"/>
                      <a:pt x="19676" y="2465"/>
                      <a:pt x="19618" y="2523"/>
                    </a:cubicBezTo>
                    <a:cubicBezTo>
                      <a:pt x="19482" y="2658"/>
                      <a:pt x="19342" y="2790"/>
                      <a:pt x="19198" y="2921"/>
                    </a:cubicBezTo>
                    <a:cubicBezTo>
                      <a:pt x="19167" y="2950"/>
                      <a:pt x="19140" y="2978"/>
                      <a:pt x="19109" y="3007"/>
                    </a:cubicBezTo>
                    <a:cubicBezTo>
                      <a:pt x="18934" y="3165"/>
                      <a:pt x="18753" y="3322"/>
                      <a:pt x="18567" y="3474"/>
                    </a:cubicBezTo>
                    <a:cubicBezTo>
                      <a:pt x="18390" y="3619"/>
                      <a:pt x="18210" y="3762"/>
                      <a:pt x="18023" y="3903"/>
                    </a:cubicBezTo>
                    <a:lnTo>
                      <a:pt x="5318" y="13462"/>
                    </a:lnTo>
                    <a:cubicBezTo>
                      <a:pt x="5142" y="13595"/>
                      <a:pt x="4961" y="13723"/>
                      <a:pt x="4779" y="13849"/>
                    </a:cubicBezTo>
                    <a:cubicBezTo>
                      <a:pt x="4722" y="13887"/>
                      <a:pt x="4666" y="13925"/>
                      <a:pt x="4610" y="13963"/>
                    </a:cubicBezTo>
                    <a:cubicBezTo>
                      <a:pt x="4478" y="14053"/>
                      <a:pt x="4346" y="14139"/>
                      <a:pt x="4210" y="14225"/>
                    </a:cubicBezTo>
                    <a:cubicBezTo>
                      <a:pt x="4148" y="14265"/>
                      <a:pt x="4085" y="14303"/>
                      <a:pt x="4021" y="14343"/>
                    </a:cubicBezTo>
                    <a:cubicBezTo>
                      <a:pt x="3874" y="14432"/>
                      <a:pt x="3726" y="14522"/>
                      <a:pt x="3575" y="14608"/>
                    </a:cubicBezTo>
                    <a:cubicBezTo>
                      <a:pt x="3528" y="14635"/>
                      <a:pt x="3483" y="14661"/>
                      <a:pt x="3437" y="14688"/>
                    </a:cubicBezTo>
                    <a:cubicBezTo>
                      <a:pt x="3241" y="14799"/>
                      <a:pt x="3043" y="14905"/>
                      <a:pt x="2841" y="15008"/>
                    </a:cubicBezTo>
                    <a:cubicBezTo>
                      <a:pt x="2794" y="15033"/>
                      <a:pt x="2746" y="15056"/>
                      <a:pt x="2697" y="15081"/>
                    </a:cubicBezTo>
                    <a:cubicBezTo>
                      <a:pt x="2540" y="15159"/>
                      <a:pt x="2383" y="15237"/>
                      <a:pt x="2223" y="15311"/>
                    </a:cubicBezTo>
                    <a:cubicBezTo>
                      <a:pt x="2155" y="15344"/>
                      <a:pt x="2085" y="15374"/>
                      <a:pt x="2017" y="15407"/>
                    </a:cubicBezTo>
                    <a:cubicBezTo>
                      <a:pt x="1868" y="15474"/>
                      <a:pt x="1718" y="15540"/>
                      <a:pt x="1567" y="15605"/>
                    </a:cubicBezTo>
                    <a:cubicBezTo>
                      <a:pt x="1503" y="15632"/>
                      <a:pt x="1437" y="15660"/>
                      <a:pt x="1373" y="15687"/>
                    </a:cubicBezTo>
                    <a:cubicBezTo>
                      <a:pt x="1221" y="15750"/>
                      <a:pt x="1066" y="15809"/>
                      <a:pt x="913" y="15868"/>
                    </a:cubicBezTo>
                    <a:cubicBezTo>
                      <a:pt x="839" y="15897"/>
                      <a:pt x="765" y="15927"/>
                      <a:pt x="689" y="15954"/>
                    </a:cubicBezTo>
                    <a:cubicBezTo>
                      <a:pt x="464" y="16038"/>
                      <a:pt x="235" y="16118"/>
                      <a:pt x="4" y="16192"/>
                    </a:cubicBezTo>
                    <a:cubicBezTo>
                      <a:pt x="2" y="16192"/>
                      <a:pt x="2" y="16192"/>
                      <a:pt x="0" y="16194"/>
                    </a:cubicBezTo>
                    <a:lnTo>
                      <a:pt x="0" y="16194"/>
                    </a:lnTo>
                    <a:lnTo>
                      <a:pt x="0" y="21600"/>
                    </a:lnTo>
                    <a:cubicBezTo>
                      <a:pt x="231" y="21524"/>
                      <a:pt x="462" y="21444"/>
                      <a:pt x="689" y="21360"/>
                    </a:cubicBezTo>
                    <a:cubicBezTo>
                      <a:pt x="763" y="21333"/>
                      <a:pt x="837" y="21303"/>
                      <a:pt x="911" y="21274"/>
                    </a:cubicBezTo>
                    <a:cubicBezTo>
                      <a:pt x="1033" y="21226"/>
                      <a:pt x="1157" y="21181"/>
                      <a:pt x="1280" y="21131"/>
                    </a:cubicBezTo>
                    <a:cubicBezTo>
                      <a:pt x="1311" y="21118"/>
                      <a:pt x="1340" y="21104"/>
                      <a:pt x="1371" y="21093"/>
                    </a:cubicBezTo>
                    <a:cubicBezTo>
                      <a:pt x="1437" y="21066"/>
                      <a:pt x="1501" y="21038"/>
                      <a:pt x="1567" y="21011"/>
                    </a:cubicBezTo>
                    <a:cubicBezTo>
                      <a:pt x="1718" y="20946"/>
                      <a:pt x="1868" y="20881"/>
                      <a:pt x="2016" y="20814"/>
                    </a:cubicBezTo>
                    <a:cubicBezTo>
                      <a:pt x="2084" y="20784"/>
                      <a:pt x="2153" y="20751"/>
                      <a:pt x="2221" y="20719"/>
                    </a:cubicBezTo>
                    <a:cubicBezTo>
                      <a:pt x="2381" y="20645"/>
                      <a:pt x="2538" y="20567"/>
                      <a:pt x="2695" y="20488"/>
                    </a:cubicBezTo>
                    <a:cubicBezTo>
                      <a:pt x="2744" y="20464"/>
                      <a:pt x="2792" y="20441"/>
                      <a:pt x="2839" y="20416"/>
                    </a:cubicBezTo>
                    <a:cubicBezTo>
                      <a:pt x="3039" y="20313"/>
                      <a:pt x="3239" y="20206"/>
                      <a:pt x="3433" y="20096"/>
                    </a:cubicBezTo>
                    <a:cubicBezTo>
                      <a:pt x="3480" y="20069"/>
                      <a:pt x="3524" y="20042"/>
                      <a:pt x="3571" y="20015"/>
                    </a:cubicBezTo>
                    <a:cubicBezTo>
                      <a:pt x="3720" y="19930"/>
                      <a:pt x="3870" y="19842"/>
                      <a:pt x="4016" y="19750"/>
                    </a:cubicBezTo>
                    <a:cubicBezTo>
                      <a:pt x="4080" y="19712"/>
                      <a:pt x="4142" y="19672"/>
                      <a:pt x="4204" y="19632"/>
                    </a:cubicBezTo>
                    <a:cubicBezTo>
                      <a:pt x="4338" y="19546"/>
                      <a:pt x="4472" y="19461"/>
                      <a:pt x="4604" y="19371"/>
                    </a:cubicBezTo>
                    <a:cubicBezTo>
                      <a:pt x="4660" y="19333"/>
                      <a:pt x="4717" y="19295"/>
                      <a:pt x="4773" y="19257"/>
                    </a:cubicBezTo>
                    <a:cubicBezTo>
                      <a:pt x="4955" y="19131"/>
                      <a:pt x="5136" y="19001"/>
                      <a:pt x="5313" y="18869"/>
                    </a:cubicBezTo>
                    <a:lnTo>
                      <a:pt x="18018" y="9311"/>
                    </a:lnTo>
                    <a:cubicBezTo>
                      <a:pt x="18200" y="9174"/>
                      <a:pt x="18379" y="9034"/>
                      <a:pt x="18552" y="8891"/>
                    </a:cubicBezTo>
                    <a:cubicBezTo>
                      <a:pt x="18555" y="8887"/>
                      <a:pt x="18559" y="8886"/>
                      <a:pt x="18563" y="8882"/>
                    </a:cubicBezTo>
                    <a:cubicBezTo>
                      <a:pt x="18750" y="8729"/>
                      <a:pt x="18930" y="8573"/>
                      <a:pt x="19105" y="8415"/>
                    </a:cubicBezTo>
                    <a:cubicBezTo>
                      <a:pt x="19136" y="8386"/>
                      <a:pt x="19163" y="8357"/>
                      <a:pt x="19194" y="8329"/>
                    </a:cubicBezTo>
                    <a:cubicBezTo>
                      <a:pt x="19338" y="8197"/>
                      <a:pt x="19478" y="8066"/>
                      <a:pt x="19614" y="7930"/>
                    </a:cubicBezTo>
                    <a:cubicBezTo>
                      <a:pt x="19672" y="7871"/>
                      <a:pt x="19726" y="7812"/>
                      <a:pt x="19785" y="7753"/>
                    </a:cubicBezTo>
                    <a:cubicBezTo>
                      <a:pt x="19887" y="7646"/>
                      <a:pt x="19990" y="7541"/>
                      <a:pt x="20089" y="7433"/>
                    </a:cubicBezTo>
                    <a:cubicBezTo>
                      <a:pt x="20152" y="7364"/>
                      <a:pt x="20210" y="7293"/>
                      <a:pt x="20272" y="7223"/>
                    </a:cubicBezTo>
                    <a:cubicBezTo>
                      <a:pt x="20359" y="7122"/>
                      <a:pt x="20449" y="7021"/>
                      <a:pt x="20532" y="6920"/>
                    </a:cubicBezTo>
                    <a:cubicBezTo>
                      <a:pt x="20544" y="6904"/>
                      <a:pt x="20559" y="6889"/>
                      <a:pt x="20571" y="6874"/>
                    </a:cubicBezTo>
                    <a:cubicBezTo>
                      <a:pt x="20676" y="6744"/>
                      <a:pt x="20777" y="6615"/>
                      <a:pt x="20876" y="6481"/>
                    </a:cubicBezTo>
                    <a:cubicBezTo>
                      <a:pt x="20897" y="6453"/>
                      <a:pt x="20918" y="6422"/>
                      <a:pt x="20940" y="6393"/>
                    </a:cubicBezTo>
                    <a:cubicBezTo>
                      <a:pt x="21037" y="6268"/>
                      <a:pt x="21128" y="6140"/>
                      <a:pt x="21216" y="6010"/>
                    </a:cubicBezTo>
                    <a:close/>
                  </a:path>
                </a:pathLst>
              </a:custGeom>
              <a:solidFill>
                <a:schemeClr val="dk1">
                  <a:alpha val="29803"/>
                </a:schemeClr>
              </a:solidFill>
              <a:ln>
                <a:noFill/>
              </a:ln>
            </p:spPr>
            <p:txBody>
              <a:bodyPr spcFirstLastPara="1" wrap="square" lIns="38100" tIns="38100" rIns="38100" bIns="381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>
                  <a:solidFill>
                    <a:schemeClr val="bg1"/>
                  </a:solidFill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88" name="Picture 87" descr="A logo with a shield and text&#10;&#10;Description automatically generated">
              <a:extLst>
                <a:ext uri="{FF2B5EF4-FFF2-40B4-BE49-F238E27FC236}">
                  <a16:creationId xmlns:a16="http://schemas.microsoft.com/office/drawing/2014/main" id="{E11994C7-2E08-90DE-D130-7415DCEA9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4443" y="3220218"/>
              <a:ext cx="970776" cy="8560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3314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5DE9D42-BA9D-B110-4125-B0039E3999F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82" r="19982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20706DF-E363-5D92-CA0E-1E1BC918B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Forensics </a:t>
            </a:r>
            <a:r>
              <a:rPr lang="en-US" dirty="0" err="1"/>
              <a:t>Visualisation</a:t>
            </a:r>
            <a:r>
              <a:rPr lang="en-US" dirty="0"/>
              <a:t> Toolkit (FVT)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BF680697-CAFB-782E-86FD-160D6B848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98" y="733134"/>
            <a:ext cx="5164877" cy="25019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A7ABF8-1429-6CE8-1C76-0EE3C3B36FD3}"/>
              </a:ext>
            </a:extLst>
          </p:cNvPr>
          <p:cNvSpPr/>
          <p:nvPr/>
        </p:nvSpPr>
        <p:spPr>
          <a:xfrm>
            <a:off x="1138609" y="4629149"/>
            <a:ext cx="3815606" cy="1781175"/>
          </a:xfrm>
          <a:prstGeom prst="roundRect">
            <a:avLst>
              <a:gd name="adj" fmla="val 9136"/>
            </a:avLst>
          </a:prstGeom>
          <a:solidFill>
            <a:schemeClr val="bg1"/>
          </a:solidFill>
          <a:effectLst>
            <a:outerShdw blurRad="508000" dist="685800" dir="2700000" algn="tl" rotWithShape="0">
              <a:prstClr val="black">
                <a:alpha val="50000"/>
              </a:prstClr>
            </a:outerShdw>
          </a:effectLst>
        </p:spPr>
        <p:txBody>
          <a:bodyPr rtlCol="0" anchor="ctr" anchorCtr="0"/>
          <a:lstStyle/>
          <a:p>
            <a:pPr algn="ctr"/>
            <a:r>
              <a:rPr lang="en-US" b="1" dirty="0">
                <a:solidFill>
                  <a:srgbClr val="2C73B9"/>
                </a:solidFill>
                <a:latin typeface="+mj-lt"/>
                <a:cs typeface="Assistant" pitchFamily="2" charset="-79"/>
              </a:rPr>
              <a:t>A versatile solution for digital forensics investigations, analysis of situational awareness evidence and advanced </a:t>
            </a:r>
            <a:r>
              <a:rPr lang="en-US" b="1" dirty="0" err="1">
                <a:solidFill>
                  <a:srgbClr val="2C73B9"/>
                </a:solidFill>
                <a:latin typeface="+mj-lt"/>
                <a:cs typeface="Assistant" pitchFamily="2" charset="-79"/>
              </a:rPr>
              <a:t>visualisations</a:t>
            </a:r>
            <a:r>
              <a:rPr lang="en-US" b="1" dirty="0">
                <a:solidFill>
                  <a:srgbClr val="2C73B9"/>
                </a:solidFill>
                <a:latin typeface="+mj-lt"/>
                <a:cs typeface="Assistant" pitchFamily="2" charset="-79"/>
              </a:rPr>
              <a:t> to assist in handling security related incidents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6253C31-07D1-B0DE-C4EE-48A65BDCDC9D}"/>
              </a:ext>
            </a:extLst>
          </p:cNvPr>
          <p:cNvGrpSpPr/>
          <p:nvPr/>
        </p:nvGrpSpPr>
        <p:grpSpPr>
          <a:xfrm>
            <a:off x="7554968" y="2113032"/>
            <a:ext cx="4394346" cy="900000"/>
            <a:chOff x="7554968" y="2427357"/>
            <a:chExt cx="4394346" cy="90000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4C75B71-CDEB-638C-A5B0-42712799F21B}"/>
                </a:ext>
              </a:extLst>
            </p:cNvPr>
            <p:cNvGrpSpPr/>
            <p:nvPr/>
          </p:nvGrpSpPr>
          <p:grpSpPr>
            <a:xfrm>
              <a:off x="7554968" y="2427357"/>
              <a:ext cx="900000" cy="900000"/>
              <a:chOff x="7233231" y="2529000"/>
              <a:chExt cx="900000" cy="900000"/>
            </a:xfrm>
          </p:grpSpPr>
          <p:sp>
            <p:nvSpPr>
              <p:cNvPr id="45" name="Google Shape;489;p8">
                <a:extLst>
                  <a:ext uri="{FF2B5EF4-FFF2-40B4-BE49-F238E27FC236}">
                    <a16:creationId xmlns:a16="http://schemas.microsoft.com/office/drawing/2014/main" id="{62375D44-EB60-BEF2-FDE9-759BD2B7F3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33231" y="2529000"/>
                <a:ext cx="900000" cy="900000"/>
              </a:xfrm>
              <a:prstGeom prst="ellipse">
                <a:avLst/>
              </a:prstGeom>
              <a:solidFill>
                <a:srgbClr val="2C73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600" b="0" i="0" u="none" strike="noStrike" cap="none">
                  <a:solidFill>
                    <a:schemeClr val="bg1"/>
                  </a:solidFill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9" name="Graphic 48" descr="Puzzle pieces with solid fill">
                <a:extLst>
                  <a:ext uri="{FF2B5EF4-FFF2-40B4-BE49-F238E27FC236}">
                    <a16:creationId xmlns:a16="http://schemas.microsoft.com/office/drawing/2014/main" id="{85E78533-BA7D-B585-1B8F-E1C3755CA5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p:blipFill>
            <p:spPr>
              <a:xfrm>
                <a:off x="7407006" y="2673000"/>
                <a:ext cx="598932" cy="612000"/>
              </a:xfrm>
              <a:prstGeom prst="rect">
                <a:avLst/>
              </a:prstGeom>
            </p:spPr>
          </p:pic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133AD9-25C6-8631-A52C-F0A5014D9681}"/>
                </a:ext>
              </a:extLst>
            </p:cNvPr>
            <p:cNvSpPr txBox="1"/>
            <p:nvPr/>
          </p:nvSpPr>
          <p:spPr>
            <a:xfrm>
              <a:off x="8464012" y="2554192"/>
              <a:ext cx="34853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Integration of physical and cyber forensics services and algorithms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3E57CB5-AEB7-659E-A4B5-B361EA6333B6}"/>
              </a:ext>
            </a:extLst>
          </p:cNvPr>
          <p:cNvGrpSpPr/>
          <p:nvPr/>
        </p:nvGrpSpPr>
        <p:grpSpPr>
          <a:xfrm>
            <a:off x="7166790" y="3215938"/>
            <a:ext cx="4394346" cy="900000"/>
            <a:chOff x="7166790" y="3540050"/>
            <a:chExt cx="4394346" cy="900000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CA2AD8E5-5948-4111-20C4-C44D5569F267}"/>
                </a:ext>
              </a:extLst>
            </p:cNvPr>
            <p:cNvGrpSpPr/>
            <p:nvPr/>
          </p:nvGrpSpPr>
          <p:grpSpPr>
            <a:xfrm>
              <a:off x="7166790" y="3540050"/>
              <a:ext cx="900000" cy="900000"/>
              <a:chOff x="6957006" y="3807779"/>
              <a:chExt cx="900000" cy="900000"/>
            </a:xfrm>
          </p:grpSpPr>
          <p:sp>
            <p:nvSpPr>
              <p:cNvPr id="46" name="Google Shape;489;p8">
                <a:extLst>
                  <a:ext uri="{FF2B5EF4-FFF2-40B4-BE49-F238E27FC236}">
                    <a16:creationId xmlns:a16="http://schemas.microsoft.com/office/drawing/2014/main" id="{92C61DED-63AA-C59B-D202-3729082055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957006" y="3807779"/>
                <a:ext cx="900000" cy="900000"/>
              </a:xfrm>
              <a:prstGeom prst="ellipse">
                <a:avLst/>
              </a:prstGeom>
              <a:solidFill>
                <a:srgbClr val="2C73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600" b="0" i="0" u="none" strike="noStrike" cap="none">
                  <a:solidFill>
                    <a:schemeClr val="bg1"/>
                  </a:solidFill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2" name="Graphic 51" descr="Daily calendar with solid fill">
                <a:extLst>
                  <a:ext uri="{FF2B5EF4-FFF2-40B4-BE49-F238E27FC236}">
                    <a16:creationId xmlns:a16="http://schemas.microsoft.com/office/drawing/2014/main" id="{124458DF-F8F7-BA54-44D8-56D3121157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7103278" y="3951779"/>
                <a:ext cx="603194" cy="612000"/>
              </a:xfrm>
              <a:prstGeom prst="rect">
                <a:avLst/>
              </a:prstGeom>
            </p:spPr>
          </p:pic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5C6B169-DA78-DA4D-F756-559EB3E57204}"/>
                </a:ext>
              </a:extLst>
            </p:cNvPr>
            <p:cNvSpPr txBox="1"/>
            <p:nvPr/>
          </p:nvSpPr>
          <p:spPr>
            <a:xfrm>
              <a:off x="8075834" y="3666885"/>
              <a:ext cx="34853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defRPr>
              </a:lvl1pPr>
            </a:lstStyle>
            <a:p>
              <a:r>
                <a:rPr lang="en-US" dirty="0"/>
                <a:t>Timeline analysis of large numbers of heterogeneous events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4B1AED1-832D-649A-0314-BA5BB0BD1BDC}"/>
              </a:ext>
            </a:extLst>
          </p:cNvPr>
          <p:cNvGrpSpPr/>
          <p:nvPr/>
        </p:nvGrpSpPr>
        <p:grpSpPr>
          <a:xfrm>
            <a:off x="6470693" y="5421749"/>
            <a:ext cx="4394346" cy="900000"/>
            <a:chOff x="6470693" y="5736074"/>
            <a:chExt cx="4394346" cy="900000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6724F375-8436-AF6C-9DEC-146A6ECF0E02}"/>
                </a:ext>
              </a:extLst>
            </p:cNvPr>
            <p:cNvGrpSpPr/>
            <p:nvPr/>
          </p:nvGrpSpPr>
          <p:grpSpPr>
            <a:xfrm>
              <a:off x="6470693" y="5736074"/>
              <a:ext cx="900000" cy="900000"/>
              <a:chOff x="6331434" y="6036597"/>
              <a:chExt cx="900000" cy="900000"/>
            </a:xfrm>
          </p:grpSpPr>
          <p:sp>
            <p:nvSpPr>
              <p:cNvPr id="48" name="Google Shape;489;p8">
                <a:extLst>
                  <a:ext uri="{FF2B5EF4-FFF2-40B4-BE49-F238E27FC236}">
                    <a16:creationId xmlns:a16="http://schemas.microsoft.com/office/drawing/2014/main" id="{457926A0-4602-CD13-8C99-8A5745CB71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31434" y="6036597"/>
                <a:ext cx="900000" cy="900000"/>
              </a:xfrm>
              <a:prstGeom prst="ellipse">
                <a:avLst/>
              </a:prstGeom>
              <a:solidFill>
                <a:srgbClr val="2C73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600" b="0" i="0" u="none" strike="noStrike" cap="none">
                  <a:solidFill>
                    <a:schemeClr val="bg1"/>
                  </a:solidFill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4" name="Graphic 53" descr="Eye with solid fill">
                <a:extLst>
                  <a:ext uri="{FF2B5EF4-FFF2-40B4-BE49-F238E27FC236}">
                    <a16:creationId xmlns:a16="http://schemas.microsoft.com/office/drawing/2014/main" id="{F3E4E275-1809-3CA5-DAEA-DA4C8A2EC5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481877" y="6180597"/>
                <a:ext cx="599113" cy="612000"/>
              </a:xfrm>
              <a:prstGeom prst="rect">
                <a:avLst/>
              </a:prstGeom>
            </p:spPr>
          </p:pic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EC4C106-20C6-F46E-6A60-FB70991E0ADC}"/>
                </a:ext>
              </a:extLst>
            </p:cNvPr>
            <p:cNvSpPr txBox="1"/>
            <p:nvPr/>
          </p:nvSpPr>
          <p:spPr>
            <a:xfrm>
              <a:off x="7379737" y="5862909"/>
              <a:ext cx="34853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defRPr>
              </a:lvl1pPr>
            </a:lstStyle>
            <a:p>
              <a:r>
                <a:rPr lang="en-US" dirty="0"/>
                <a:t>Adaptive </a:t>
              </a:r>
              <a:r>
                <a:rPr lang="en-US" dirty="0" err="1"/>
                <a:t>visualisations</a:t>
              </a:r>
              <a:r>
                <a:rPr lang="en-US" dirty="0"/>
                <a:t> based on preconfigured views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7945297-F14C-6734-8000-9C82354D0F94}"/>
              </a:ext>
            </a:extLst>
          </p:cNvPr>
          <p:cNvGrpSpPr/>
          <p:nvPr/>
        </p:nvGrpSpPr>
        <p:grpSpPr>
          <a:xfrm>
            <a:off x="6853517" y="4318844"/>
            <a:ext cx="4394346" cy="900000"/>
            <a:chOff x="6853517" y="4638062"/>
            <a:chExt cx="4394346" cy="90000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974F1D6F-E3A4-25C8-C94C-15401B0C1E79}"/>
                </a:ext>
              </a:extLst>
            </p:cNvPr>
            <p:cNvGrpSpPr/>
            <p:nvPr/>
          </p:nvGrpSpPr>
          <p:grpSpPr>
            <a:xfrm>
              <a:off x="6853517" y="4638062"/>
              <a:ext cx="900000" cy="900000"/>
              <a:chOff x="6699831" y="4922188"/>
              <a:chExt cx="900000" cy="900000"/>
            </a:xfrm>
          </p:grpSpPr>
          <p:sp>
            <p:nvSpPr>
              <p:cNvPr id="47" name="Google Shape;489;p8">
                <a:extLst>
                  <a:ext uri="{FF2B5EF4-FFF2-40B4-BE49-F238E27FC236}">
                    <a16:creationId xmlns:a16="http://schemas.microsoft.com/office/drawing/2014/main" id="{5F42065F-21ED-06D3-93E4-DCFA2B5AFF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9831" y="4922188"/>
                <a:ext cx="900000" cy="900000"/>
              </a:xfrm>
              <a:prstGeom prst="ellipse">
                <a:avLst/>
              </a:prstGeom>
              <a:solidFill>
                <a:srgbClr val="2C73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600" b="0" i="0" u="none" strike="noStrike" cap="none">
                  <a:solidFill>
                    <a:schemeClr val="bg1"/>
                  </a:solidFill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3" name="Graphic 52" descr="Paw prints with solid fill">
                <a:extLst>
                  <a:ext uri="{FF2B5EF4-FFF2-40B4-BE49-F238E27FC236}">
                    <a16:creationId xmlns:a16="http://schemas.microsoft.com/office/drawing/2014/main" id="{04E9E2CC-2E32-B02C-16AA-5B047C5DA5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6814888" y="5056798"/>
                <a:ext cx="669886" cy="612000"/>
              </a:xfrm>
              <a:prstGeom prst="rect">
                <a:avLst/>
              </a:prstGeom>
            </p:spPr>
          </p:pic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6A341E2-FD41-88AE-3E92-19DAA13AF060}"/>
                </a:ext>
              </a:extLst>
            </p:cNvPr>
            <p:cNvSpPr txBox="1"/>
            <p:nvPr/>
          </p:nvSpPr>
          <p:spPr>
            <a:xfrm>
              <a:off x="7762561" y="4764897"/>
              <a:ext cx="348530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defRPr>
              </a:lvl1pPr>
            </a:lstStyle>
            <a:p>
              <a:r>
                <a:rPr lang="en-US" dirty="0"/>
                <a:t>Close to real-time incident mitigation and threat hunting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3928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C84E7E-CB70-7AD5-23DE-71FF90829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Assessment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4949C-0BE2-F0BB-E9CF-65391FE77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set of </a:t>
            </a:r>
            <a:r>
              <a:rPr lang="en-US" b="1" dirty="0"/>
              <a:t>services</a:t>
            </a:r>
            <a:r>
              <a:rPr lang="en-US" dirty="0"/>
              <a:t> for </a:t>
            </a:r>
            <a:r>
              <a:rPr lang="en-US" b="1" dirty="0"/>
              <a:t>assessing the maturity of security </a:t>
            </a:r>
            <a:r>
              <a:rPr lang="en-US" dirty="0"/>
              <a:t>measures</a:t>
            </a:r>
          </a:p>
          <a:p>
            <a:pPr lvl="1"/>
            <a:r>
              <a:rPr lang="en-US" dirty="0"/>
              <a:t>Tool-based </a:t>
            </a:r>
            <a:r>
              <a:rPr lang="en-US" b="1" dirty="0"/>
              <a:t>analysis</a:t>
            </a:r>
            <a:r>
              <a:rPr lang="en-US" dirty="0"/>
              <a:t> of </a:t>
            </a:r>
            <a:r>
              <a:rPr lang="en-US" b="1" dirty="0"/>
              <a:t>vulnerabilities</a:t>
            </a:r>
            <a:r>
              <a:rPr lang="en-US" dirty="0"/>
              <a:t> on the IT infrastructure and link to potential risks</a:t>
            </a:r>
          </a:p>
          <a:p>
            <a:pPr lvl="1"/>
            <a:r>
              <a:rPr lang="en-US" b="1" dirty="0"/>
              <a:t>Penetration</a:t>
            </a:r>
            <a:r>
              <a:rPr lang="en-US" dirty="0"/>
              <a:t> </a:t>
            </a:r>
            <a:r>
              <a:rPr lang="en-US" b="1" dirty="0"/>
              <a:t>Testing</a:t>
            </a:r>
            <a:r>
              <a:rPr lang="en-US" dirty="0"/>
              <a:t> for testing the security measures applied in the IT infrastructure and spotting potential security holes</a:t>
            </a:r>
          </a:p>
          <a:p>
            <a:r>
              <a:rPr lang="en-US" dirty="0"/>
              <a:t>Outcome: A </a:t>
            </a:r>
            <a:r>
              <a:rPr lang="en-US" b="1" dirty="0"/>
              <a:t>report</a:t>
            </a:r>
            <a:r>
              <a:rPr lang="en-US" dirty="0"/>
              <a:t> on security gaps and recommendations to </a:t>
            </a:r>
            <a:r>
              <a:rPr lang="en-US" b="1" dirty="0"/>
              <a:t>ensure compliance with regulations and policies</a:t>
            </a:r>
          </a:p>
        </p:txBody>
      </p:sp>
    </p:spTree>
    <p:extLst>
      <p:ext uri="{BB962C8B-B14F-4D97-AF65-F5344CB8AC3E}">
        <p14:creationId xmlns:p14="http://schemas.microsoft.com/office/powerpoint/2010/main" val="2365168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D6E12-DCF7-95B4-F955-FBF89EE21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Awareness and Training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C2249595-4000-0D4A-3E1C-8E0D37A25519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6" r="14386"/>
          <a:stretch/>
        </p:blipFill>
        <p:spPr>
          <a:xfrm>
            <a:off x="2449179" y="2366961"/>
            <a:ext cx="2270125" cy="2124075"/>
          </a:xfrm>
        </p:spPr>
      </p:pic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DD6687C8-6524-55B2-089D-04ABE860B152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5" r="4075"/>
          <a:stretch/>
        </p:blipFill>
        <p:spPr>
          <a:xfrm>
            <a:off x="7472697" y="2366962"/>
            <a:ext cx="2270125" cy="2124075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E915403-242F-7CEB-F65D-AE0A91E6D640}"/>
              </a:ext>
            </a:extLst>
          </p:cNvPr>
          <p:cNvSpPr txBox="1"/>
          <p:nvPr/>
        </p:nvSpPr>
        <p:spPr>
          <a:xfrm>
            <a:off x="1628251" y="4618501"/>
            <a:ext cx="4065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6BAA"/>
                </a:solidFill>
                <a:latin typeface="+mj-lt"/>
                <a:cs typeface="Assistant" pitchFamily="2" charset="-79"/>
              </a:rPr>
              <a:t>Thematic-driven Training</a:t>
            </a:r>
            <a:endParaRPr lang="en-US" sz="2400" b="1" dirty="0">
              <a:solidFill>
                <a:srgbClr val="006BAA"/>
              </a:solidFill>
              <a:latin typeface="+mj-lt"/>
              <a:cs typeface="Assistant" pitchFamily="2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9BB9B5-751D-21E7-4305-8D990BD85786}"/>
              </a:ext>
            </a:extLst>
          </p:cNvPr>
          <p:cNvSpPr txBox="1"/>
          <p:nvPr/>
        </p:nvSpPr>
        <p:spPr>
          <a:xfrm>
            <a:off x="1628251" y="5109071"/>
            <a:ext cx="3911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Krub" panose="00000500000000000000" pitchFamily="2" charset="-34"/>
              </a:rPr>
              <a:t>Cybersecurity, Digital Forensics, Anti-Phishing awareness</a:t>
            </a:r>
            <a:r>
              <a:rPr lang="el-GR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Krub" panose="00000500000000000000" pitchFamily="2" charset="-34"/>
              </a:rPr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Krub" panose="00000500000000000000" pitchFamily="2" charset="-34"/>
              </a:rPr>
              <a:t>and training for experts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1F4B1F-C020-B8F5-2731-DC9C1F267D49}"/>
              </a:ext>
            </a:extLst>
          </p:cNvPr>
          <p:cNvSpPr txBox="1"/>
          <p:nvPr/>
        </p:nvSpPr>
        <p:spPr>
          <a:xfrm>
            <a:off x="6819386" y="4618502"/>
            <a:ext cx="3576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6BAA"/>
                </a:solidFill>
                <a:latin typeface="+mj-lt"/>
                <a:cs typeface="Assistant" pitchFamily="2" charset="-79"/>
              </a:rPr>
              <a:t>Cyber Range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00DE7D-57C2-5495-5F92-E6F199F314C8}"/>
              </a:ext>
            </a:extLst>
          </p:cNvPr>
          <p:cNvSpPr txBox="1"/>
          <p:nvPr/>
        </p:nvSpPr>
        <p:spPr>
          <a:xfrm>
            <a:off x="6651774" y="5109071"/>
            <a:ext cx="3911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Krub" panose="00000500000000000000" pitchFamily="2" charset="-34"/>
              </a:rPr>
              <a:t>Infrastructure for on-site experts’ training / demo</a:t>
            </a:r>
          </a:p>
        </p:txBody>
      </p:sp>
    </p:spTree>
    <p:extLst>
      <p:ext uri="{BB962C8B-B14F-4D97-AF65-F5344CB8AC3E}">
        <p14:creationId xmlns:p14="http://schemas.microsoft.com/office/powerpoint/2010/main" val="2842874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882A273-17C7-CEBE-1FAF-71864247428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2" r="11812"/>
          <a:stretch/>
        </p:blipFill>
        <p:spPr/>
      </p:pic>
      <p:pic>
        <p:nvPicPr>
          <p:cNvPr id="41" name="Picture 40" descr="A screenshot of a computer&#10;&#10;Description automatically generated">
            <a:extLst>
              <a:ext uri="{FF2B5EF4-FFF2-40B4-BE49-F238E27FC236}">
                <a16:creationId xmlns:a16="http://schemas.microsoft.com/office/drawing/2014/main" id="{B45A9BEF-BC4A-CB28-D16C-D26782E06B3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21" y="738673"/>
            <a:ext cx="4147781" cy="28902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383C831-CE0C-63D9-4522-0985E0F8B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Visualization Toolkit (AVT)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A4F98E-B5D4-9C6B-A6D3-748C9A0BDE72}"/>
              </a:ext>
            </a:extLst>
          </p:cNvPr>
          <p:cNvSpPr/>
          <p:nvPr/>
        </p:nvSpPr>
        <p:spPr>
          <a:xfrm>
            <a:off x="1100488" y="4512871"/>
            <a:ext cx="3815606" cy="1545030"/>
          </a:xfrm>
          <a:prstGeom prst="roundRect">
            <a:avLst>
              <a:gd name="adj" fmla="val 9136"/>
            </a:avLst>
          </a:prstGeom>
          <a:solidFill>
            <a:schemeClr val="bg1"/>
          </a:solidFill>
          <a:effectLst>
            <a:outerShdw blurRad="508000" dist="685800" dir="2700000" algn="tl" rotWithShape="0">
              <a:prstClr val="black">
                <a:alpha val="50000"/>
              </a:prstClr>
            </a:outerShdw>
          </a:effectLst>
        </p:spPr>
        <p:txBody>
          <a:bodyPr rtlCol="0" anchor="ctr" anchorCtr="0"/>
          <a:lstStyle/>
          <a:p>
            <a:pPr algn="ctr"/>
            <a:r>
              <a:rPr lang="en-US" b="1" dirty="0">
                <a:solidFill>
                  <a:srgbClr val="2C73B9"/>
                </a:solidFill>
                <a:latin typeface="+mj-lt"/>
                <a:cs typeface="Assistant" pitchFamily="2" charset="-79"/>
              </a:rPr>
              <a:t>An extensible toolkit with a wide scope, from Digital Forensic analysis to Data analytics</a:t>
            </a:r>
          </a:p>
          <a:p>
            <a:pPr algn="ctr"/>
            <a:endParaRPr lang="en-US" sz="1400" b="1" dirty="0">
              <a:solidFill>
                <a:srgbClr val="2C73B9"/>
              </a:solidFill>
              <a:latin typeface="+mj-lt"/>
              <a:cs typeface="Assistant" pitchFamily="2" charset="-79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Noto"/>
                <a:ea typeface="+mn-ea"/>
                <a:cs typeface="Krub" panose="00000500000000000000" pitchFamily="2" charset="-34"/>
              </a:rPr>
              <a:t>Watch our demo cases: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C73B9"/>
                </a:solidFill>
                <a:effectLst/>
                <a:uLnTx/>
                <a:uFillTx/>
                <a:latin typeface="Noto"/>
                <a:ea typeface="+mn-ea"/>
                <a:cs typeface="Krub" panose="00000500000000000000" pitchFamily="2" charset="-34"/>
              </a:rPr>
              <a:t>https://avt.aegisresearch.eu/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9044DC7-AC41-BF4B-D711-66564043FD86}"/>
              </a:ext>
            </a:extLst>
          </p:cNvPr>
          <p:cNvGrpSpPr/>
          <p:nvPr/>
        </p:nvGrpSpPr>
        <p:grpSpPr>
          <a:xfrm>
            <a:off x="6883007" y="3600354"/>
            <a:ext cx="4510860" cy="923330"/>
            <a:chOff x="6842940" y="5206327"/>
            <a:chExt cx="4510860" cy="923330"/>
          </a:xfrm>
        </p:grpSpPr>
        <p:sp>
          <p:nvSpPr>
            <p:cNvPr id="17" name="Google Shape;489;p8">
              <a:extLst>
                <a:ext uri="{FF2B5EF4-FFF2-40B4-BE49-F238E27FC236}">
                  <a16:creationId xmlns:a16="http://schemas.microsoft.com/office/drawing/2014/main" id="{58536A5A-252A-DFB6-B3A1-887D335877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42940" y="5218843"/>
              <a:ext cx="900000" cy="900000"/>
            </a:xfrm>
            <a:prstGeom prst="ellipse">
              <a:avLst/>
            </a:prstGeom>
            <a:solidFill>
              <a:srgbClr val="2C73B9"/>
            </a:solidFill>
            <a:ln>
              <a:noFill/>
            </a:ln>
          </p:spPr>
          <p:txBody>
            <a:bodyPr spcFirstLastPara="1" wrap="square" lIns="91425" tIns="91425" rIns="91425" bIns="91425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chemeClr val="bg1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E4F9F90-B8B8-15B9-BAAD-37E78CB97E71}"/>
                </a:ext>
              </a:extLst>
            </p:cNvPr>
            <p:cNvSpPr txBox="1"/>
            <p:nvPr/>
          </p:nvSpPr>
          <p:spPr>
            <a:xfrm>
              <a:off x="7812136" y="5206327"/>
              <a:ext cx="354166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defRPr>
              </a:lvl1pPr>
            </a:lstStyle>
            <a:p>
              <a:r>
                <a:rPr lang="en-US" dirty="0"/>
                <a:t>Multimodal data integration sources for adaptive </a:t>
              </a:r>
              <a:r>
                <a:rPr lang="en-US" dirty="0" err="1"/>
                <a:t>visualisation</a:t>
              </a:r>
              <a:r>
                <a:rPr lang="en-US" dirty="0"/>
                <a:t> and user reporting needs</a:t>
              </a:r>
            </a:p>
          </p:txBody>
        </p:sp>
        <p:sp>
          <p:nvSpPr>
            <p:cNvPr id="30" name="Google Shape;461;p7">
              <a:extLst>
                <a:ext uri="{FF2B5EF4-FFF2-40B4-BE49-F238E27FC236}">
                  <a16:creationId xmlns:a16="http://schemas.microsoft.com/office/drawing/2014/main" id="{37A1A2A8-BC5D-AE46-BB7F-D98E17BE54A7}"/>
                </a:ext>
              </a:extLst>
            </p:cNvPr>
            <p:cNvSpPr/>
            <p:nvPr/>
          </p:nvSpPr>
          <p:spPr>
            <a:xfrm>
              <a:off x="7042786" y="5466154"/>
              <a:ext cx="500307" cy="485872"/>
            </a:xfrm>
            <a:custGeom>
              <a:avLst/>
              <a:gdLst/>
              <a:ahLst/>
              <a:cxnLst/>
              <a:rect l="l" t="t" r="r" b="b"/>
              <a:pathLst>
                <a:path w="3579" h="3568" extrusionOk="0">
                  <a:moveTo>
                    <a:pt x="2572" y="249"/>
                  </a:moveTo>
                  <a:lnTo>
                    <a:pt x="2483" y="251"/>
                  </a:lnTo>
                  <a:lnTo>
                    <a:pt x="2392" y="255"/>
                  </a:lnTo>
                  <a:lnTo>
                    <a:pt x="2302" y="261"/>
                  </a:lnTo>
                  <a:lnTo>
                    <a:pt x="2213" y="271"/>
                  </a:lnTo>
                  <a:lnTo>
                    <a:pt x="2124" y="282"/>
                  </a:lnTo>
                  <a:lnTo>
                    <a:pt x="2036" y="294"/>
                  </a:lnTo>
                  <a:lnTo>
                    <a:pt x="1949" y="307"/>
                  </a:lnTo>
                  <a:lnTo>
                    <a:pt x="1864" y="319"/>
                  </a:lnTo>
                  <a:lnTo>
                    <a:pt x="1599" y="360"/>
                  </a:lnTo>
                  <a:lnTo>
                    <a:pt x="1334" y="398"/>
                  </a:lnTo>
                  <a:lnTo>
                    <a:pt x="1069" y="435"/>
                  </a:lnTo>
                  <a:lnTo>
                    <a:pt x="803" y="469"/>
                  </a:lnTo>
                  <a:lnTo>
                    <a:pt x="734" y="480"/>
                  </a:lnTo>
                  <a:lnTo>
                    <a:pt x="671" y="493"/>
                  </a:lnTo>
                  <a:lnTo>
                    <a:pt x="611" y="509"/>
                  </a:lnTo>
                  <a:lnTo>
                    <a:pt x="556" y="530"/>
                  </a:lnTo>
                  <a:lnTo>
                    <a:pt x="506" y="553"/>
                  </a:lnTo>
                  <a:lnTo>
                    <a:pt x="459" y="579"/>
                  </a:lnTo>
                  <a:lnTo>
                    <a:pt x="417" y="609"/>
                  </a:lnTo>
                  <a:lnTo>
                    <a:pt x="380" y="643"/>
                  </a:lnTo>
                  <a:lnTo>
                    <a:pt x="347" y="681"/>
                  </a:lnTo>
                  <a:lnTo>
                    <a:pt x="319" y="722"/>
                  </a:lnTo>
                  <a:lnTo>
                    <a:pt x="295" y="768"/>
                  </a:lnTo>
                  <a:lnTo>
                    <a:pt x="274" y="816"/>
                  </a:lnTo>
                  <a:lnTo>
                    <a:pt x="259" y="869"/>
                  </a:lnTo>
                  <a:lnTo>
                    <a:pt x="248" y="926"/>
                  </a:lnTo>
                  <a:lnTo>
                    <a:pt x="241" y="986"/>
                  </a:lnTo>
                  <a:lnTo>
                    <a:pt x="238" y="1051"/>
                  </a:lnTo>
                  <a:lnTo>
                    <a:pt x="239" y="1120"/>
                  </a:lnTo>
                  <a:lnTo>
                    <a:pt x="245" y="1211"/>
                  </a:lnTo>
                  <a:lnTo>
                    <a:pt x="249" y="1303"/>
                  </a:lnTo>
                  <a:lnTo>
                    <a:pt x="256" y="1398"/>
                  </a:lnTo>
                  <a:lnTo>
                    <a:pt x="262" y="1493"/>
                  </a:lnTo>
                  <a:lnTo>
                    <a:pt x="271" y="1590"/>
                  </a:lnTo>
                  <a:lnTo>
                    <a:pt x="282" y="1686"/>
                  </a:lnTo>
                  <a:lnTo>
                    <a:pt x="295" y="1781"/>
                  </a:lnTo>
                  <a:lnTo>
                    <a:pt x="310" y="1876"/>
                  </a:lnTo>
                  <a:lnTo>
                    <a:pt x="329" y="1970"/>
                  </a:lnTo>
                  <a:lnTo>
                    <a:pt x="351" y="2061"/>
                  </a:lnTo>
                  <a:lnTo>
                    <a:pt x="377" y="2150"/>
                  </a:lnTo>
                  <a:lnTo>
                    <a:pt x="406" y="2236"/>
                  </a:lnTo>
                  <a:lnTo>
                    <a:pt x="429" y="2288"/>
                  </a:lnTo>
                  <a:lnTo>
                    <a:pt x="453" y="2335"/>
                  </a:lnTo>
                  <a:lnTo>
                    <a:pt x="481" y="2377"/>
                  </a:lnTo>
                  <a:lnTo>
                    <a:pt x="510" y="2413"/>
                  </a:lnTo>
                  <a:lnTo>
                    <a:pt x="542" y="2445"/>
                  </a:lnTo>
                  <a:lnTo>
                    <a:pt x="575" y="2473"/>
                  </a:lnTo>
                  <a:lnTo>
                    <a:pt x="611" y="2497"/>
                  </a:lnTo>
                  <a:lnTo>
                    <a:pt x="648" y="2516"/>
                  </a:lnTo>
                  <a:lnTo>
                    <a:pt x="686" y="2532"/>
                  </a:lnTo>
                  <a:lnTo>
                    <a:pt x="727" y="2545"/>
                  </a:lnTo>
                  <a:lnTo>
                    <a:pt x="769" y="2555"/>
                  </a:lnTo>
                  <a:lnTo>
                    <a:pt x="812" y="2561"/>
                  </a:lnTo>
                  <a:lnTo>
                    <a:pt x="857" y="2567"/>
                  </a:lnTo>
                  <a:lnTo>
                    <a:pt x="903" y="2569"/>
                  </a:lnTo>
                  <a:lnTo>
                    <a:pt x="948" y="2569"/>
                  </a:lnTo>
                  <a:lnTo>
                    <a:pt x="997" y="2568"/>
                  </a:lnTo>
                  <a:lnTo>
                    <a:pt x="1045" y="2565"/>
                  </a:lnTo>
                  <a:lnTo>
                    <a:pt x="1093" y="2562"/>
                  </a:lnTo>
                  <a:lnTo>
                    <a:pt x="1143" y="2558"/>
                  </a:lnTo>
                  <a:lnTo>
                    <a:pt x="1192" y="2552"/>
                  </a:lnTo>
                  <a:lnTo>
                    <a:pt x="1242" y="2547"/>
                  </a:lnTo>
                  <a:lnTo>
                    <a:pt x="1259" y="2548"/>
                  </a:lnTo>
                  <a:lnTo>
                    <a:pt x="1273" y="2552"/>
                  </a:lnTo>
                  <a:lnTo>
                    <a:pt x="1285" y="2560"/>
                  </a:lnTo>
                  <a:lnTo>
                    <a:pt x="1297" y="2569"/>
                  </a:lnTo>
                  <a:lnTo>
                    <a:pt x="1307" y="2581"/>
                  </a:lnTo>
                  <a:lnTo>
                    <a:pt x="1366" y="2667"/>
                  </a:lnTo>
                  <a:lnTo>
                    <a:pt x="1422" y="2757"/>
                  </a:lnTo>
                  <a:lnTo>
                    <a:pt x="1473" y="2849"/>
                  </a:lnTo>
                  <a:lnTo>
                    <a:pt x="1521" y="2943"/>
                  </a:lnTo>
                  <a:lnTo>
                    <a:pt x="1567" y="3039"/>
                  </a:lnTo>
                  <a:lnTo>
                    <a:pt x="1612" y="3135"/>
                  </a:lnTo>
                  <a:lnTo>
                    <a:pt x="1654" y="3231"/>
                  </a:lnTo>
                  <a:lnTo>
                    <a:pt x="1701" y="3153"/>
                  </a:lnTo>
                  <a:lnTo>
                    <a:pt x="1745" y="3073"/>
                  </a:lnTo>
                  <a:lnTo>
                    <a:pt x="1787" y="2991"/>
                  </a:lnTo>
                  <a:lnTo>
                    <a:pt x="1825" y="2909"/>
                  </a:lnTo>
                  <a:lnTo>
                    <a:pt x="1838" y="2877"/>
                  </a:lnTo>
                  <a:lnTo>
                    <a:pt x="1850" y="2844"/>
                  </a:lnTo>
                  <a:lnTo>
                    <a:pt x="1863" y="2810"/>
                  </a:lnTo>
                  <a:lnTo>
                    <a:pt x="1875" y="2776"/>
                  </a:lnTo>
                  <a:lnTo>
                    <a:pt x="1888" y="2742"/>
                  </a:lnTo>
                  <a:lnTo>
                    <a:pt x="1902" y="2708"/>
                  </a:lnTo>
                  <a:lnTo>
                    <a:pt x="1919" y="2677"/>
                  </a:lnTo>
                  <a:lnTo>
                    <a:pt x="1936" y="2647"/>
                  </a:lnTo>
                  <a:lnTo>
                    <a:pt x="1957" y="2619"/>
                  </a:lnTo>
                  <a:lnTo>
                    <a:pt x="1981" y="2595"/>
                  </a:lnTo>
                  <a:lnTo>
                    <a:pt x="2008" y="2573"/>
                  </a:lnTo>
                  <a:lnTo>
                    <a:pt x="2023" y="2567"/>
                  </a:lnTo>
                  <a:lnTo>
                    <a:pt x="2038" y="2562"/>
                  </a:lnTo>
                  <a:lnTo>
                    <a:pt x="2053" y="2562"/>
                  </a:lnTo>
                  <a:lnTo>
                    <a:pt x="2066" y="2549"/>
                  </a:lnTo>
                  <a:lnTo>
                    <a:pt x="2082" y="2539"/>
                  </a:lnTo>
                  <a:lnTo>
                    <a:pt x="2099" y="2532"/>
                  </a:lnTo>
                  <a:lnTo>
                    <a:pt x="2120" y="2526"/>
                  </a:lnTo>
                  <a:lnTo>
                    <a:pt x="2142" y="2525"/>
                  </a:lnTo>
                  <a:lnTo>
                    <a:pt x="2182" y="2525"/>
                  </a:lnTo>
                  <a:lnTo>
                    <a:pt x="2224" y="2527"/>
                  </a:lnTo>
                  <a:lnTo>
                    <a:pt x="2267" y="2528"/>
                  </a:lnTo>
                  <a:lnTo>
                    <a:pt x="2312" y="2531"/>
                  </a:lnTo>
                  <a:lnTo>
                    <a:pt x="2359" y="2533"/>
                  </a:lnTo>
                  <a:lnTo>
                    <a:pt x="2407" y="2535"/>
                  </a:lnTo>
                  <a:lnTo>
                    <a:pt x="2456" y="2536"/>
                  </a:lnTo>
                  <a:lnTo>
                    <a:pt x="2507" y="2537"/>
                  </a:lnTo>
                  <a:lnTo>
                    <a:pt x="2557" y="2537"/>
                  </a:lnTo>
                  <a:lnTo>
                    <a:pt x="2607" y="2537"/>
                  </a:lnTo>
                  <a:lnTo>
                    <a:pt x="2658" y="2535"/>
                  </a:lnTo>
                  <a:lnTo>
                    <a:pt x="2708" y="2532"/>
                  </a:lnTo>
                  <a:lnTo>
                    <a:pt x="2758" y="2527"/>
                  </a:lnTo>
                  <a:lnTo>
                    <a:pt x="2807" y="2521"/>
                  </a:lnTo>
                  <a:lnTo>
                    <a:pt x="2855" y="2512"/>
                  </a:lnTo>
                  <a:lnTo>
                    <a:pt x="2902" y="2501"/>
                  </a:lnTo>
                  <a:lnTo>
                    <a:pt x="2947" y="2489"/>
                  </a:lnTo>
                  <a:lnTo>
                    <a:pt x="2991" y="2473"/>
                  </a:lnTo>
                  <a:lnTo>
                    <a:pt x="3032" y="2455"/>
                  </a:lnTo>
                  <a:lnTo>
                    <a:pt x="3072" y="2435"/>
                  </a:lnTo>
                  <a:lnTo>
                    <a:pt x="3109" y="2411"/>
                  </a:lnTo>
                  <a:lnTo>
                    <a:pt x="3144" y="2383"/>
                  </a:lnTo>
                  <a:lnTo>
                    <a:pt x="3176" y="2352"/>
                  </a:lnTo>
                  <a:lnTo>
                    <a:pt x="3203" y="2318"/>
                  </a:lnTo>
                  <a:lnTo>
                    <a:pt x="3228" y="2280"/>
                  </a:lnTo>
                  <a:lnTo>
                    <a:pt x="3249" y="2237"/>
                  </a:lnTo>
                  <a:lnTo>
                    <a:pt x="3274" y="2173"/>
                  </a:lnTo>
                  <a:lnTo>
                    <a:pt x="3294" y="2106"/>
                  </a:lnTo>
                  <a:lnTo>
                    <a:pt x="3309" y="2037"/>
                  </a:lnTo>
                  <a:lnTo>
                    <a:pt x="3321" y="1967"/>
                  </a:lnTo>
                  <a:lnTo>
                    <a:pt x="3328" y="1893"/>
                  </a:lnTo>
                  <a:lnTo>
                    <a:pt x="3334" y="1820"/>
                  </a:lnTo>
                  <a:lnTo>
                    <a:pt x="3336" y="1745"/>
                  </a:lnTo>
                  <a:lnTo>
                    <a:pt x="3337" y="1671"/>
                  </a:lnTo>
                  <a:lnTo>
                    <a:pt x="3335" y="1597"/>
                  </a:lnTo>
                  <a:lnTo>
                    <a:pt x="3333" y="1523"/>
                  </a:lnTo>
                  <a:lnTo>
                    <a:pt x="3328" y="1449"/>
                  </a:lnTo>
                  <a:lnTo>
                    <a:pt x="3324" y="1379"/>
                  </a:lnTo>
                  <a:lnTo>
                    <a:pt x="3319" y="1310"/>
                  </a:lnTo>
                  <a:lnTo>
                    <a:pt x="3314" y="1242"/>
                  </a:lnTo>
                  <a:lnTo>
                    <a:pt x="3312" y="1211"/>
                  </a:lnTo>
                  <a:lnTo>
                    <a:pt x="3310" y="1176"/>
                  </a:lnTo>
                  <a:lnTo>
                    <a:pt x="3308" y="1137"/>
                  </a:lnTo>
                  <a:lnTo>
                    <a:pt x="3306" y="1097"/>
                  </a:lnTo>
                  <a:lnTo>
                    <a:pt x="3303" y="1053"/>
                  </a:lnTo>
                  <a:lnTo>
                    <a:pt x="3300" y="1009"/>
                  </a:lnTo>
                  <a:lnTo>
                    <a:pt x="3297" y="963"/>
                  </a:lnTo>
                  <a:lnTo>
                    <a:pt x="3292" y="915"/>
                  </a:lnTo>
                  <a:lnTo>
                    <a:pt x="3287" y="867"/>
                  </a:lnTo>
                  <a:lnTo>
                    <a:pt x="3280" y="818"/>
                  </a:lnTo>
                  <a:lnTo>
                    <a:pt x="3274" y="770"/>
                  </a:lnTo>
                  <a:lnTo>
                    <a:pt x="3265" y="722"/>
                  </a:lnTo>
                  <a:lnTo>
                    <a:pt x="3254" y="674"/>
                  </a:lnTo>
                  <a:lnTo>
                    <a:pt x="3242" y="628"/>
                  </a:lnTo>
                  <a:lnTo>
                    <a:pt x="3229" y="582"/>
                  </a:lnTo>
                  <a:lnTo>
                    <a:pt x="3214" y="540"/>
                  </a:lnTo>
                  <a:lnTo>
                    <a:pt x="3196" y="499"/>
                  </a:lnTo>
                  <a:lnTo>
                    <a:pt x="3177" y="461"/>
                  </a:lnTo>
                  <a:lnTo>
                    <a:pt x="3155" y="426"/>
                  </a:lnTo>
                  <a:lnTo>
                    <a:pt x="3131" y="395"/>
                  </a:lnTo>
                  <a:lnTo>
                    <a:pt x="3104" y="367"/>
                  </a:lnTo>
                  <a:lnTo>
                    <a:pt x="3075" y="343"/>
                  </a:lnTo>
                  <a:lnTo>
                    <a:pt x="3042" y="325"/>
                  </a:lnTo>
                  <a:lnTo>
                    <a:pt x="3007" y="311"/>
                  </a:lnTo>
                  <a:lnTo>
                    <a:pt x="2923" y="288"/>
                  </a:lnTo>
                  <a:lnTo>
                    <a:pt x="2838" y="270"/>
                  </a:lnTo>
                  <a:lnTo>
                    <a:pt x="2750" y="258"/>
                  </a:lnTo>
                  <a:lnTo>
                    <a:pt x="2662" y="252"/>
                  </a:lnTo>
                  <a:lnTo>
                    <a:pt x="2572" y="249"/>
                  </a:lnTo>
                  <a:close/>
                  <a:moveTo>
                    <a:pt x="2613" y="0"/>
                  </a:moveTo>
                  <a:lnTo>
                    <a:pt x="2677" y="0"/>
                  </a:lnTo>
                  <a:lnTo>
                    <a:pt x="2742" y="3"/>
                  </a:lnTo>
                  <a:lnTo>
                    <a:pt x="2805" y="8"/>
                  </a:lnTo>
                  <a:lnTo>
                    <a:pt x="2867" y="16"/>
                  </a:lnTo>
                  <a:lnTo>
                    <a:pt x="2929" y="27"/>
                  </a:lnTo>
                  <a:lnTo>
                    <a:pt x="2988" y="41"/>
                  </a:lnTo>
                  <a:lnTo>
                    <a:pt x="3044" y="59"/>
                  </a:lnTo>
                  <a:lnTo>
                    <a:pt x="3099" y="79"/>
                  </a:lnTo>
                  <a:lnTo>
                    <a:pt x="3151" y="105"/>
                  </a:lnTo>
                  <a:lnTo>
                    <a:pt x="3201" y="135"/>
                  </a:lnTo>
                  <a:lnTo>
                    <a:pt x="3247" y="169"/>
                  </a:lnTo>
                  <a:lnTo>
                    <a:pt x="3286" y="205"/>
                  </a:lnTo>
                  <a:lnTo>
                    <a:pt x="3322" y="244"/>
                  </a:lnTo>
                  <a:lnTo>
                    <a:pt x="3354" y="289"/>
                  </a:lnTo>
                  <a:lnTo>
                    <a:pt x="3383" y="336"/>
                  </a:lnTo>
                  <a:lnTo>
                    <a:pt x="3408" y="386"/>
                  </a:lnTo>
                  <a:lnTo>
                    <a:pt x="3431" y="438"/>
                  </a:lnTo>
                  <a:lnTo>
                    <a:pt x="3452" y="494"/>
                  </a:lnTo>
                  <a:lnTo>
                    <a:pt x="3469" y="551"/>
                  </a:lnTo>
                  <a:lnTo>
                    <a:pt x="3485" y="609"/>
                  </a:lnTo>
                  <a:lnTo>
                    <a:pt x="3498" y="668"/>
                  </a:lnTo>
                  <a:lnTo>
                    <a:pt x="3509" y="729"/>
                  </a:lnTo>
                  <a:lnTo>
                    <a:pt x="3518" y="789"/>
                  </a:lnTo>
                  <a:lnTo>
                    <a:pt x="3526" y="851"/>
                  </a:lnTo>
                  <a:lnTo>
                    <a:pt x="3533" y="911"/>
                  </a:lnTo>
                  <a:lnTo>
                    <a:pt x="3538" y="971"/>
                  </a:lnTo>
                  <a:lnTo>
                    <a:pt x="3543" y="1028"/>
                  </a:lnTo>
                  <a:lnTo>
                    <a:pt x="3546" y="1085"/>
                  </a:lnTo>
                  <a:lnTo>
                    <a:pt x="3549" y="1140"/>
                  </a:lnTo>
                  <a:lnTo>
                    <a:pt x="3552" y="1192"/>
                  </a:lnTo>
                  <a:lnTo>
                    <a:pt x="3556" y="1242"/>
                  </a:lnTo>
                  <a:lnTo>
                    <a:pt x="3559" y="1296"/>
                  </a:lnTo>
                  <a:lnTo>
                    <a:pt x="3562" y="1352"/>
                  </a:lnTo>
                  <a:lnTo>
                    <a:pt x="3567" y="1411"/>
                  </a:lnTo>
                  <a:lnTo>
                    <a:pt x="3570" y="1471"/>
                  </a:lnTo>
                  <a:lnTo>
                    <a:pt x="3573" y="1533"/>
                  </a:lnTo>
                  <a:lnTo>
                    <a:pt x="3577" y="1597"/>
                  </a:lnTo>
                  <a:lnTo>
                    <a:pt x="3578" y="1661"/>
                  </a:lnTo>
                  <a:lnTo>
                    <a:pt x="3579" y="1727"/>
                  </a:lnTo>
                  <a:lnTo>
                    <a:pt x="3578" y="1791"/>
                  </a:lnTo>
                  <a:lnTo>
                    <a:pt x="3575" y="1857"/>
                  </a:lnTo>
                  <a:lnTo>
                    <a:pt x="3571" y="1922"/>
                  </a:lnTo>
                  <a:lnTo>
                    <a:pt x="3566" y="1986"/>
                  </a:lnTo>
                  <a:lnTo>
                    <a:pt x="3557" y="2051"/>
                  </a:lnTo>
                  <a:lnTo>
                    <a:pt x="3546" y="2113"/>
                  </a:lnTo>
                  <a:lnTo>
                    <a:pt x="3532" y="2173"/>
                  </a:lnTo>
                  <a:lnTo>
                    <a:pt x="3514" y="2232"/>
                  </a:lnTo>
                  <a:lnTo>
                    <a:pt x="3493" y="2288"/>
                  </a:lnTo>
                  <a:lnTo>
                    <a:pt x="3469" y="2343"/>
                  </a:lnTo>
                  <a:lnTo>
                    <a:pt x="3441" y="2394"/>
                  </a:lnTo>
                  <a:lnTo>
                    <a:pt x="3409" y="2442"/>
                  </a:lnTo>
                  <a:lnTo>
                    <a:pt x="3372" y="2487"/>
                  </a:lnTo>
                  <a:lnTo>
                    <a:pt x="3327" y="2534"/>
                  </a:lnTo>
                  <a:lnTo>
                    <a:pt x="3279" y="2574"/>
                  </a:lnTo>
                  <a:lnTo>
                    <a:pt x="3229" y="2611"/>
                  </a:lnTo>
                  <a:lnTo>
                    <a:pt x="3177" y="2643"/>
                  </a:lnTo>
                  <a:lnTo>
                    <a:pt x="3122" y="2670"/>
                  </a:lnTo>
                  <a:lnTo>
                    <a:pt x="3066" y="2693"/>
                  </a:lnTo>
                  <a:lnTo>
                    <a:pt x="3008" y="2714"/>
                  </a:lnTo>
                  <a:lnTo>
                    <a:pt x="2950" y="2730"/>
                  </a:lnTo>
                  <a:lnTo>
                    <a:pt x="2890" y="2743"/>
                  </a:lnTo>
                  <a:lnTo>
                    <a:pt x="2829" y="2754"/>
                  </a:lnTo>
                  <a:lnTo>
                    <a:pt x="2767" y="2762"/>
                  </a:lnTo>
                  <a:lnTo>
                    <a:pt x="2705" y="2767"/>
                  </a:lnTo>
                  <a:lnTo>
                    <a:pt x="2641" y="2772"/>
                  </a:lnTo>
                  <a:lnTo>
                    <a:pt x="2579" y="2774"/>
                  </a:lnTo>
                  <a:lnTo>
                    <a:pt x="2515" y="2775"/>
                  </a:lnTo>
                  <a:lnTo>
                    <a:pt x="2452" y="2775"/>
                  </a:lnTo>
                  <a:lnTo>
                    <a:pt x="2389" y="2775"/>
                  </a:lnTo>
                  <a:lnTo>
                    <a:pt x="2326" y="2774"/>
                  </a:lnTo>
                  <a:lnTo>
                    <a:pt x="2264" y="2772"/>
                  </a:lnTo>
                  <a:lnTo>
                    <a:pt x="2203" y="2771"/>
                  </a:lnTo>
                  <a:lnTo>
                    <a:pt x="2142" y="2771"/>
                  </a:lnTo>
                  <a:lnTo>
                    <a:pt x="2136" y="2769"/>
                  </a:lnTo>
                  <a:lnTo>
                    <a:pt x="2131" y="2769"/>
                  </a:lnTo>
                  <a:lnTo>
                    <a:pt x="2117" y="2815"/>
                  </a:lnTo>
                  <a:lnTo>
                    <a:pt x="2099" y="2861"/>
                  </a:lnTo>
                  <a:lnTo>
                    <a:pt x="2079" y="2906"/>
                  </a:lnTo>
                  <a:lnTo>
                    <a:pt x="2058" y="2951"/>
                  </a:lnTo>
                  <a:lnTo>
                    <a:pt x="2036" y="2993"/>
                  </a:lnTo>
                  <a:lnTo>
                    <a:pt x="2015" y="3033"/>
                  </a:lnTo>
                  <a:lnTo>
                    <a:pt x="1996" y="3071"/>
                  </a:lnTo>
                  <a:lnTo>
                    <a:pt x="1956" y="3152"/>
                  </a:lnTo>
                  <a:lnTo>
                    <a:pt x="1913" y="3233"/>
                  </a:lnTo>
                  <a:lnTo>
                    <a:pt x="1869" y="3312"/>
                  </a:lnTo>
                  <a:lnTo>
                    <a:pt x="1821" y="3389"/>
                  </a:lnTo>
                  <a:lnTo>
                    <a:pt x="1769" y="3463"/>
                  </a:lnTo>
                  <a:lnTo>
                    <a:pt x="1712" y="3535"/>
                  </a:lnTo>
                  <a:lnTo>
                    <a:pt x="1697" y="3548"/>
                  </a:lnTo>
                  <a:lnTo>
                    <a:pt x="1680" y="3559"/>
                  </a:lnTo>
                  <a:lnTo>
                    <a:pt x="1660" y="3565"/>
                  </a:lnTo>
                  <a:lnTo>
                    <a:pt x="1639" y="3568"/>
                  </a:lnTo>
                  <a:lnTo>
                    <a:pt x="1618" y="3567"/>
                  </a:lnTo>
                  <a:lnTo>
                    <a:pt x="1596" y="3563"/>
                  </a:lnTo>
                  <a:lnTo>
                    <a:pt x="1578" y="3555"/>
                  </a:lnTo>
                  <a:lnTo>
                    <a:pt x="1560" y="3544"/>
                  </a:lnTo>
                  <a:lnTo>
                    <a:pt x="1545" y="3530"/>
                  </a:lnTo>
                  <a:lnTo>
                    <a:pt x="1535" y="3512"/>
                  </a:lnTo>
                  <a:lnTo>
                    <a:pt x="1422" y="3246"/>
                  </a:lnTo>
                  <a:lnTo>
                    <a:pt x="1310" y="2979"/>
                  </a:lnTo>
                  <a:lnTo>
                    <a:pt x="1201" y="2712"/>
                  </a:lnTo>
                  <a:lnTo>
                    <a:pt x="1152" y="2729"/>
                  </a:lnTo>
                  <a:lnTo>
                    <a:pt x="1101" y="2745"/>
                  </a:lnTo>
                  <a:lnTo>
                    <a:pt x="1051" y="2760"/>
                  </a:lnTo>
                  <a:lnTo>
                    <a:pt x="1000" y="2773"/>
                  </a:lnTo>
                  <a:lnTo>
                    <a:pt x="947" y="2781"/>
                  </a:lnTo>
                  <a:lnTo>
                    <a:pt x="896" y="2789"/>
                  </a:lnTo>
                  <a:lnTo>
                    <a:pt x="844" y="2793"/>
                  </a:lnTo>
                  <a:lnTo>
                    <a:pt x="792" y="2795"/>
                  </a:lnTo>
                  <a:lnTo>
                    <a:pt x="742" y="2793"/>
                  </a:lnTo>
                  <a:lnTo>
                    <a:pt x="692" y="2788"/>
                  </a:lnTo>
                  <a:lnTo>
                    <a:pt x="643" y="2779"/>
                  </a:lnTo>
                  <a:lnTo>
                    <a:pt x="594" y="2767"/>
                  </a:lnTo>
                  <a:lnTo>
                    <a:pt x="547" y="2751"/>
                  </a:lnTo>
                  <a:lnTo>
                    <a:pt x="502" y="2731"/>
                  </a:lnTo>
                  <a:lnTo>
                    <a:pt x="458" y="2707"/>
                  </a:lnTo>
                  <a:lnTo>
                    <a:pt x="416" y="2678"/>
                  </a:lnTo>
                  <a:lnTo>
                    <a:pt x="377" y="2645"/>
                  </a:lnTo>
                  <a:lnTo>
                    <a:pt x="340" y="2607"/>
                  </a:lnTo>
                  <a:lnTo>
                    <a:pt x="305" y="2564"/>
                  </a:lnTo>
                  <a:lnTo>
                    <a:pt x="273" y="2515"/>
                  </a:lnTo>
                  <a:lnTo>
                    <a:pt x="235" y="2447"/>
                  </a:lnTo>
                  <a:lnTo>
                    <a:pt x="200" y="2372"/>
                  </a:lnTo>
                  <a:lnTo>
                    <a:pt x="169" y="2296"/>
                  </a:lnTo>
                  <a:lnTo>
                    <a:pt x="141" y="2217"/>
                  </a:lnTo>
                  <a:lnTo>
                    <a:pt x="117" y="2136"/>
                  </a:lnTo>
                  <a:lnTo>
                    <a:pt x="96" y="2053"/>
                  </a:lnTo>
                  <a:lnTo>
                    <a:pt x="78" y="1968"/>
                  </a:lnTo>
                  <a:lnTo>
                    <a:pt x="61" y="1881"/>
                  </a:lnTo>
                  <a:lnTo>
                    <a:pt x="48" y="1795"/>
                  </a:lnTo>
                  <a:lnTo>
                    <a:pt x="37" y="1708"/>
                  </a:lnTo>
                  <a:lnTo>
                    <a:pt x="27" y="1621"/>
                  </a:lnTo>
                  <a:lnTo>
                    <a:pt x="21" y="1533"/>
                  </a:lnTo>
                  <a:lnTo>
                    <a:pt x="14" y="1448"/>
                  </a:lnTo>
                  <a:lnTo>
                    <a:pt x="10" y="1363"/>
                  </a:lnTo>
                  <a:lnTo>
                    <a:pt x="5" y="1280"/>
                  </a:lnTo>
                  <a:lnTo>
                    <a:pt x="3" y="1199"/>
                  </a:lnTo>
                  <a:lnTo>
                    <a:pt x="1" y="1120"/>
                  </a:lnTo>
                  <a:lnTo>
                    <a:pt x="0" y="1061"/>
                  </a:lnTo>
                  <a:lnTo>
                    <a:pt x="2" y="1003"/>
                  </a:lnTo>
                  <a:lnTo>
                    <a:pt x="7" y="945"/>
                  </a:lnTo>
                  <a:lnTo>
                    <a:pt x="13" y="889"/>
                  </a:lnTo>
                  <a:lnTo>
                    <a:pt x="23" y="834"/>
                  </a:lnTo>
                  <a:lnTo>
                    <a:pt x="35" y="780"/>
                  </a:lnTo>
                  <a:lnTo>
                    <a:pt x="50" y="727"/>
                  </a:lnTo>
                  <a:lnTo>
                    <a:pt x="68" y="677"/>
                  </a:lnTo>
                  <a:lnTo>
                    <a:pt x="90" y="628"/>
                  </a:lnTo>
                  <a:lnTo>
                    <a:pt x="115" y="581"/>
                  </a:lnTo>
                  <a:lnTo>
                    <a:pt x="142" y="536"/>
                  </a:lnTo>
                  <a:lnTo>
                    <a:pt x="174" y="495"/>
                  </a:lnTo>
                  <a:lnTo>
                    <a:pt x="210" y="456"/>
                  </a:lnTo>
                  <a:lnTo>
                    <a:pt x="248" y="419"/>
                  </a:lnTo>
                  <a:lnTo>
                    <a:pt x="292" y="386"/>
                  </a:lnTo>
                  <a:lnTo>
                    <a:pt x="339" y="355"/>
                  </a:lnTo>
                  <a:lnTo>
                    <a:pt x="390" y="328"/>
                  </a:lnTo>
                  <a:lnTo>
                    <a:pt x="446" y="305"/>
                  </a:lnTo>
                  <a:lnTo>
                    <a:pt x="506" y="285"/>
                  </a:lnTo>
                  <a:lnTo>
                    <a:pt x="592" y="265"/>
                  </a:lnTo>
                  <a:lnTo>
                    <a:pt x="679" y="247"/>
                  </a:lnTo>
                  <a:lnTo>
                    <a:pt x="766" y="235"/>
                  </a:lnTo>
                  <a:lnTo>
                    <a:pt x="853" y="224"/>
                  </a:lnTo>
                  <a:lnTo>
                    <a:pt x="942" y="216"/>
                  </a:lnTo>
                  <a:lnTo>
                    <a:pt x="1029" y="206"/>
                  </a:lnTo>
                  <a:lnTo>
                    <a:pt x="1117" y="196"/>
                  </a:lnTo>
                  <a:lnTo>
                    <a:pt x="1204" y="184"/>
                  </a:lnTo>
                  <a:lnTo>
                    <a:pt x="1450" y="144"/>
                  </a:lnTo>
                  <a:lnTo>
                    <a:pt x="1696" y="104"/>
                  </a:lnTo>
                  <a:lnTo>
                    <a:pt x="1942" y="68"/>
                  </a:lnTo>
                  <a:lnTo>
                    <a:pt x="1994" y="61"/>
                  </a:lnTo>
                  <a:lnTo>
                    <a:pt x="2049" y="53"/>
                  </a:lnTo>
                  <a:lnTo>
                    <a:pt x="2106" y="44"/>
                  </a:lnTo>
                  <a:lnTo>
                    <a:pt x="2166" y="37"/>
                  </a:lnTo>
                  <a:lnTo>
                    <a:pt x="2226" y="29"/>
                  </a:lnTo>
                  <a:lnTo>
                    <a:pt x="2289" y="21"/>
                  </a:lnTo>
                  <a:lnTo>
                    <a:pt x="2353" y="15"/>
                  </a:lnTo>
                  <a:lnTo>
                    <a:pt x="2417" y="8"/>
                  </a:lnTo>
                  <a:lnTo>
                    <a:pt x="2482" y="4"/>
                  </a:lnTo>
                  <a:lnTo>
                    <a:pt x="2547" y="1"/>
                  </a:lnTo>
                  <a:lnTo>
                    <a:pt x="2613" y="0"/>
                  </a:lnTo>
                  <a:close/>
                </a:path>
              </a:pathLst>
            </a:custGeom>
            <a:solidFill>
              <a:schemeClr val="bg1"/>
            </a:solidFill>
            <a:ln w="7144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462;p7">
              <a:extLst>
                <a:ext uri="{FF2B5EF4-FFF2-40B4-BE49-F238E27FC236}">
                  <a16:creationId xmlns:a16="http://schemas.microsoft.com/office/drawing/2014/main" id="{E333160B-6337-DB03-9E33-6FE69739EFDB}"/>
                </a:ext>
              </a:extLst>
            </p:cNvPr>
            <p:cNvSpPr/>
            <p:nvPr/>
          </p:nvSpPr>
          <p:spPr>
            <a:xfrm>
              <a:off x="7111982" y="5527450"/>
              <a:ext cx="344302" cy="82954"/>
            </a:xfrm>
            <a:custGeom>
              <a:avLst/>
              <a:gdLst/>
              <a:ahLst/>
              <a:cxnLst/>
              <a:rect l="l" t="t" r="r" b="b"/>
              <a:pathLst>
                <a:path w="2464" h="609" extrusionOk="0">
                  <a:moveTo>
                    <a:pt x="2390" y="0"/>
                  </a:moveTo>
                  <a:lnTo>
                    <a:pt x="2408" y="6"/>
                  </a:lnTo>
                  <a:lnTo>
                    <a:pt x="2425" y="14"/>
                  </a:lnTo>
                  <a:lnTo>
                    <a:pt x="2438" y="26"/>
                  </a:lnTo>
                  <a:lnTo>
                    <a:pt x="2449" y="42"/>
                  </a:lnTo>
                  <a:lnTo>
                    <a:pt x="2456" y="59"/>
                  </a:lnTo>
                  <a:lnTo>
                    <a:pt x="2462" y="78"/>
                  </a:lnTo>
                  <a:lnTo>
                    <a:pt x="2464" y="97"/>
                  </a:lnTo>
                  <a:lnTo>
                    <a:pt x="2464" y="116"/>
                  </a:lnTo>
                  <a:lnTo>
                    <a:pt x="2461" y="136"/>
                  </a:lnTo>
                  <a:lnTo>
                    <a:pt x="2455" y="153"/>
                  </a:lnTo>
                  <a:lnTo>
                    <a:pt x="2437" y="186"/>
                  </a:lnTo>
                  <a:lnTo>
                    <a:pt x="2414" y="215"/>
                  </a:lnTo>
                  <a:lnTo>
                    <a:pt x="2386" y="244"/>
                  </a:lnTo>
                  <a:lnTo>
                    <a:pt x="2354" y="269"/>
                  </a:lnTo>
                  <a:lnTo>
                    <a:pt x="2318" y="292"/>
                  </a:lnTo>
                  <a:lnTo>
                    <a:pt x="2277" y="313"/>
                  </a:lnTo>
                  <a:lnTo>
                    <a:pt x="2235" y="332"/>
                  </a:lnTo>
                  <a:lnTo>
                    <a:pt x="2189" y="349"/>
                  </a:lnTo>
                  <a:lnTo>
                    <a:pt x="2141" y="365"/>
                  </a:lnTo>
                  <a:lnTo>
                    <a:pt x="2090" y="379"/>
                  </a:lnTo>
                  <a:lnTo>
                    <a:pt x="2039" y="391"/>
                  </a:lnTo>
                  <a:lnTo>
                    <a:pt x="1985" y="402"/>
                  </a:lnTo>
                  <a:lnTo>
                    <a:pt x="1933" y="412"/>
                  </a:lnTo>
                  <a:lnTo>
                    <a:pt x="1879" y="420"/>
                  </a:lnTo>
                  <a:lnTo>
                    <a:pt x="1826" y="428"/>
                  </a:lnTo>
                  <a:lnTo>
                    <a:pt x="1773" y="434"/>
                  </a:lnTo>
                  <a:lnTo>
                    <a:pt x="1721" y="440"/>
                  </a:lnTo>
                  <a:lnTo>
                    <a:pt x="1671" y="445"/>
                  </a:lnTo>
                  <a:lnTo>
                    <a:pt x="1623" y="450"/>
                  </a:lnTo>
                  <a:lnTo>
                    <a:pt x="1577" y="454"/>
                  </a:lnTo>
                  <a:lnTo>
                    <a:pt x="1534" y="458"/>
                  </a:lnTo>
                  <a:lnTo>
                    <a:pt x="1494" y="462"/>
                  </a:lnTo>
                  <a:lnTo>
                    <a:pt x="1458" y="465"/>
                  </a:lnTo>
                  <a:lnTo>
                    <a:pt x="1425" y="469"/>
                  </a:lnTo>
                  <a:lnTo>
                    <a:pt x="1159" y="502"/>
                  </a:lnTo>
                  <a:lnTo>
                    <a:pt x="893" y="533"/>
                  </a:lnTo>
                  <a:lnTo>
                    <a:pt x="626" y="562"/>
                  </a:lnTo>
                  <a:lnTo>
                    <a:pt x="358" y="587"/>
                  </a:lnTo>
                  <a:lnTo>
                    <a:pt x="93" y="609"/>
                  </a:lnTo>
                  <a:lnTo>
                    <a:pt x="69" y="608"/>
                  </a:lnTo>
                  <a:lnTo>
                    <a:pt x="49" y="604"/>
                  </a:lnTo>
                  <a:lnTo>
                    <a:pt x="33" y="594"/>
                  </a:lnTo>
                  <a:lnTo>
                    <a:pt x="20" y="582"/>
                  </a:lnTo>
                  <a:lnTo>
                    <a:pt x="10" y="566"/>
                  </a:lnTo>
                  <a:lnTo>
                    <a:pt x="3" y="549"/>
                  </a:lnTo>
                  <a:lnTo>
                    <a:pt x="0" y="530"/>
                  </a:lnTo>
                  <a:lnTo>
                    <a:pt x="0" y="512"/>
                  </a:lnTo>
                  <a:lnTo>
                    <a:pt x="3" y="492"/>
                  </a:lnTo>
                  <a:lnTo>
                    <a:pt x="10" y="474"/>
                  </a:lnTo>
                  <a:lnTo>
                    <a:pt x="18" y="456"/>
                  </a:lnTo>
                  <a:lnTo>
                    <a:pt x="32" y="441"/>
                  </a:lnTo>
                  <a:lnTo>
                    <a:pt x="48" y="429"/>
                  </a:lnTo>
                  <a:lnTo>
                    <a:pt x="67" y="419"/>
                  </a:lnTo>
                  <a:lnTo>
                    <a:pt x="154" y="390"/>
                  </a:lnTo>
                  <a:lnTo>
                    <a:pt x="245" y="365"/>
                  </a:lnTo>
                  <a:lnTo>
                    <a:pt x="338" y="344"/>
                  </a:lnTo>
                  <a:lnTo>
                    <a:pt x="432" y="326"/>
                  </a:lnTo>
                  <a:lnTo>
                    <a:pt x="527" y="312"/>
                  </a:lnTo>
                  <a:lnTo>
                    <a:pt x="624" y="301"/>
                  </a:lnTo>
                  <a:lnTo>
                    <a:pt x="721" y="292"/>
                  </a:lnTo>
                  <a:lnTo>
                    <a:pt x="818" y="283"/>
                  </a:lnTo>
                  <a:lnTo>
                    <a:pt x="916" y="275"/>
                  </a:lnTo>
                  <a:lnTo>
                    <a:pt x="1012" y="268"/>
                  </a:lnTo>
                  <a:lnTo>
                    <a:pt x="1107" y="260"/>
                  </a:lnTo>
                  <a:lnTo>
                    <a:pt x="1200" y="251"/>
                  </a:lnTo>
                  <a:lnTo>
                    <a:pt x="1292" y="241"/>
                  </a:lnTo>
                  <a:lnTo>
                    <a:pt x="1408" y="227"/>
                  </a:lnTo>
                  <a:lnTo>
                    <a:pt x="1526" y="211"/>
                  </a:lnTo>
                  <a:lnTo>
                    <a:pt x="1643" y="194"/>
                  </a:lnTo>
                  <a:lnTo>
                    <a:pt x="1760" y="175"/>
                  </a:lnTo>
                  <a:lnTo>
                    <a:pt x="1876" y="151"/>
                  </a:lnTo>
                  <a:lnTo>
                    <a:pt x="1991" y="124"/>
                  </a:lnTo>
                  <a:lnTo>
                    <a:pt x="2044" y="107"/>
                  </a:lnTo>
                  <a:lnTo>
                    <a:pt x="2098" y="88"/>
                  </a:lnTo>
                  <a:lnTo>
                    <a:pt x="2152" y="66"/>
                  </a:lnTo>
                  <a:lnTo>
                    <a:pt x="2205" y="45"/>
                  </a:lnTo>
                  <a:lnTo>
                    <a:pt x="2259" y="25"/>
                  </a:lnTo>
                  <a:lnTo>
                    <a:pt x="2313" y="10"/>
                  </a:lnTo>
                  <a:lnTo>
                    <a:pt x="2368" y="0"/>
                  </a:lnTo>
                  <a:lnTo>
                    <a:pt x="2390" y="0"/>
                  </a:lnTo>
                  <a:close/>
                </a:path>
              </a:pathLst>
            </a:custGeom>
            <a:solidFill>
              <a:schemeClr val="bg1"/>
            </a:solidFill>
            <a:ln w="7144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463;p7">
              <a:extLst>
                <a:ext uri="{FF2B5EF4-FFF2-40B4-BE49-F238E27FC236}">
                  <a16:creationId xmlns:a16="http://schemas.microsoft.com/office/drawing/2014/main" id="{CDB7B951-A682-867F-43CA-EF45D27250D7}"/>
                </a:ext>
              </a:extLst>
            </p:cNvPr>
            <p:cNvSpPr/>
            <p:nvPr/>
          </p:nvSpPr>
          <p:spPr>
            <a:xfrm>
              <a:off x="7118692" y="5609586"/>
              <a:ext cx="342205" cy="67425"/>
            </a:xfrm>
            <a:custGeom>
              <a:avLst/>
              <a:gdLst/>
              <a:ahLst/>
              <a:cxnLst/>
              <a:rect l="l" t="t" r="r" b="b"/>
              <a:pathLst>
                <a:path w="2446" h="495" extrusionOk="0">
                  <a:moveTo>
                    <a:pt x="2347" y="0"/>
                  </a:moveTo>
                  <a:lnTo>
                    <a:pt x="2370" y="3"/>
                  </a:lnTo>
                  <a:lnTo>
                    <a:pt x="2391" y="12"/>
                  </a:lnTo>
                  <a:lnTo>
                    <a:pt x="2410" y="24"/>
                  </a:lnTo>
                  <a:lnTo>
                    <a:pt x="2425" y="40"/>
                  </a:lnTo>
                  <a:lnTo>
                    <a:pt x="2436" y="58"/>
                  </a:lnTo>
                  <a:lnTo>
                    <a:pt x="2444" y="79"/>
                  </a:lnTo>
                  <a:lnTo>
                    <a:pt x="2446" y="101"/>
                  </a:lnTo>
                  <a:lnTo>
                    <a:pt x="2441" y="124"/>
                  </a:lnTo>
                  <a:lnTo>
                    <a:pt x="2432" y="145"/>
                  </a:lnTo>
                  <a:lnTo>
                    <a:pt x="2405" y="180"/>
                  </a:lnTo>
                  <a:lnTo>
                    <a:pt x="2374" y="211"/>
                  </a:lnTo>
                  <a:lnTo>
                    <a:pt x="2339" y="240"/>
                  </a:lnTo>
                  <a:lnTo>
                    <a:pt x="2299" y="266"/>
                  </a:lnTo>
                  <a:lnTo>
                    <a:pt x="2256" y="290"/>
                  </a:lnTo>
                  <a:lnTo>
                    <a:pt x="2210" y="312"/>
                  </a:lnTo>
                  <a:lnTo>
                    <a:pt x="2162" y="330"/>
                  </a:lnTo>
                  <a:lnTo>
                    <a:pt x="2110" y="348"/>
                  </a:lnTo>
                  <a:lnTo>
                    <a:pt x="2058" y="363"/>
                  </a:lnTo>
                  <a:lnTo>
                    <a:pt x="2003" y="376"/>
                  </a:lnTo>
                  <a:lnTo>
                    <a:pt x="1947" y="388"/>
                  </a:lnTo>
                  <a:lnTo>
                    <a:pt x="1891" y="399"/>
                  </a:lnTo>
                  <a:lnTo>
                    <a:pt x="1835" y="408"/>
                  </a:lnTo>
                  <a:lnTo>
                    <a:pt x="1778" y="415"/>
                  </a:lnTo>
                  <a:lnTo>
                    <a:pt x="1722" y="423"/>
                  </a:lnTo>
                  <a:lnTo>
                    <a:pt x="1668" y="428"/>
                  </a:lnTo>
                  <a:lnTo>
                    <a:pt x="1614" y="434"/>
                  </a:lnTo>
                  <a:lnTo>
                    <a:pt x="1563" y="438"/>
                  </a:lnTo>
                  <a:lnTo>
                    <a:pt x="1513" y="442"/>
                  </a:lnTo>
                  <a:lnTo>
                    <a:pt x="1466" y="446"/>
                  </a:lnTo>
                  <a:lnTo>
                    <a:pt x="1422" y="449"/>
                  </a:lnTo>
                  <a:lnTo>
                    <a:pt x="1381" y="452"/>
                  </a:lnTo>
                  <a:lnTo>
                    <a:pt x="1237" y="465"/>
                  </a:lnTo>
                  <a:lnTo>
                    <a:pt x="1092" y="476"/>
                  </a:lnTo>
                  <a:lnTo>
                    <a:pt x="945" y="485"/>
                  </a:lnTo>
                  <a:lnTo>
                    <a:pt x="799" y="492"/>
                  </a:lnTo>
                  <a:lnTo>
                    <a:pt x="651" y="495"/>
                  </a:lnTo>
                  <a:lnTo>
                    <a:pt x="505" y="495"/>
                  </a:lnTo>
                  <a:lnTo>
                    <a:pt x="359" y="490"/>
                  </a:lnTo>
                  <a:lnTo>
                    <a:pt x="213" y="482"/>
                  </a:lnTo>
                  <a:lnTo>
                    <a:pt x="69" y="468"/>
                  </a:lnTo>
                  <a:lnTo>
                    <a:pt x="48" y="462"/>
                  </a:lnTo>
                  <a:lnTo>
                    <a:pt x="31" y="453"/>
                  </a:lnTo>
                  <a:lnTo>
                    <a:pt x="17" y="441"/>
                  </a:lnTo>
                  <a:lnTo>
                    <a:pt x="8" y="427"/>
                  </a:lnTo>
                  <a:lnTo>
                    <a:pt x="1" y="412"/>
                  </a:lnTo>
                  <a:lnTo>
                    <a:pt x="0" y="396"/>
                  </a:lnTo>
                  <a:lnTo>
                    <a:pt x="1" y="379"/>
                  </a:lnTo>
                  <a:lnTo>
                    <a:pt x="8" y="364"/>
                  </a:lnTo>
                  <a:lnTo>
                    <a:pt x="18" y="350"/>
                  </a:lnTo>
                  <a:lnTo>
                    <a:pt x="31" y="338"/>
                  </a:lnTo>
                  <a:lnTo>
                    <a:pt x="48" y="329"/>
                  </a:lnTo>
                  <a:lnTo>
                    <a:pt x="69" y="324"/>
                  </a:lnTo>
                  <a:lnTo>
                    <a:pt x="245" y="305"/>
                  </a:lnTo>
                  <a:lnTo>
                    <a:pt x="421" y="291"/>
                  </a:lnTo>
                  <a:lnTo>
                    <a:pt x="598" y="280"/>
                  </a:lnTo>
                  <a:lnTo>
                    <a:pt x="775" y="270"/>
                  </a:lnTo>
                  <a:lnTo>
                    <a:pt x="951" y="259"/>
                  </a:lnTo>
                  <a:lnTo>
                    <a:pt x="1128" y="245"/>
                  </a:lnTo>
                  <a:lnTo>
                    <a:pt x="1304" y="226"/>
                  </a:lnTo>
                  <a:lnTo>
                    <a:pt x="1429" y="211"/>
                  </a:lnTo>
                  <a:lnTo>
                    <a:pt x="1555" y="194"/>
                  </a:lnTo>
                  <a:lnTo>
                    <a:pt x="1681" y="174"/>
                  </a:lnTo>
                  <a:lnTo>
                    <a:pt x="1805" y="150"/>
                  </a:lnTo>
                  <a:lnTo>
                    <a:pt x="1929" y="121"/>
                  </a:lnTo>
                  <a:lnTo>
                    <a:pt x="1974" y="106"/>
                  </a:lnTo>
                  <a:lnTo>
                    <a:pt x="2020" y="90"/>
                  </a:lnTo>
                  <a:lnTo>
                    <a:pt x="2067" y="73"/>
                  </a:lnTo>
                  <a:lnTo>
                    <a:pt x="2114" y="54"/>
                  </a:lnTo>
                  <a:lnTo>
                    <a:pt x="2161" y="37"/>
                  </a:lnTo>
                  <a:lnTo>
                    <a:pt x="2208" y="21"/>
                  </a:lnTo>
                  <a:lnTo>
                    <a:pt x="2255" y="9"/>
                  </a:lnTo>
                  <a:lnTo>
                    <a:pt x="2301" y="2"/>
                  </a:lnTo>
                  <a:lnTo>
                    <a:pt x="2347" y="0"/>
                  </a:lnTo>
                  <a:close/>
                </a:path>
              </a:pathLst>
            </a:custGeom>
            <a:solidFill>
              <a:schemeClr val="bg1"/>
            </a:solidFill>
            <a:ln w="7144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464;p7">
              <a:extLst>
                <a:ext uri="{FF2B5EF4-FFF2-40B4-BE49-F238E27FC236}">
                  <a16:creationId xmlns:a16="http://schemas.microsoft.com/office/drawing/2014/main" id="{A3644AD5-24A9-8883-D0BF-496B26545078}"/>
                </a:ext>
              </a:extLst>
            </p:cNvPr>
            <p:cNvSpPr/>
            <p:nvPr/>
          </p:nvSpPr>
          <p:spPr>
            <a:xfrm>
              <a:off x="7136305" y="5694992"/>
              <a:ext cx="337592" cy="63339"/>
            </a:xfrm>
            <a:custGeom>
              <a:avLst/>
              <a:gdLst/>
              <a:ahLst/>
              <a:cxnLst/>
              <a:rect l="l" t="t" r="r" b="b"/>
              <a:pathLst>
                <a:path w="2414" h="464" extrusionOk="0">
                  <a:moveTo>
                    <a:pt x="2312" y="0"/>
                  </a:moveTo>
                  <a:lnTo>
                    <a:pt x="2333" y="3"/>
                  </a:lnTo>
                  <a:lnTo>
                    <a:pt x="2352" y="10"/>
                  </a:lnTo>
                  <a:lnTo>
                    <a:pt x="2370" y="20"/>
                  </a:lnTo>
                  <a:lnTo>
                    <a:pt x="2385" y="35"/>
                  </a:lnTo>
                  <a:lnTo>
                    <a:pt x="2398" y="51"/>
                  </a:lnTo>
                  <a:lnTo>
                    <a:pt x="2408" y="70"/>
                  </a:lnTo>
                  <a:lnTo>
                    <a:pt x="2414" y="89"/>
                  </a:lnTo>
                  <a:lnTo>
                    <a:pt x="2414" y="109"/>
                  </a:lnTo>
                  <a:lnTo>
                    <a:pt x="2409" y="130"/>
                  </a:lnTo>
                  <a:lnTo>
                    <a:pt x="2398" y="148"/>
                  </a:lnTo>
                  <a:lnTo>
                    <a:pt x="2369" y="183"/>
                  </a:lnTo>
                  <a:lnTo>
                    <a:pt x="2335" y="215"/>
                  </a:lnTo>
                  <a:lnTo>
                    <a:pt x="2297" y="243"/>
                  </a:lnTo>
                  <a:lnTo>
                    <a:pt x="2254" y="269"/>
                  </a:lnTo>
                  <a:lnTo>
                    <a:pt x="2209" y="291"/>
                  </a:lnTo>
                  <a:lnTo>
                    <a:pt x="2160" y="312"/>
                  </a:lnTo>
                  <a:lnTo>
                    <a:pt x="2110" y="329"/>
                  </a:lnTo>
                  <a:lnTo>
                    <a:pt x="2056" y="344"/>
                  </a:lnTo>
                  <a:lnTo>
                    <a:pt x="2002" y="359"/>
                  </a:lnTo>
                  <a:lnTo>
                    <a:pt x="1946" y="371"/>
                  </a:lnTo>
                  <a:lnTo>
                    <a:pt x="1889" y="380"/>
                  </a:lnTo>
                  <a:lnTo>
                    <a:pt x="1831" y="389"/>
                  </a:lnTo>
                  <a:lnTo>
                    <a:pt x="1774" y="396"/>
                  </a:lnTo>
                  <a:lnTo>
                    <a:pt x="1718" y="402"/>
                  </a:lnTo>
                  <a:lnTo>
                    <a:pt x="1661" y="408"/>
                  </a:lnTo>
                  <a:lnTo>
                    <a:pt x="1606" y="412"/>
                  </a:lnTo>
                  <a:lnTo>
                    <a:pt x="1553" y="415"/>
                  </a:lnTo>
                  <a:lnTo>
                    <a:pt x="1501" y="419"/>
                  </a:lnTo>
                  <a:lnTo>
                    <a:pt x="1452" y="422"/>
                  </a:lnTo>
                  <a:lnTo>
                    <a:pt x="1405" y="425"/>
                  </a:lnTo>
                  <a:lnTo>
                    <a:pt x="1362" y="428"/>
                  </a:lnTo>
                  <a:lnTo>
                    <a:pt x="1180" y="442"/>
                  </a:lnTo>
                  <a:lnTo>
                    <a:pt x="997" y="452"/>
                  </a:lnTo>
                  <a:lnTo>
                    <a:pt x="813" y="460"/>
                  </a:lnTo>
                  <a:lnTo>
                    <a:pt x="629" y="464"/>
                  </a:lnTo>
                  <a:lnTo>
                    <a:pt x="446" y="463"/>
                  </a:lnTo>
                  <a:lnTo>
                    <a:pt x="262" y="458"/>
                  </a:lnTo>
                  <a:lnTo>
                    <a:pt x="80" y="446"/>
                  </a:lnTo>
                  <a:lnTo>
                    <a:pt x="62" y="443"/>
                  </a:lnTo>
                  <a:lnTo>
                    <a:pt x="47" y="436"/>
                  </a:lnTo>
                  <a:lnTo>
                    <a:pt x="33" y="426"/>
                  </a:lnTo>
                  <a:lnTo>
                    <a:pt x="22" y="414"/>
                  </a:lnTo>
                  <a:lnTo>
                    <a:pt x="12" y="401"/>
                  </a:lnTo>
                  <a:lnTo>
                    <a:pt x="5" y="386"/>
                  </a:lnTo>
                  <a:lnTo>
                    <a:pt x="1" y="371"/>
                  </a:lnTo>
                  <a:lnTo>
                    <a:pt x="0" y="355"/>
                  </a:lnTo>
                  <a:lnTo>
                    <a:pt x="1" y="340"/>
                  </a:lnTo>
                  <a:lnTo>
                    <a:pt x="6" y="325"/>
                  </a:lnTo>
                  <a:lnTo>
                    <a:pt x="14" y="313"/>
                  </a:lnTo>
                  <a:lnTo>
                    <a:pt x="25" y="302"/>
                  </a:lnTo>
                  <a:lnTo>
                    <a:pt x="39" y="293"/>
                  </a:lnTo>
                  <a:lnTo>
                    <a:pt x="58" y="288"/>
                  </a:lnTo>
                  <a:lnTo>
                    <a:pt x="201" y="267"/>
                  </a:lnTo>
                  <a:lnTo>
                    <a:pt x="344" y="252"/>
                  </a:lnTo>
                  <a:lnTo>
                    <a:pt x="488" y="240"/>
                  </a:lnTo>
                  <a:lnTo>
                    <a:pt x="634" y="232"/>
                  </a:lnTo>
                  <a:lnTo>
                    <a:pt x="778" y="226"/>
                  </a:lnTo>
                  <a:lnTo>
                    <a:pt x="923" y="219"/>
                  </a:lnTo>
                  <a:lnTo>
                    <a:pt x="1067" y="211"/>
                  </a:lnTo>
                  <a:lnTo>
                    <a:pt x="1212" y="202"/>
                  </a:lnTo>
                  <a:lnTo>
                    <a:pt x="1326" y="192"/>
                  </a:lnTo>
                  <a:lnTo>
                    <a:pt x="1441" y="181"/>
                  </a:lnTo>
                  <a:lnTo>
                    <a:pt x="1556" y="168"/>
                  </a:lnTo>
                  <a:lnTo>
                    <a:pt x="1669" y="152"/>
                  </a:lnTo>
                  <a:lnTo>
                    <a:pt x="1783" y="133"/>
                  </a:lnTo>
                  <a:lnTo>
                    <a:pt x="1896" y="109"/>
                  </a:lnTo>
                  <a:lnTo>
                    <a:pt x="1947" y="96"/>
                  </a:lnTo>
                  <a:lnTo>
                    <a:pt x="1998" y="78"/>
                  </a:lnTo>
                  <a:lnTo>
                    <a:pt x="2051" y="60"/>
                  </a:lnTo>
                  <a:lnTo>
                    <a:pt x="2103" y="41"/>
                  </a:lnTo>
                  <a:lnTo>
                    <a:pt x="2156" y="25"/>
                  </a:lnTo>
                  <a:lnTo>
                    <a:pt x="2208" y="11"/>
                  </a:lnTo>
                  <a:lnTo>
                    <a:pt x="2261" y="2"/>
                  </a:lnTo>
                  <a:lnTo>
                    <a:pt x="2312" y="0"/>
                  </a:lnTo>
                  <a:close/>
                </a:path>
              </a:pathLst>
            </a:custGeom>
            <a:solidFill>
              <a:schemeClr val="bg1"/>
            </a:solidFill>
            <a:ln w="7144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3770FDF-9759-ABB2-92BE-6CC576A54D71}"/>
              </a:ext>
            </a:extLst>
          </p:cNvPr>
          <p:cNvGrpSpPr/>
          <p:nvPr/>
        </p:nvGrpSpPr>
        <p:grpSpPr>
          <a:xfrm>
            <a:off x="7435214" y="2204536"/>
            <a:ext cx="4560538" cy="900000"/>
            <a:chOff x="7193313" y="3547124"/>
            <a:chExt cx="4560538" cy="900000"/>
          </a:xfrm>
        </p:grpSpPr>
        <p:sp>
          <p:nvSpPr>
            <p:cNvPr id="12" name="Google Shape;489;p8">
              <a:extLst>
                <a:ext uri="{FF2B5EF4-FFF2-40B4-BE49-F238E27FC236}">
                  <a16:creationId xmlns:a16="http://schemas.microsoft.com/office/drawing/2014/main" id="{A1C84E9C-91BF-6B32-61BA-C845B7FBA8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93313" y="3547124"/>
              <a:ext cx="900000" cy="900000"/>
            </a:xfrm>
            <a:prstGeom prst="ellipse">
              <a:avLst/>
            </a:prstGeom>
            <a:solidFill>
              <a:srgbClr val="2C73B9"/>
            </a:solidFill>
            <a:ln>
              <a:noFill/>
            </a:ln>
          </p:spPr>
          <p:txBody>
            <a:bodyPr spcFirstLastPara="1" wrap="square" lIns="91425" tIns="91425" rIns="91425" bIns="91425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chemeClr val="bg1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7A52B80-B540-2D79-952E-31F04B225438}"/>
                </a:ext>
              </a:extLst>
            </p:cNvPr>
            <p:cNvSpPr txBox="1"/>
            <p:nvPr/>
          </p:nvSpPr>
          <p:spPr>
            <a:xfrm>
              <a:off x="8102357" y="3673959"/>
              <a:ext cx="36514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Business-driven situational awareness and insights gain</a:t>
              </a:r>
            </a:p>
          </p:txBody>
        </p:sp>
        <p:pic>
          <p:nvPicPr>
            <p:cNvPr id="34" name="Graphic 33" descr="Research">
              <a:extLst>
                <a:ext uri="{FF2B5EF4-FFF2-40B4-BE49-F238E27FC236}">
                  <a16:creationId xmlns:a16="http://schemas.microsoft.com/office/drawing/2014/main" id="{3997522E-60F4-8560-5B64-FED9EEAF9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7373313" y="3724680"/>
              <a:ext cx="540000" cy="540000"/>
            </a:xfrm>
            <a:prstGeom prst="rect">
              <a:avLst/>
            </a:prstGeom>
            <a:effectLst/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8F54E55-0885-6EA5-E127-D10EB6D32E48}"/>
              </a:ext>
            </a:extLst>
          </p:cNvPr>
          <p:cNvGrpSpPr/>
          <p:nvPr/>
        </p:nvGrpSpPr>
        <p:grpSpPr>
          <a:xfrm>
            <a:off x="6485140" y="5019502"/>
            <a:ext cx="4394346" cy="900000"/>
            <a:chOff x="6470693" y="5421749"/>
            <a:chExt cx="4394346" cy="90000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4994A4C-F3A2-64FC-39A5-E3FA0267E5CA}"/>
                </a:ext>
              </a:extLst>
            </p:cNvPr>
            <p:cNvGrpSpPr/>
            <p:nvPr/>
          </p:nvGrpSpPr>
          <p:grpSpPr>
            <a:xfrm>
              <a:off x="6470693" y="5421749"/>
              <a:ext cx="4394346" cy="900000"/>
              <a:chOff x="6470693" y="5736074"/>
              <a:chExt cx="4394346" cy="900000"/>
            </a:xfrm>
          </p:grpSpPr>
          <p:sp>
            <p:nvSpPr>
              <p:cNvPr id="22" name="Google Shape;489;p8">
                <a:extLst>
                  <a:ext uri="{FF2B5EF4-FFF2-40B4-BE49-F238E27FC236}">
                    <a16:creationId xmlns:a16="http://schemas.microsoft.com/office/drawing/2014/main" id="{94E3E75A-49B7-AB1D-4309-2D2F95951AC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70693" y="5736074"/>
                <a:ext cx="900000" cy="900000"/>
              </a:xfrm>
              <a:prstGeom prst="ellipse">
                <a:avLst/>
              </a:prstGeom>
              <a:solidFill>
                <a:srgbClr val="2C73B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1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600" b="0" i="0" u="none" strike="noStrike" cap="none">
                  <a:solidFill>
                    <a:schemeClr val="bg1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73B6D1B-88D1-2A38-C32E-33DABDD24D06}"/>
                  </a:ext>
                </a:extLst>
              </p:cNvPr>
              <p:cNvSpPr txBox="1"/>
              <p:nvPr/>
            </p:nvSpPr>
            <p:spPr>
              <a:xfrm>
                <a:off x="7379737" y="5862909"/>
                <a:ext cx="348530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414141"/>
                    </a:solidFill>
                    <a:latin typeface="+mj-lt"/>
                    <a:cs typeface="Krub" panose="00000500000000000000" pitchFamily="2" charset="-34"/>
                  </a:defRPr>
                </a:lvl1pPr>
              </a:lstStyle>
              <a:p>
                <a:r>
                  <a:rPr lang="en-US" dirty="0"/>
                  <a:t>Integration of real-time and historical information</a:t>
                </a:r>
              </a:p>
            </p:txBody>
          </p:sp>
        </p:grpSp>
        <p:pic>
          <p:nvPicPr>
            <p:cNvPr id="35" name="Graphic 34" descr="Stopwatch">
              <a:extLst>
                <a:ext uri="{FF2B5EF4-FFF2-40B4-BE49-F238E27FC236}">
                  <a16:creationId xmlns:a16="http://schemas.microsoft.com/office/drawing/2014/main" id="{309617F6-6F18-9CC1-C353-601B69E09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653313" y="5601749"/>
              <a:ext cx="540000" cy="540000"/>
            </a:xfrm>
            <a:prstGeom prst="rect">
              <a:avLst/>
            </a:prstGeom>
            <a:effectLst/>
          </p:spPr>
        </p:pic>
      </p:grpSp>
    </p:spTree>
    <p:extLst>
      <p:ext uri="{BB962C8B-B14F-4D97-AF65-F5344CB8AC3E}">
        <p14:creationId xmlns:p14="http://schemas.microsoft.com/office/powerpoint/2010/main" val="284605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008547-BA1E-D9C3-5F33-728231949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data-driven solution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15FE7B-10C4-D74F-B515-F6B88E44A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64" y="2012867"/>
            <a:ext cx="8896783" cy="354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634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FCF813D-942B-15D3-DE8F-612FC51DF744}"/>
              </a:ext>
            </a:extLst>
          </p:cNvPr>
          <p:cNvSpPr/>
          <p:nvPr/>
        </p:nvSpPr>
        <p:spPr>
          <a:xfrm>
            <a:off x="5576888" y="2064385"/>
            <a:ext cx="1038225" cy="10382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383D95-E4F3-166B-20CB-D8B83583A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Use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BAB7D164-8D90-2E64-A48A-CEF6DFE266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5721007" y="2209750"/>
            <a:ext cx="758520" cy="756000"/>
          </a:xfrm>
          <a:prstGeom prst="rect">
            <a:avLst/>
          </a:prstGeom>
        </p:spPr>
      </p:pic>
      <p:sp>
        <p:nvSpPr>
          <p:cNvPr id="6" name="Google Shape;480;p8">
            <a:extLst>
              <a:ext uri="{FF2B5EF4-FFF2-40B4-BE49-F238E27FC236}">
                <a16:creationId xmlns:a16="http://schemas.microsoft.com/office/drawing/2014/main" id="{06800993-90E0-0E90-4C3F-921E64BE8ADA}"/>
              </a:ext>
            </a:extLst>
          </p:cNvPr>
          <p:cNvSpPr txBox="1"/>
          <p:nvPr/>
        </p:nvSpPr>
        <p:spPr>
          <a:xfrm>
            <a:off x="788895" y="2183407"/>
            <a:ext cx="4643874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  <a:ea typeface="Open Sans"/>
                <a:cs typeface="Open Sans"/>
                <a:sym typeface="Open Sans"/>
              </a:rPr>
              <a:t>Predictive Maintenance &amp; Digital Forensics</a:t>
            </a:r>
          </a:p>
          <a:p>
            <a:pPr algn="r"/>
            <a:r>
              <a:rPr lang="en-US" sz="1400" b="1" dirty="0">
                <a:solidFill>
                  <a:schemeClr val="bg1"/>
                </a:solidFill>
                <a:ea typeface="Open Sans"/>
                <a:cs typeface="Open Sans"/>
              </a:rPr>
              <a:t>Real-time insights on production assets health monitoring</a:t>
            </a:r>
          </a:p>
          <a:p>
            <a:pPr algn="r"/>
            <a:r>
              <a:rPr lang="en-US" sz="1400" b="1" dirty="0">
                <a:solidFill>
                  <a:schemeClr val="bg1"/>
                </a:solidFill>
                <a:ea typeface="Open Sans"/>
                <a:cs typeface="Open Sans"/>
              </a:rPr>
              <a:t>Threats avoidance &amp; detection on connected smart assets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A02A0-A678-506D-1C4A-EFD9FA7151B1}"/>
              </a:ext>
            </a:extLst>
          </p:cNvPr>
          <p:cNvSpPr/>
          <p:nvPr/>
        </p:nvSpPr>
        <p:spPr>
          <a:xfrm>
            <a:off x="5576885" y="3568480"/>
            <a:ext cx="1038225" cy="10382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D77E9E-3752-585F-74A6-01AA17E1BC8D}"/>
              </a:ext>
            </a:extLst>
          </p:cNvPr>
          <p:cNvSpPr/>
          <p:nvPr/>
        </p:nvSpPr>
        <p:spPr>
          <a:xfrm>
            <a:off x="5576886" y="5072575"/>
            <a:ext cx="1038225" cy="10382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oogle Shape;480;p8">
            <a:extLst>
              <a:ext uri="{FF2B5EF4-FFF2-40B4-BE49-F238E27FC236}">
                <a16:creationId xmlns:a16="http://schemas.microsoft.com/office/drawing/2014/main" id="{5781B277-E04D-142D-CBF0-E99EE872AD21}"/>
              </a:ext>
            </a:extLst>
          </p:cNvPr>
          <p:cNvSpPr txBox="1"/>
          <p:nvPr/>
        </p:nvSpPr>
        <p:spPr>
          <a:xfrm>
            <a:off x="788895" y="3687502"/>
            <a:ext cx="4643874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  <a:ea typeface="Open Sans"/>
                <a:cs typeface="Open Sans"/>
                <a:sym typeface="Open Sans"/>
              </a:rPr>
              <a:t>Energy Management and Efficiency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Optimization of renewable energy usage for production and supply chain operations</a:t>
            </a:r>
            <a:endParaRPr sz="1400" dirty="0">
              <a:solidFill>
                <a:schemeClr val="bg1"/>
              </a:solidFill>
            </a:endParaRPr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C4F27259-3C4D-0F1E-FBFD-1094A3A78E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5717997" y="5213687"/>
            <a:ext cx="756000" cy="756000"/>
          </a:xfrm>
          <a:prstGeom prst="rect">
            <a:avLst/>
          </a:prstGeom>
        </p:spPr>
      </p:pic>
      <p:sp>
        <p:nvSpPr>
          <p:cNvPr id="12" name="Google Shape;480;p8">
            <a:extLst>
              <a:ext uri="{FF2B5EF4-FFF2-40B4-BE49-F238E27FC236}">
                <a16:creationId xmlns:a16="http://schemas.microsoft.com/office/drawing/2014/main" id="{53D2C5BD-EF71-4062-4F8F-02F82C93E6D6}"/>
              </a:ext>
            </a:extLst>
          </p:cNvPr>
          <p:cNvSpPr txBox="1"/>
          <p:nvPr/>
        </p:nvSpPr>
        <p:spPr>
          <a:xfrm>
            <a:off x="788895" y="5191597"/>
            <a:ext cx="4643874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  <a:ea typeface="Open Sans"/>
                <a:cs typeface="Open Sans"/>
                <a:sym typeface="Open Sans"/>
              </a:rPr>
              <a:t>Scenario driven data exploration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Enhanced quality and security surveillance across business operations</a:t>
            </a:r>
          </a:p>
        </p:txBody>
      </p:sp>
      <p:pic>
        <p:nvPicPr>
          <p:cNvPr id="17" name="Graphic 16" descr="Blueprint with solid fill">
            <a:extLst>
              <a:ext uri="{FF2B5EF4-FFF2-40B4-BE49-F238E27FC236}">
                <a16:creationId xmlns:a16="http://schemas.microsoft.com/office/drawing/2014/main" id="{346CB041-8914-70FC-BDF2-DE83CACDBFF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717997" y="3687502"/>
            <a:ext cx="756000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970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A4D7F6-D082-B4A4-FD37-2F1700117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Autocrime</a:t>
            </a:r>
            <a:r>
              <a:rPr lang="en-US" dirty="0"/>
              <a:t>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1CC52-89AE-5F28-1436-631FE946BD9A}"/>
              </a:ext>
            </a:extLst>
          </p:cNvPr>
          <p:cNvSpPr txBox="1"/>
          <p:nvPr/>
        </p:nvSpPr>
        <p:spPr>
          <a:xfrm>
            <a:off x="251010" y="2447590"/>
            <a:ext cx="77134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Automate and accelerate criminal investigations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considering experts’ feedback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A6EA2EA-04FD-68AB-99B5-D18C03FE2DC1}"/>
              </a:ext>
            </a:extLst>
          </p:cNvPr>
          <p:cNvGrpSpPr/>
          <p:nvPr/>
        </p:nvGrpSpPr>
        <p:grpSpPr>
          <a:xfrm>
            <a:off x="1461282" y="3747905"/>
            <a:ext cx="6960342" cy="930279"/>
            <a:chOff x="1172615" y="1882426"/>
            <a:chExt cx="4735628" cy="93027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67FB57-3FB0-96B2-88FE-C79FD4DE076F}"/>
                </a:ext>
              </a:extLst>
            </p:cNvPr>
            <p:cNvSpPr txBox="1"/>
            <p:nvPr/>
          </p:nvSpPr>
          <p:spPr>
            <a:xfrm>
              <a:off x="1172615" y="1882426"/>
              <a:ext cx="47356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Multi-source and multimodal evidence processing &amp; analytics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2D3CF5D-84BA-7D9E-B30D-9C100E483948}"/>
                </a:ext>
              </a:extLst>
            </p:cNvPr>
            <p:cNvSpPr txBox="1"/>
            <p:nvPr/>
          </p:nvSpPr>
          <p:spPr>
            <a:xfrm>
              <a:off x="1177427" y="2227930"/>
              <a:ext cx="41244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Using state-of-art AI-based technologies for speaker recognition, text data mining, video analysis and network analysis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56C542F-35EB-B308-2A3F-20563DCDA39F}"/>
              </a:ext>
            </a:extLst>
          </p:cNvPr>
          <p:cNvGrpSpPr/>
          <p:nvPr/>
        </p:nvGrpSpPr>
        <p:grpSpPr>
          <a:xfrm>
            <a:off x="1461282" y="5079029"/>
            <a:ext cx="6061998" cy="1176501"/>
            <a:chOff x="1172615" y="1882426"/>
            <a:chExt cx="4129231" cy="117650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6E26810-E52C-C472-2A9C-B4B95BC6C496}"/>
                </a:ext>
              </a:extLst>
            </p:cNvPr>
            <p:cNvSpPr txBox="1"/>
            <p:nvPr/>
          </p:nvSpPr>
          <p:spPr>
            <a:xfrm>
              <a:off x="1172615" y="1882426"/>
              <a:ext cx="4124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Intuitive </a:t>
              </a:r>
              <a:r>
                <a:rPr lang="en-US" b="1" dirty="0" err="1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Visualisations</a:t>
              </a:r>
              <a:endParaRPr lang="en-US" b="1" dirty="0">
                <a:solidFill>
                  <a:srgbClr val="414141"/>
                </a:solidFill>
                <a:latin typeface="+mj-lt"/>
                <a:cs typeface="Krub" panose="00000500000000000000" pitchFamily="2" charset="-34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33BA876-DBFB-85B0-9890-A6F83C584185}"/>
                </a:ext>
              </a:extLst>
            </p:cNvPr>
            <p:cNvSpPr txBox="1"/>
            <p:nvPr/>
          </p:nvSpPr>
          <p:spPr>
            <a:xfrm>
              <a:off x="1177427" y="2227930"/>
              <a:ext cx="41244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414141"/>
                  </a:solidFill>
                  <a:latin typeface="+mj-lt"/>
                  <a:cs typeface="Krub" panose="00000500000000000000" pitchFamily="2" charset="-34"/>
                </a:rPr>
                <a:t>Dashboarding and visualization widgets and filtering capabilities to provide key insights on unique speakers, mentioned entities, topics and their connections</a:t>
              </a: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5522453D-2AB0-86FB-BE6E-23A9838EF6FE}"/>
              </a:ext>
            </a:extLst>
          </p:cNvPr>
          <p:cNvSpPr/>
          <p:nvPr/>
        </p:nvSpPr>
        <p:spPr>
          <a:xfrm>
            <a:off x="1052663" y="3916464"/>
            <a:ext cx="401546" cy="401546"/>
          </a:xfrm>
          <a:prstGeom prst="ellipse">
            <a:avLst/>
          </a:prstGeom>
          <a:solidFill>
            <a:srgbClr val="2C7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4D7B9D-FFEF-170D-4403-14972550DBDA}"/>
              </a:ext>
            </a:extLst>
          </p:cNvPr>
          <p:cNvSpPr/>
          <p:nvPr/>
        </p:nvSpPr>
        <p:spPr>
          <a:xfrm>
            <a:off x="1052663" y="5223760"/>
            <a:ext cx="401546" cy="401546"/>
          </a:xfrm>
          <a:prstGeom prst="ellipse">
            <a:avLst/>
          </a:prstGeom>
          <a:solidFill>
            <a:srgbClr val="2C7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8126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light bulb and thought bubble drawn on a blackboard&#10;&#10;Description automatically generated">
            <a:extLst>
              <a:ext uri="{FF2B5EF4-FFF2-40B4-BE49-F238E27FC236}">
                <a16:creationId xmlns:a16="http://schemas.microsoft.com/office/drawing/2014/main" id="{3B780193-165E-41CF-61B2-4EBC79A3120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45" r="20945"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49ED6D9-D461-A63A-DC7A-D82D34C28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Innovation Activities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A178BCD-2953-393F-DFAD-17F0345991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Key role in ICT innovation through EU and national funds</a:t>
            </a:r>
          </a:p>
        </p:txBody>
      </p:sp>
    </p:spTree>
    <p:extLst>
      <p:ext uri="{BB962C8B-B14F-4D97-AF65-F5344CB8AC3E}">
        <p14:creationId xmlns:p14="http://schemas.microsoft.com/office/powerpoint/2010/main" val="1093612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A37061-DA7B-04DF-7287-C265A417C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Research Experience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F876B76-516A-E275-4ECC-0EE577B53C6E}"/>
              </a:ext>
            </a:extLst>
          </p:cNvPr>
          <p:cNvSpPr/>
          <p:nvPr/>
        </p:nvSpPr>
        <p:spPr>
          <a:xfrm>
            <a:off x="1818516" y="1630426"/>
            <a:ext cx="4264364" cy="1461757"/>
          </a:xfrm>
          <a:prstGeom prst="roundRect">
            <a:avLst>
              <a:gd name="adj" fmla="val 1636"/>
            </a:avLst>
          </a:prstGeom>
          <a:solidFill>
            <a:schemeClr val="bg1"/>
          </a:solidFill>
          <a:ln>
            <a:noFill/>
          </a:ln>
          <a:effectLst>
            <a:outerShdw blurRad="508000" dist="685800" dir="2700000" algn="tl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BF0C73-2984-F6FC-6899-E6FC7ACA4F7E}"/>
              </a:ext>
            </a:extLst>
          </p:cNvPr>
          <p:cNvSpPr/>
          <p:nvPr/>
        </p:nvSpPr>
        <p:spPr>
          <a:xfrm>
            <a:off x="6310739" y="1630426"/>
            <a:ext cx="4111002" cy="1461757"/>
          </a:xfrm>
          <a:prstGeom prst="roundRect">
            <a:avLst>
              <a:gd name="adj" fmla="val 1636"/>
            </a:avLst>
          </a:prstGeom>
          <a:solidFill>
            <a:schemeClr val="bg1"/>
          </a:solidFill>
          <a:effectLst>
            <a:outerShdw blurRad="508000" dist="685800" dir="2700000" algn="tl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05F465-ADAF-0067-205F-03C21142A444}"/>
              </a:ext>
            </a:extLst>
          </p:cNvPr>
          <p:cNvSpPr/>
          <p:nvPr/>
        </p:nvSpPr>
        <p:spPr>
          <a:xfrm>
            <a:off x="1818516" y="3249234"/>
            <a:ext cx="4264364" cy="1461757"/>
          </a:xfrm>
          <a:prstGeom prst="roundRect">
            <a:avLst>
              <a:gd name="adj" fmla="val 1636"/>
            </a:avLst>
          </a:prstGeom>
          <a:solidFill>
            <a:schemeClr val="bg1"/>
          </a:solidFill>
          <a:effectLst>
            <a:outerShdw blurRad="508000" dist="685800" dir="2700000" algn="tl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8A3B10-DC28-E55D-746B-78A291E3B368}"/>
              </a:ext>
            </a:extLst>
          </p:cNvPr>
          <p:cNvSpPr/>
          <p:nvPr/>
        </p:nvSpPr>
        <p:spPr>
          <a:xfrm>
            <a:off x="6310739" y="3249234"/>
            <a:ext cx="4111002" cy="1461757"/>
          </a:xfrm>
          <a:prstGeom prst="roundRect">
            <a:avLst>
              <a:gd name="adj" fmla="val 1636"/>
            </a:avLst>
          </a:prstGeom>
          <a:solidFill>
            <a:schemeClr val="bg1"/>
          </a:solidFill>
          <a:effectLst>
            <a:outerShdw blurRad="508000" dist="685800" dir="2700000" algn="tl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802EFB-1B7B-2D91-596E-57B840487AF0}"/>
              </a:ext>
            </a:extLst>
          </p:cNvPr>
          <p:cNvSpPr/>
          <p:nvPr/>
        </p:nvSpPr>
        <p:spPr>
          <a:xfrm>
            <a:off x="1818516" y="4880330"/>
            <a:ext cx="4264364" cy="1461757"/>
          </a:xfrm>
          <a:prstGeom prst="roundRect">
            <a:avLst>
              <a:gd name="adj" fmla="val 1636"/>
            </a:avLst>
          </a:prstGeom>
          <a:solidFill>
            <a:schemeClr val="bg1"/>
          </a:solidFill>
          <a:effectLst>
            <a:outerShdw blurRad="508000" dist="685800" dir="2700000" algn="tl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3808D12-EFCD-DD88-2DEF-0F19EF8D7490}"/>
              </a:ext>
            </a:extLst>
          </p:cNvPr>
          <p:cNvSpPr/>
          <p:nvPr/>
        </p:nvSpPr>
        <p:spPr>
          <a:xfrm>
            <a:off x="6310739" y="4880330"/>
            <a:ext cx="4111002" cy="1461757"/>
          </a:xfrm>
          <a:prstGeom prst="roundRect">
            <a:avLst>
              <a:gd name="adj" fmla="val 1636"/>
            </a:avLst>
          </a:prstGeom>
          <a:solidFill>
            <a:schemeClr val="bg1"/>
          </a:solidFill>
          <a:effectLst>
            <a:outerShdw blurRad="508000" dist="685800" dir="2700000" algn="tl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5FC716-EBC2-09C1-29A1-C4D7C72CEDD6}"/>
              </a:ext>
            </a:extLst>
          </p:cNvPr>
          <p:cNvSpPr txBox="1"/>
          <p:nvPr/>
        </p:nvSpPr>
        <p:spPr>
          <a:xfrm>
            <a:off x="2618772" y="1689365"/>
            <a:ext cx="3576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6BAA"/>
                </a:solidFill>
                <a:latin typeface="+mj-lt"/>
                <a:cs typeface="Assistant" pitchFamily="2" charset="-79"/>
              </a:rPr>
              <a:t>Digital Forensics Services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C45561-943F-78B1-2F31-CA211F647B79}"/>
              </a:ext>
            </a:extLst>
          </p:cNvPr>
          <p:cNvSpPr txBox="1"/>
          <p:nvPr/>
        </p:nvSpPr>
        <p:spPr>
          <a:xfrm>
            <a:off x="2600920" y="2080378"/>
            <a:ext cx="33837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Krub" panose="00000500000000000000" pitchFamily="2" charset="-34"/>
              </a:rPr>
              <a:t>Fast root-cause identification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Krub" panose="00000500000000000000" pitchFamily="2" charset="-34"/>
              </a:rPr>
              <a:t>Digital evidence correlations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Krub" panose="00000500000000000000" pitchFamily="2" charset="-34"/>
              </a:rPr>
              <a:t>Threat hunting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D2706F-C867-926A-E444-4CFEEAD3A915}"/>
              </a:ext>
            </a:extLst>
          </p:cNvPr>
          <p:cNvSpPr txBox="1"/>
          <p:nvPr/>
        </p:nvSpPr>
        <p:spPr>
          <a:xfrm>
            <a:off x="2618772" y="3381044"/>
            <a:ext cx="3604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6BAA"/>
                </a:solidFill>
                <a:latin typeface="+mj-lt"/>
                <a:cs typeface="Assistant" pitchFamily="2" charset="-79"/>
              </a:rPr>
              <a:t>Cyber Security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A78C80-6CAA-FCAF-9CED-EE7C432BE6CB}"/>
              </a:ext>
            </a:extLst>
          </p:cNvPr>
          <p:cNvSpPr txBox="1"/>
          <p:nvPr/>
        </p:nvSpPr>
        <p:spPr>
          <a:xfrm>
            <a:off x="2618773" y="3804502"/>
            <a:ext cx="33837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Krub" panose="00000500000000000000" pitchFamily="2" charset="-34"/>
              </a:rPr>
              <a:t>Security Incidents &amp; Events Management, Log analysis,  Risk analysis, Mitigation strategies, Training &amp; Consultation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62A275-1A6F-3A23-6E90-47D1AE176C16}"/>
              </a:ext>
            </a:extLst>
          </p:cNvPr>
          <p:cNvSpPr txBox="1"/>
          <p:nvPr/>
        </p:nvSpPr>
        <p:spPr>
          <a:xfrm>
            <a:off x="2618772" y="5005683"/>
            <a:ext cx="38888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006BAA"/>
                </a:solidFill>
                <a:latin typeface="+mj-lt"/>
                <a:cs typeface="Assistant" pitchFamily="2" charset="-79"/>
              </a:defRPr>
            </a:lvl1pPr>
          </a:lstStyle>
          <a:p>
            <a:r>
              <a:rPr lang="en-US" dirty="0"/>
              <a:t>Advanced Data Visualizations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99D3EC-BE5B-38C2-3AEE-32F2C63A9196}"/>
              </a:ext>
            </a:extLst>
          </p:cNvPr>
          <p:cNvSpPr txBox="1"/>
          <p:nvPr/>
        </p:nvSpPr>
        <p:spPr>
          <a:xfrm>
            <a:off x="2617134" y="5405793"/>
            <a:ext cx="33504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Krub" panose="00000500000000000000" pitchFamily="2" charset="-34"/>
              </a:rPr>
              <a:t>Timeline analysis, graph-based network analysis,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Krub" panose="00000500000000000000" pitchFamily="2" charset="-34"/>
              </a:rPr>
              <a:t>spatio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Krub" panose="00000500000000000000" pitchFamily="2" charset="-34"/>
              </a:rPr>
              <a:t>-temporal data representations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139EBE-C76F-AA66-EEFE-4C750621CE99}"/>
              </a:ext>
            </a:extLst>
          </p:cNvPr>
          <p:cNvSpPr txBox="1"/>
          <p:nvPr/>
        </p:nvSpPr>
        <p:spPr>
          <a:xfrm>
            <a:off x="7411974" y="1689365"/>
            <a:ext cx="3423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6BAA"/>
                </a:solidFill>
                <a:latin typeface="+mj-lt"/>
                <a:cs typeface="Assistant" pitchFamily="2" charset="-79"/>
              </a:rPr>
              <a:t>Custom S/W Development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AF5535-A7ED-9C00-6FE5-B2DFAF794D42}"/>
              </a:ext>
            </a:extLst>
          </p:cNvPr>
          <p:cNvSpPr txBox="1"/>
          <p:nvPr/>
        </p:nvSpPr>
        <p:spPr>
          <a:xfrm>
            <a:off x="7411975" y="2069634"/>
            <a:ext cx="2961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cs typeface="Krub" panose="00000500000000000000" pitchFamily="2" charset="-34"/>
              </a:defRPr>
            </a:lvl1pPr>
          </a:lstStyle>
          <a:p>
            <a:r>
              <a:rPr lang="en-US" dirty="0"/>
              <a:t>Knowledge Base management</a:t>
            </a:r>
          </a:p>
          <a:p>
            <a:r>
              <a:rPr lang="en-US" dirty="0"/>
              <a:t>Recommendation engine</a:t>
            </a:r>
          </a:p>
          <a:p>
            <a:r>
              <a:rPr lang="en-US" dirty="0"/>
              <a:t>Anti-phishing mechanisms</a:t>
            </a:r>
          </a:p>
          <a:p>
            <a:r>
              <a:rPr lang="en-US" dirty="0"/>
              <a:t>Mobile app development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5E65B7-6DCB-3F3A-DA51-B8100F836D71}"/>
              </a:ext>
            </a:extLst>
          </p:cNvPr>
          <p:cNvSpPr txBox="1"/>
          <p:nvPr/>
        </p:nvSpPr>
        <p:spPr>
          <a:xfrm>
            <a:off x="7400903" y="3366407"/>
            <a:ext cx="2972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6BAA"/>
                </a:solidFill>
                <a:latin typeface="+mj-lt"/>
                <a:cs typeface="Assistant" pitchFamily="2" charset="-79"/>
              </a:rPr>
              <a:t>Software Integration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0E950A-0618-2292-0E74-ED2D1F17B333}"/>
              </a:ext>
            </a:extLst>
          </p:cNvPr>
          <p:cNvSpPr txBox="1"/>
          <p:nvPr/>
        </p:nvSpPr>
        <p:spPr>
          <a:xfrm>
            <a:off x="7400749" y="3799087"/>
            <a:ext cx="29725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Krub" panose="00000500000000000000" pitchFamily="2" charset="-34"/>
              </a:rPr>
              <a:t>Data Integration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Krub" panose="00000500000000000000" pitchFamily="2" charset="-34"/>
              </a:rPr>
              <a:t>Migration from legacy systems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Krub" panose="00000500000000000000" pitchFamily="2" charset="-34"/>
              </a:rPr>
              <a:t>SOA Architectures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4AEF06-ABB4-0B46-0E1D-5311F40B61B1}"/>
              </a:ext>
            </a:extLst>
          </p:cNvPr>
          <p:cNvSpPr txBox="1"/>
          <p:nvPr/>
        </p:nvSpPr>
        <p:spPr>
          <a:xfrm>
            <a:off x="7357711" y="4898223"/>
            <a:ext cx="3006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6BAA"/>
                </a:solidFill>
                <a:latin typeface="+mj-lt"/>
                <a:cs typeface="Assistant" pitchFamily="2" charset="-79"/>
              </a:rPr>
              <a:t>Current Research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0B3645-1D14-EE15-6B38-308A3CE17073}"/>
              </a:ext>
            </a:extLst>
          </p:cNvPr>
          <p:cNvSpPr txBox="1"/>
          <p:nvPr/>
        </p:nvSpPr>
        <p:spPr>
          <a:xfrm>
            <a:off x="7357711" y="5316146"/>
            <a:ext cx="32609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Krub" panose="00000500000000000000" pitchFamily="2" charset="-34"/>
              </a:rPr>
              <a:t>Secure embedded platforms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Krub" panose="00000500000000000000" pitchFamily="2" charset="-34"/>
              </a:rPr>
              <a:t>Access Control – Network and Application Security in Cyber Systems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Krub" panose="00000500000000000000" pitchFamily="2" charset="-34"/>
              </a:rPr>
              <a:t>Blockchain-based auditing</a:t>
            </a:r>
          </a:p>
        </p:txBody>
      </p:sp>
      <p:pic>
        <p:nvPicPr>
          <p:cNvPr id="40" name="Graphic 39" descr="Fingerprint with solid fill">
            <a:extLst>
              <a:ext uri="{FF2B5EF4-FFF2-40B4-BE49-F238E27FC236}">
                <a16:creationId xmlns:a16="http://schemas.microsoft.com/office/drawing/2014/main" id="{7A28A160-F0A4-C753-4D0F-331055664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923661" y="1704684"/>
            <a:ext cx="572114" cy="572114"/>
          </a:xfrm>
          <a:prstGeom prst="rect">
            <a:avLst/>
          </a:prstGeom>
        </p:spPr>
      </p:pic>
      <p:pic>
        <p:nvPicPr>
          <p:cNvPr id="41" name="Graphic 40" descr="Shield Tick with solid fill">
            <a:extLst>
              <a:ext uri="{FF2B5EF4-FFF2-40B4-BE49-F238E27FC236}">
                <a16:creationId xmlns:a16="http://schemas.microsoft.com/office/drawing/2014/main" id="{E2E7025C-B374-9F84-405A-E0577849CD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922325" y="3385843"/>
            <a:ext cx="592639" cy="592639"/>
          </a:xfrm>
          <a:prstGeom prst="rect">
            <a:avLst/>
          </a:prstGeom>
        </p:spPr>
      </p:pic>
      <p:pic>
        <p:nvPicPr>
          <p:cNvPr id="42" name="Picture 41" descr="Icon&#10;&#10;Description automatically generated">
            <a:extLst>
              <a:ext uri="{FF2B5EF4-FFF2-40B4-BE49-F238E27FC236}">
                <a16:creationId xmlns:a16="http://schemas.microsoft.com/office/drawing/2014/main" id="{6E200233-312B-E3E1-7CAB-E978DE9B9A6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duotone>
              <a:prstClr val="black"/>
              <a:srgbClr val="2C73B9">
                <a:tint val="45000"/>
                <a:satMod val="400000"/>
              </a:srgb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733" y="4995602"/>
            <a:ext cx="509822" cy="509822"/>
          </a:xfrm>
          <a:prstGeom prst="rect">
            <a:avLst/>
          </a:prstGeom>
        </p:spPr>
      </p:pic>
      <p:pic>
        <p:nvPicPr>
          <p:cNvPr id="43" name="Picture 42" descr="Icon&#10;&#10;Description automatically generated">
            <a:extLst>
              <a:ext uri="{FF2B5EF4-FFF2-40B4-BE49-F238E27FC236}">
                <a16:creationId xmlns:a16="http://schemas.microsoft.com/office/drawing/2014/main" id="{0ACD215A-5C70-1382-BC4D-BAF59547D291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duotone>
              <a:prstClr val="black"/>
              <a:srgbClr val="2C73B9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039" y="1708875"/>
            <a:ext cx="570545" cy="570545"/>
          </a:xfrm>
          <a:prstGeom prst="rect">
            <a:avLst/>
          </a:prstGeom>
        </p:spPr>
      </p:pic>
      <p:pic>
        <p:nvPicPr>
          <p:cNvPr id="44" name="Picture 43" descr="Icon&#10;&#10;Description automatically generated">
            <a:extLst>
              <a:ext uri="{FF2B5EF4-FFF2-40B4-BE49-F238E27FC236}">
                <a16:creationId xmlns:a16="http://schemas.microsoft.com/office/drawing/2014/main" id="{B867CAD1-3E93-9947-B363-732572435E81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duotone>
              <a:prstClr val="black"/>
              <a:srgbClr val="2C73B9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649" y="3409856"/>
            <a:ext cx="547204" cy="544611"/>
          </a:xfrm>
          <a:prstGeom prst="rect">
            <a:avLst/>
          </a:prstGeom>
        </p:spPr>
      </p:pic>
      <p:pic>
        <p:nvPicPr>
          <p:cNvPr id="45" name="Picture 44" descr="Qr code&#10;&#10;Description automatically generated">
            <a:extLst>
              <a:ext uri="{FF2B5EF4-FFF2-40B4-BE49-F238E27FC236}">
                <a16:creationId xmlns:a16="http://schemas.microsoft.com/office/drawing/2014/main" id="{53F0CF69-8543-066F-B738-AF3486053B98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duotone>
              <a:prstClr val="black"/>
              <a:srgbClr val="2C73B9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649" y="4963406"/>
            <a:ext cx="542018" cy="54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67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4AA0B5-65C5-6D18-FA7B-932D33E60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Involvement in Projects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0AD810C-9A6C-F5F0-E6EF-0D1C15B16A5F}"/>
              </a:ext>
            </a:extLst>
          </p:cNvPr>
          <p:cNvSpPr/>
          <p:nvPr/>
        </p:nvSpPr>
        <p:spPr>
          <a:xfrm>
            <a:off x="2323902" y="1614244"/>
            <a:ext cx="7544196" cy="4402760"/>
          </a:xfrm>
          <a:prstGeom prst="roundRect">
            <a:avLst>
              <a:gd name="adj" fmla="val 1636"/>
            </a:avLst>
          </a:prstGeom>
          <a:solidFill>
            <a:schemeClr val="bg1"/>
          </a:solidFill>
          <a:ln>
            <a:noFill/>
          </a:ln>
          <a:effectLst>
            <a:glow rad="101600">
              <a:srgbClr val="2C73B9">
                <a:alpha val="40000"/>
              </a:srgb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AE8FB7-D9DE-4EE4-FF3B-10AC223F8E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974" y="1825100"/>
            <a:ext cx="788575" cy="762949"/>
          </a:xfrm>
          <a:prstGeom prst="rect">
            <a:avLst/>
          </a:prstGeom>
          <a:effectLst/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05372FC6-CF11-CAF0-28AB-7EDCA7B97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027" y="2889549"/>
            <a:ext cx="719468" cy="71882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8A4E27-2F6F-EBC9-06D4-779E0ECAFEA8}"/>
              </a:ext>
            </a:extLst>
          </p:cNvPr>
          <p:cNvSpPr/>
          <p:nvPr/>
        </p:nvSpPr>
        <p:spPr>
          <a:xfrm>
            <a:off x="2644225" y="4839214"/>
            <a:ext cx="1619618" cy="966908"/>
          </a:xfrm>
          <a:prstGeom prst="roundRect">
            <a:avLst>
              <a:gd name="adj" fmla="val 1127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73E14B-D6DD-EFFF-1B64-E70E006BB7A4}"/>
              </a:ext>
            </a:extLst>
          </p:cNvPr>
          <p:cNvSpPr/>
          <p:nvPr/>
        </p:nvSpPr>
        <p:spPr>
          <a:xfrm>
            <a:off x="2644225" y="3793945"/>
            <a:ext cx="1619618" cy="966908"/>
          </a:xfrm>
          <a:prstGeom prst="roundRect">
            <a:avLst>
              <a:gd name="adj" fmla="val 1127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6BEEED-0C08-3EC4-1707-1962E0B1B8B0}"/>
              </a:ext>
            </a:extLst>
          </p:cNvPr>
          <p:cNvSpPr/>
          <p:nvPr/>
        </p:nvSpPr>
        <p:spPr>
          <a:xfrm>
            <a:off x="2644225" y="2757950"/>
            <a:ext cx="1619618" cy="966908"/>
          </a:xfrm>
          <a:prstGeom prst="roundRect">
            <a:avLst>
              <a:gd name="adj" fmla="val 1127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99D9AC6-91EE-A331-25FE-CF1503B43D45}"/>
              </a:ext>
            </a:extLst>
          </p:cNvPr>
          <p:cNvSpPr/>
          <p:nvPr/>
        </p:nvSpPr>
        <p:spPr>
          <a:xfrm>
            <a:off x="2644225" y="1720451"/>
            <a:ext cx="1619618" cy="966908"/>
          </a:xfrm>
          <a:prstGeom prst="roundRect">
            <a:avLst>
              <a:gd name="adj" fmla="val 1127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2A9E80-96CD-DC93-DA25-146AFE3E2278}"/>
              </a:ext>
            </a:extLst>
          </p:cNvPr>
          <p:cNvSpPr/>
          <p:nvPr/>
        </p:nvSpPr>
        <p:spPr>
          <a:xfrm>
            <a:off x="4348531" y="4839214"/>
            <a:ext cx="1619618" cy="966908"/>
          </a:xfrm>
          <a:prstGeom prst="roundRect">
            <a:avLst>
              <a:gd name="adj" fmla="val 1127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D5D2965-9E37-2C40-3EE5-8AE0444C46BE}"/>
              </a:ext>
            </a:extLst>
          </p:cNvPr>
          <p:cNvSpPr/>
          <p:nvPr/>
        </p:nvSpPr>
        <p:spPr>
          <a:xfrm>
            <a:off x="4348531" y="3793945"/>
            <a:ext cx="1619618" cy="966908"/>
          </a:xfrm>
          <a:prstGeom prst="roundRect">
            <a:avLst>
              <a:gd name="adj" fmla="val 1127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E0C5C74-E3D8-694B-746D-FF87C96DF7A5}"/>
              </a:ext>
            </a:extLst>
          </p:cNvPr>
          <p:cNvSpPr/>
          <p:nvPr/>
        </p:nvSpPr>
        <p:spPr>
          <a:xfrm>
            <a:off x="4348531" y="2757950"/>
            <a:ext cx="1619618" cy="966908"/>
          </a:xfrm>
          <a:prstGeom prst="roundRect">
            <a:avLst>
              <a:gd name="adj" fmla="val 1127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81508F6-C350-9AFE-945C-F781000FBA2C}"/>
              </a:ext>
            </a:extLst>
          </p:cNvPr>
          <p:cNvSpPr/>
          <p:nvPr/>
        </p:nvSpPr>
        <p:spPr>
          <a:xfrm>
            <a:off x="4348531" y="1720451"/>
            <a:ext cx="1619618" cy="966908"/>
          </a:xfrm>
          <a:prstGeom prst="roundRect">
            <a:avLst>
              <a:gd name="adj" fmla="val 1127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E41A8A4-C089-95EC-CF6F-64F90C68619A}"/>
              </a:ext>
            </a:extLst>
          </p:cNvPr>
          <p:cNvSpPr/>
          <p:nvPr/>
        </p:nvSpPr>
        <p:spPr>
          <a:xfrm>
            <a:off x="6062768" y="4839214"/>
            <a:ext cx="1619618" cy="966908"/>
          </a:xfrm>
          <a:prstGeom prst="roundRect">
            <a:avLst>
              <a:gd name="adj" fmla="val 1127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807C56F-4FCB-63A0-449E-7A5A8E67AA4E}"/>
              </a:ext>
            </a:extLst>
          </p:cNvPr>
          <p:cNvSpPr/>
          <p:nvPr/>
        </p:nvSpPr>
        <p:spPr>
          <a:xfrm>
            <a:off x="6062768" y="3793945"/>
            <a:ext cx="1619618" cy="966908"/>
          </a:xfrm>
          <a:prstGeom prst="roundRect">
            <a:avLst>
              <a:gd name="adj" fmla="val 1127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3253810-C2DB-E61D-2D80-84FF9EDB1F63}"/>
              </a:ext>
            </a:extLst>
          </p:cNvPr>
          <p:cNvSpPr/>
          <p:nvPr/>
        </p:nvSpPr>
        <p:spPr>
          <a:xfrm>
            <a:off x="6062768" y="2757950"/>
            <a:ext cx="1619618" cy="966908"/>
          </a:xfrm>
          <a:prstGeom prst="roundRect">
            <a:avLst>
              <a:gd name="adj" fmla="val 1127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0AB5E17-3897-8A45-5075-1D019858A214}"/>
              </a:ext>
            </a:extLst>
          </p:cNvPr>
          <p:cNvSpPr/>
          <p:nvPr/>
        </p:nvSpPr>
        <p:spPr>
          <a:xfrm>
            <a:off x="6062768" y="1720451"/>
            <a:ext cx="1619618" cy="966908"/>
          </a:xfrm>
          <a:prstGeom prst="roundRect">
            <a:avLst>
              <a:gd name="adj" fmla="val 1127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F9B2E2B-0A76-7377-129E-7B0F454E45C7}"/>
              </a:ext>
            </a:extLst>
          </p:cNvPr>
          <p:cNvSpPr/>
          <p:nvPr/>
        </p:nvSpPr>
        <p:spPr>
          <a:xfrm>
            <a:off x="7777005" y="4839214"/>
            <a:ext cx="1619618" cy="966908"/>
          </a:xfrm>
          <a:prstGeom prst="roundRect">
            <a:avLst>
              <a:gd name="adj" fmla="val 1127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19120EF-050D-37E2-8697-B34F1EDB5C45}"/>
              </a:ext>
            </a:extLst>
          </p:cNvPr>
          <p:cNvSpPr/>
          <p:nvPr/>
        </p:nvSpPr>
        <p:spPr>
          <a:xfrm>
            <a:off x="7777005" y="3793945"/>
            <a:ext cx="1619618" cy="966908"/>
          </a:xfrm>
          <a:prstGeom prst="roundRect">
            <a:avLst>
              <a:gd name="adj" fmla="val 1127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21A2AFE-3681-1487-C932-31D06BF3845A}"/>
              </a:ext>
            </a:extLst>
          </p:cNvPr>
          <p:cNvSpPr/>
          <p:nvPr/>
        </p:nvSpPr>
        <p:spPr>
          <a:xfrm>
            <a:off x="7777005" y="2757950"/>
            <a:ext cx="1619618" cy="966908"/>
          </a:xfrm>
          <a:prstGeom prst="roundRect">
            <a:avLst>
              <a:gd name="adj" fmla="val 1127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44D5212-1E9E-3E07-7A22-DD29BCAA67E8}"/>
              </a:ext>
            </a:extLst>
          </p:cNvPr>
          <p:cNvSpPr/>
          <p:nvPr/>
        </p:nvSpPr>
        <p:spPr>
          <a:xfrm>
            <a:off x="7777005" y="1720451"/>
            <a:ext cx="1619618" cy="966908"/>
          </a:xfrm>
          <a:prstGeom prst="roundRect">
            <a:avLst>
              <a:gd name="adj" fmla="val 11276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F81F405-6274-3ED9-B7A1-27CC374BD20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850" y="3304135"/>
            <a:ext cx="1984006" cy="198400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EF818B1-C1D9-610C-7F38-28F9F5D78D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257" y="2831704"/>
            <a:ext cx="629922" cy="7874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B73499F-7FDC-5912-D9BF-0A54E778E91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517" y="2041448"/>
            <a:ext cx="1378802" cy="29290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EE03CEC-E9E3-14D7-2F17-EB80F4ECE7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794" y="5097949"/>
            <a:ext cx="1365937" cy="41356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F4C4ECC-6198-1588-61D7-07790B703D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9186" y="4932284"/>
            <a:ext cx="1161463" cy="78912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10EE5AA-84E6-EC23-27AC-C8AC690DEA6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407" y="3046869"/>
            <a:ext cx="1202129" cy="39386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BA25DE3-3540-9612-B7C7-1D38674F02CD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672" y="3953487"/>
            <a:ext cx="1020201" cy="63724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2C748F5-9C24-F33B-0A1C-F48D4907E1CE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823" y="3887612"/>
            <a:ext cx="768993" cy="76899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7A73F35-6508-2157-8423-150FEB3D5558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6637" y="5018390"/>
            <a:ext cx="1514007" cy="44276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B042B05-8531-9C25-59F2-18186386492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225" y="1842905"/>
            <a:ext cx="1459900" cy="54989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6A12333-483F-C09F-CF1F-7DA89864425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741" y="5061020"/>
            <a:ext cx="1470263" cy="51789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C4B70A3-60E2-7DAD-FB79-E8037C97B42D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935" y="4073602"/>
            <a:ext cx="1585785" cy="28494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9AF5676-C1C3-0DD1-616B-0FB665911542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324" y="1463071"/>
            <a:ext cx="1468110" cy="146811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0A2DFA2-41B0-0D9B-16BF-9C349966279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66" y="2457565"/>
            <a:ext cx="1561747" cy="156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40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0B0818-9FC1-C806-212E-7BC15B54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Involvement in Projects</a:t>
            </a:r>
            <a:endParaRPr lang="en-US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4972045-1C9F-3708-74C7-BC24B96DAB11}"/>
              </a:ext>
            </a:extLst>
          </p:cNvPr>
          <p:cNvGrpSpPr/>
          <p:nvPr/>
        </p:nvGrpSpPr>
        <p:grpSpPr>
          <a:xfrm>
            <a:off x="2631719" y="1776412"/>
            <a:ext cx="6928562" cy="3305176"/>
            <a:chOff x="2631719" y="1776412"/>
            <a:chExt cx="6928562" cy="3305176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35704690-5DC3-E4E0-9029-FFF844F7847D}"/>
                </a:ext>
              </a:extLst>
            </p:cNvPr>
            <p:cNvSpPr/>
            <p:nvPr/>
          </p:nvSpPr>
          <p:spPr>
            <a:xfrm>
              <a:off x="2631719" y="1776412"/>
              <a:ext cx="6928562" cy="3305176"/>
            </a:xfrm>
            <a:prstGeom prst="roundRect">
              <a:avLst>
                <a:gd name="adj" fmla="val 1636"/>
              </a:avLst>
            </a:prstGeom>
            <a:solidFill>
              <a:schemeClr val="bg1"/>
            </a:solidFill>
            <a:ln>
              <a:noFill/>
            </a:ln>
            <a:effectLst>
              <a:glow rad="101600">
                <a:srgbClr val="2C73B9">
                  <a:alpha val="40000"/>
                </a:srgbClr>
              </a:glow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id-ID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7A90791-4554-F6D0-A199-8714504BCD85}"/>
                </a:ext>
              </a:extLst>
            </p:cNvPr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9107" y="3286169"/>
              <a:ext cx="1327624" cy="437545"/>
            </a:xfrm>
            <a:prstGeom prst="rect">
              <a:avLst/>
            </a:prstGeom>
            <a:effectLst/>
          </p:spPr>
        </p:pic>
        <p:pic>
          <p:nvPicPr>
            <p:cNvPr id="6" name="Picture 5" descr="A close up of a logo&#10;&#10;Description automatically generated">
              <a:extLst>
                <a:ext uri="{FF2B5EF4-FFF2-40B4-BE49-F238E27FC236}">
                  <a16:creationId xmlns:a16="http://schemas.microsoft.com/office/drawing/2014/main" id="{DA02BB1E-FF47-C994-7AE0-72E83353B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3035" y="2076701"/>
              <a:ext cx="862953" cy="606264"/>
            </a:xfrm>
            <a:prstGeom prst="rect">
              <a:avLst/>
            </a:prstGeom>
            <a:effectLst/>
          </p:spPr>
        </p:pic>
        <p:pic>
          <p:nvPicPr>
            <p:cNvPr id="7" name="Imagen 1">
              <a:extLst>
                <a:ext uri="{FF2B5EF4-FFF2-40B4-BE49-F238E27FC236}">
                  <a16:creationId xmlns:a16="http://schemas.microsoft.com/office/drawing/2014/main" id="{F28B835A-6B57-4F78-4641-1FBD5425E1CE}"/>
                </a:ext>
              </a:extLst>
            </p:cNvPr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978" t="31447" r="29340" b="36356"/>
            <a:stretch>
              <a:fillRect/>
            </a:stretch>
          </p:blipFill>
          <p:spPr bwMode="auto">
            <a:xfrm>
              <a:off x="3200208" y="4149238"/>
              <a:ext cx="694106" cy="706047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8EC8A95-81FF-6DF1-D1A5-57D748EE9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9155" y="4104746"/>
              <a:ext cx="1234199" cy="770566"/>
            </a:xfrm>
            <a:prstGeom prst="rect">
              <a:avLst/>
            </a:prstGeom>
            <a:effectLst/>
          </p:spPr>
        </p:pic>
        <p:pic>
          <p:nvPicPr>
            <p:cNvPr id="9" name="image9.png">
              <a:extLst>
                <a:ext uri="{FF2B5EF4-FFF2-40B4-BE49-F238E27FC236}">
                  <a16:creationId xmlns:a16="http://schemas.microsoft.com/office/drawing/2014/main" id="{0A3CB102-2F6C-A866-E8CC-37C808339982}"/>
                </a:ext>
              </a:extLst>
            </p:cNvPr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094557" y="3080378"/>
              <a:ext cx="984118" cy="612609"/>
            </a:xfrm>
            <a:prstGeom prst="rect">
              <a:avLst/>
            </a:prstGeom>
            <a:ln/>
            <a:effectLst/>
          </p:spPr>
        </p:pic>
        <p:pic>
          <p:nvPicPr>
            <p:cNvPr id="10" name="image3.png">
              <a:extLst>
                <a:ext uri="{FF2B5EF4-FFF2-40B4-BE49-F238E27FC236}">
                  <a16:creationId xmlns:a16="http://schemas.microsoft.com/office/drawing/2014/main" id="{A44B7676-EA16-03C3-E63F-E25E936CB291}"/>
                </a:ext>
              </a:extLst>
            </p:cNvPr>
            <p:cNvPicPr/>
            <p:nvPr/>
          </p:nvPicPr>
          <p:blipFill rotWithShape="1">
            <a:blip r:embed="rId7"/>
            <a:srcRect l="-15331" t="-6007" r="-13590" b="-27486"/>
            <a:stretch/>
          </p:blipFill>
          <p:spPr bwMode="auto">
            <a:xfrm>
              <a:off x="4809775" y="2015620"/>
              <a:ext cx="871345" cy="906585"/>
            </a:xfrm>
            <a:prstGeom prst="rect">
              <a:avLst/>
            </a:prstGeom>
            <a:ln/>
            <a:effectLst/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D5B579D-3663-E225-390C-5B3A48BED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3508" y="4151890"/>
              <a:ext cx="695542" cy="654473"/>
            </a:xfrm>
            <a:prstGeom prst="rect">
              <a:avLst/>
            </a:prstGeom>
            <a:effectLst/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0FEA9D2-642B-5EBC-3119-4AC49E20A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91000" y="2294834"/>
              <a:ext cx="1227907" cy="230199"/>
            </a:xfrm>
            <a:prstGeom prst="rect">
              <a:avLst/>
            </a:prstGeom>
            <a:effectLst/>
          </p:spPr>
        </p:pic>
        <p:pic>
          <p:nvPicPr>
            <p:cNvPr id="13" name="Picture 12" descr="Icon&#10;&#10;Description automatically generated">
              <a:extLst>
                <a:ext uri="{FF2B5EF4-FFF2-40B4-BE49-F238E27FC236}">
                  <a16:creationId xmlns:a16="http://schemas.microsoft.com/office/drawing/2014/main" id="{07557FE4-2806-E2B8-256B-527384B04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253526" y="3038880"/>
              <a:ext cx="808043" cy="801017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1CE7786-90F3-6D39-BFB9-2B96C03CF6B5}"/>
                </a:ext>
              </a:extLst>
            </p:cNvPr>
            <p:cNvGrpSpPr/>
            <p:nvPr/>
          </p:nvGrpSpPr>
          <p:grpSpPr>
            <a:xfrm>
              <a:off x="4450716" y="3152918"/>
              <a:ext cx="1577293" cy="690414"/>
              <a:chOff x="2467129" y="5504608"/>
              <a:chExt cx="1742275" cy="769319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D16DFCA2-57AA-61D7-54A9-5F097F9BB7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3433967" y="5858993"/>
                <a:ext cx="609600" cy="414934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9B6544F-D8E5-0225-B7EB-BECDA68A6492}"/>
                  </a:ext>
                </a:extLst>
              </p:cNvPr>
              <p:cNvSpPr/>
              <p:nvPr/>
            </p:nvSpPr>
            <p:spPr>
              <a:xfrm>
                <a:off x="2467129" y="5504608"/>
                <a:ext cx="1742275" cy="51442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2400" b="1" cap="none" spc="0" dirty="0">
                    <a:ln w="9525">
                      <a:solidFill>
                        <a:schemeClr val="bg1"/>
                      </a:solidFill>
                      <a:prstDash val="solid"/>
                    </a:ln>
                    <a:solidFill>
                      <a:schemeClr val="accent5"/>
                    </a:solidFill>
                    <a:effectLst>
                      <a:outerShdw blurRad="12700" dist="38100" dir="2700000" algn="tl" rotWithShape="0">
                        <a:schemeClr val="accent5">
                          <a:lumMod val="60000"/>
                          <a:lumOff val="40000"/>
                        </a:schemeClr>
                      </a:outerShdw>
                    </a:effectLst>
                  </a:rPr>
                  <a:t>CONTOUR</a:t>
                </a:r>
                <a:endParaRPr lang="en-US" sz="5400" b="1" cap="none" spc="0" dirty="0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</a:endParaRPr>
              </a:p>
            </p:txBody>
          </p:sp>
        </p:grp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FEBC8F4-B63A-2428-EE99-A8924342201C}"/>
                </a:ext>
              </a:extLst>
            </p:cNvPr>
            <p:cNvSpPr/>
            <p:nvPr/>
          </p:nvSpPr>
          <p:spPr>
            <a:xfrm>
              <a:off x="2752002" y="3995673"/>
              <a:ext cx="1619618" cy="966908"/>
            </a:xfrm>
            <a:prstGeom prst="roundRect">
              <a:avLst>
                <a:gd name="adj" fmla="val 11276"/>
              </a:avLst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181C11A-1FA2-0A63-4BB7-A4FAE9659B48}"/>
                </a:ext>
              </a:extLst>
            </p:cNvPr>
            <p:cNvSpPr/>
            <p:nvPr/>
          </p:nvSpPr>
          <p:spPr>
            <a:xfrm>
              <a:off x="2752002" y="2959678"/>
              <a:ext cx="1619618" cy="966908"/>
            </a:xfrm>
            <a:prstGeom prst="roundRect">
              <a:avLst>
                <a:gd name="adj" fmla="val 11276"/>
              </a:avLst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BF6A8B1-9EE5-F4F4-ED3E-6B5B39530B91}"/>
                </a:ext>
              </a:extLst>
            </p:cNvPr>
            <p:cNvSpPr/>
            <p:nvPr/>
          </p:nvSpPr>
          <p:spPr>
            <a:xfrm>
              <a:off x="2752002" y="1922179"/>
              <a:ext cx="1619618" cy="966908"/>
            </a:xfrm>
            <a:prstGeom prst="roundRect">
              <a:avLst>
                <a:gd name="adj" fmla="val 11276"/>
              </a:avLst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2C7517B-6739-5360-2488-19A078C9A501}"/>
                </a:ext>
              </a:extLst>
            </p:cNvPr>
            <p:cNvSpPr/>
            <p:nvPr/>
          </p:nvSpPr>
          <p:spPr>
            <a:xfrm>
              <a:off x="4456308" y="3995673"/>
              <a:ext cx="1619618" cy="966908"/>
            </a:xfrm>
            <a:prstGeom prst="roundRect">
              <a:avLst>
                <a:gd name="adj" fmla="val 11276"/>
              </a:avLst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41ABB878-8ED2-EA69-6D72-5F90DB4884D6}"/>
                </a:ext>
              </a:extLst>
            </p:cNvPr>
            <p:cNvSpPr/>
            <p:nvPr/>
          </p:nvSpPr>
          <p:spPr>
            <a:xfrm>
              <a:off x="4456308" y="2959678"/>
              <a:ext cx="1619618" cy="966908"/>
            </a:xfrm>
            <a:prstGeom prst="roundRect">
              <a:avLst>
                <a:gd name="adj" fmla="val 11276"/>
              </a:avLst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8C16106-24C4-4797-8EC2-80FC908C94B4}"/>
                </a:ext>
              </a:extLst>
            </p:cNvPr>
            <p:cNvSpPr/>
            <p:nvPr/>
          </p:nvSpPr>
          <p:spPr>
            <a:xfrm>
              <a:off x="4456308" y="1922179"/>
              <a:ext cx="1619618" cy="966908"/>
            </a:xfrm>
            <a:prstGeom prst="roundRect">
              <a:avLst>
                <a:gd name="adj" fmla="val 11276"/>
              </a:avLst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A0FAD4F-E02C-AFB1-F1B9-D416ECE49DA9}"/>
                </a:ext>
              </a:extLst>
            </p:cNvPr>
            <p:cNvSpPr/>
            <p:nvPr/>
          </p:nvSpPr>
          <p:spPr>
            <a:xfrm>
              <a:off x="6170545" y="2959678"/>
              <a:ext cx="1619618" cy="966908"/>
            </a:xfrm>
            <a:prstGeom prst="roundRect">
              <a:avLst>
                <a:gd name="adj" fmla="val 11276"/>
              </a:avLst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0BF58C0-034F-E7F0-859C-0B31ED3175F3}"/>
                </a:ext>
              </a:extLst>
            </p:cNvPr>
            <p:cNvSpPr/>
            <p:nvPr/>
          </p:nvSpPr>
          <p:spPr>
            <a:xfrm>
              <a:off x="6170545" y="1922179"/>
              <a:ext cx="1619618" cy="966908"/>
            </a:xfrm>
            <a:prstGeom prst="roundRect">
              <a:avLst>
                <a:gd name="adj" fmla="val 11276"/>
              </a:avLst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AA6875F5-9231-78BA-851A-1AD106CF9FFB}"/>
                </a:ext>
              </a:extLst>
            </p:cNvPr>
            <p:cNvSpPr/>
            <p:nvPr/>
          </p:nvSpPr>
          <p:spPr>
            <a:xfrm>
              <a:off x="6170545" y="3995673"/>
              <a:ext cx="1619618" cy="966908"/>
            </a:xfrm>
            <a:prstGeom prst="roundRect">
              <a:avLst>
                <a:gd name="adj" fmla="val 11276"/>
              </a:avLst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C2C18184-B027-28B8-9560-9D4971AE43CB}"/>
                </a:ext>
              </a:extLst>
            </p:cNvPr>
            <p:cNvSpPr/>
            <p:nvPr/>
          </p:nvSpPr>
          <p:spPr>
            <a:xfrm>
              <a:off x="7867764" y="2959678"/>
              <a:ext cx="1619618" cy="966908"/>
            </a:xfrm>
            <a:prstGeom prst="roundRect">
              <a:avLst>
                <a:gd name="adj" fmla="val 11276"/>
              </a:avLst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4194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17A0FA-90D0-D0C1-2E3A-B885B56B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Partners Network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4A6D2F-A53B-5C64-EC40-F62A17860FA0}"/>
              </a:ext>
            </a:extLst>
          </p:cNvPr>
          <p:cNvSpPr txBox="1"/>
          <p:nvPr/>
        </p:nvSpPr>
        <p:spPr>
          <a:xfrm>
            <a:off x="95435" y="2413337"/>
            <a:ext cx="37336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i="0" u="none" strike="noStrike" baseline="0" dirty="0">
                <a:solidFill>
                  <a:schemeClr val="bg1"/>
                </a:solidFill>
                <a:latin typeface="+mj-lt"/>
              </a:rPr>
              <a:t>Extensive network of research partnerships and business alliances coming from </a:t>
            </a:r>
            <a:r>
              <a:rPr lang="en-US" b="1" i="0" u="none" strike="noStrike" baseline="0" dirty="0">
                <a:solidFill>
                  <a:srgbClr val="00B0F0"/>
                </a:solidFill>
                <a:latin typeface="+mj-lt"/>
              </a:rPr>
              <a:t>more than </a:t>
            </a:r>
            <a:r>
              <a:rPr lang="el-GR" b="1" i="0" u="none" strike="noStrike" baseline="0" dirty="0">
                <a:solidFill>
                  <a:srgbClr val="00B0F0"/>
                </a:solidFill>
                <a:latin typeface="+mj-lt"/>
              </a:rPr>
              <a:t>10</a:t>
            </a:r>
            <a:r>
              <a:rPr lang="en-US" b="1" i="0" u="none" strike="noStrike" baseline="0" dirty="0">
                <a:solidFill>
                  <a:srgbClr val="00B0F0"/>
                </a:solidFill>
                <a:latin typeface="+mj-lt"/>
              </a:rPr>
              <a:t> countries</a:t>
            </a:r>
            <a:r>
              <a:rPr lang="en-US" i="0" u="none" strike="noStrike" baseline="0" dirty="0">
                <a:solidFill>
                  <a:schemeClr val="bg1"/>
                </a:solidFill>
                <a:latin typeface="+mj-lt"/>
              </a:rPr>
              <a:t>, representing the </a:t>
            </a:r>
            <a:r>
              <a:rPr lang="en-US" b="1" i="0" u="none" strike="noStrike" baseline="0" dirty="0">
                <a:solidFill>
                  <a:srgbClr val="00B0F0"/>
                </a:solidFill>
                <a:latin typeface="+mj-lt"/>
              </a:rPr>
              <a:t>Industry</a:t>
            </a:r>
            <a:r>
              <a:rPr lang="en-US" i="0" u="none" strike="noStrike" baseline="0" dirty="0">
                <a:solidFill>
                  <a:schemeClr val="bg1"/>
                </a:solidFill>
                <a:latin typeface="+mj-lt"/>
              </a:rPr>
              <a:t>, the </a:t>
            </a:r>
            <a:r>
              <a:rPr lang="en-US" b="1" i="0" u="none" strike="noStrike" baseline="0" dirty="0">
                <a:solidFill>
                  <a:srgbClr val="00B0F0"/>
                </a:solidFill>
                <a:latin typeface="+mj-lt"/>
              </a:rPr>
              <a:t>Research</a:t>
            </a:r>
            <a:r>
              <a:rPr lang="en-US" i="0" u="none" strike="noStrike" baseline="0" dirty="0">
                <a:solidFill>
                  <a:schemeClr val="bg1"/>
                </a:solidFill>
                <a:latin typeface="+mj-lt"/>
              </a:rPr>
              <a:t> community, the </a:t>
            </a:r>
            <a:r>
              <a:rPr lang="en-US" b="1" i="0" u="none" strike="noStrike" baseline="0" dirty="0">
                <a:solidFill>
                  <a:srgbClr val="00B0F0"/>
                </a:solidFill>
                <a:latin typeface="+mj-lt"/>
              </a:rPr>
              <a:t>Academia</a:t>
            </a:r>
            <a:r>
              <a:rPr lang="en-US" i="0" u="none" strike="noStrike" baseline="0" dirty="0">
                <a:solidFill>
                  <a:schemeClr val="bg1"/>
                </a:solidFill>
                <a:latin typeface="+mj-lt"/>
              </a:rPr>
              <a:t> and other Organizations of public interest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: Rounded Corners 4" descr="Mobile device with apps">
            <a:extLst>
              <a:ext uri="{FF2B5EF4-FFF2-40B4-BE49-F238E27FC236}">
                <a16:creationId xmlns:a16="http://schemas.microsoft.com/office/drawing/2014/main" id="{82BEEE7B-FC11-E263-23EC-4C278BB2749D}"/>
              </a:ext>
            </a:extLst>
          </p:cNvPr>
          <p:cNvSpPr/>
          <p:nvPr/>
        </p:nvSpPr>
        <p:spPr>
          <a:xfrm>
            <a:off x="4012843" y="1450975"/>
            <a:ext cx="8007522" cy="4870627"/>
          </a:xfrm>
          <a:prstGeom prst="roundRect">
            <a:avLst>
              <a:gd name="adj" fmla="val 1636"/>
            </a:avLst>
          </a:prstGeom>
          <a:blipFill dpi="0" rotWithShape="1">
            <a:blip r:embed="rId2" cstate="hq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glow rad="101600">
              <a:srgbClr val="2C73B9">
                <a:alpha val="40000"/>
              </a:srgb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664A03C-3749-B41A-96A0-543EE8C6FB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2413" b="78040"/>
          <a:stretch/>
        </p:blipFill>
        <p:spPr>
          <a:xfrm>
            <a:off x="9554798" y="5680497"/>
            <a:ext cx="1346905" cy="54722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24B3917-730D-8E32-971A-CEDCCE56C2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672" y="5504049"/>
            <a:ext cx="699012" cy="69590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7A9172B-6A8E-34B9-1C87-77981963BBA8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358" y="4258632"/>
            <a:ext cx="1346902" cy="4498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3442487-E559-AB29-0C4C-FDDD6DF2662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739" y="4834733"/>
            <a:ext cx="1164139" cy="24199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AF00167-FAC6-A59F-6E7A-EDBE7DC86383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983" y="5715792"/>
            <a:ext cx="1825894" cy="47665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814BA0E-DA87-183D-50D4-C8379CC505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906" y="5147148"/>
            <a:ext cx="1392760" cy="3969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FDFA7F8-D65F-8E6E-B2FC-AD5AC5121DB7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81" b="19119"/>
          <a:stretch/>
        </p:blipFill>
        <p:spPr>
          <a:xfrm>
            <a:off x="7616444" y="4857847"/>
            <a:ext cx="992819" cy="61058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1115DABA-A5DA-BE9E-E0FD-752CC875F725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835" y="4308356"/>
            <a:ext cx="957807" cy="39061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422537D-F8E9-3965-C7D9-B20E20160BF6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903" y="5218400"/>
            <a:ext cx="2079437" cy="46209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69C49B0-93BC-63FF-58FD-C7E9DC77DB51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5466" y="4238874"/>
            <a:ext cx="1165424" cy="610793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9C290BE-6ADC-94E2-AB06-776B53706AD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363" y="5590127"/>
            <a:ext cx="888075" cy="63879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C39E00F-A7CC-064B-0619-F7B41CA134F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4602" y="5656668"/>
            <a:ext cx="1212865" cy="60844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0576961-5F42-D7F5-C62E-339347713529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561" y="4327845"/>
            <a:ext cx="1302361" cy="46645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04A7246-5148-A901-CE08-3E46F1F41B03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285" y="5515308"/>
            <a:ext cx="902507" cy="71361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DD04609-DE55-57BF-A562-7403B42868FD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0590" y="4847276"/>
            <a:ext cx="1067358" cy="39225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3E79C75-C6F4-B7AF-022C-F0A3F9497CB6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55" b="34853"/>
          <a:stretch/>
        </p:blipFill>
        <p:spPr>
          <a:xfrm>
            <a:off x="6130969" y="4880175"/>
            <a:ext cx="1295400" cy="41571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528061EA-1C4C-29D5-FCAD-FFCA392ED5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581" t="-1687" r="8120" b="75336"/>
          <a:stretch/>
        </p:blipFill>
        <p:spPr>
          <a:xfrm>
            <a:off x="9718281" y="4406820"/>
            <a:ext cx="831374" cy="71361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48B0456-DE84-D5E7-935D-D088E8CD5EE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6222" y="1553702"/>
            <a:ext cx="1027038" cy="52193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40E53CE-DDD8-215E-2C18-CED11A14A5BE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42" b="37757"/>
          <a:stretch/>
        </p:blipFill>
        <p:spPr>
          <a:xfrm>
            <a:off x="8083904" y="1588820"/>
            <a:ext cx="1513259" cy="43885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D6019A9E-CF18-D522-E6B3-54A6DD2A1569}"/>
              </a:ext>
            </a:extLst>
          </p:cNvPr>
          <p:cNvPicPr>
            <a:picLocks noChangeAspect="1"/>
          </p:cNvPicPr>
          <p:nvPr/>
        </p:nvPicPr>
        <p:blipFill>
          <a:blip r:embed="rId2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2255" y="2222145"/>
            <a:ext cx="1411005" cy="530303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335DAAE-B1BF-10B1-0D2E-6F5C7D6ACB96}"/>
              </a:ext>
            </a:extLst>
          </p:cNvPr>
          <p:cNvPicPr>
            <a:picLocks noChangeAspect="1"/>
          </p:cNvPicPr>
          <p:nvPr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142" y="1611397"/>
            <a:ext cx="922218" cy="440846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9A2E2612-EE95-8850-ADCA-CC17D3C39021}"/>
              </a:ext>
            </a:extLst>
          </p:cNvPr>
          <p:cNvPicPr>
            <a:picLocks noChangeAspect="1"/>
          </p:cNvPicPr>
          <p:nvPr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561" y="2415411"/>
            <a:ext cx="1619107" cy="257438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C0F015DA-3670-D638-E564-760971E84BC8}"/>
              </a:ext>
            </a:extLst>
          </p:cNvPr>
          <p:cNvPicPr>
            <a:picLocks noChangeAspect="1"/>
          </p:cNvPicPr>
          <p:nvPr/>
        </p:nvPicPr>
        <p:blipFill>
          <a:blip r:embed="rId2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631" y="2198173"/>
            <a:ext cx="1110990" cy="36215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B34EE856-5B68-7713-E4FA-1A7CE7C9802C}"/>
              </a:ext>
            </a:extLst>
          </p:cNvPr>
          <p:cNvPicPr>
            <a:picLocks noChangeAspect="1"/>
          </p:cNvPicPr>
          <p:nvPr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8248" y="2617818"/>
            <a:ext cx="1012676" cy="428588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834E255-E736-6FBC-2ED8-B9325A14B389}"/>
              </a:ext>
            </a:extLst>
          </p:cNvPr>
          <p:cNvPicPr>
            <a:picLocks noChangeAspect="1"/>
          </p:cNvPicPr>
          <p:nvPr/>
        </p:nvPicPr>
        <p:blipFill>
          <a:blip r:embed="rId2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79" y="2612700"/>
            <a:ext cx="1640175" cy="607057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FC436789-5DE9-C798-7924-D37BB1EB0E5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706" y="3539795"/>
            <a:ext cx="1478126" cy="408948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758CB4F4-998F-6B93-3C87-C288E22B69A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098" y="2806408"/>
            <a:ext cx="1377208" cy="24789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8A8E49D-7757-3A4D-E05C-8A8E0BE88E9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3117" y="3145039"/>
            <a:ext cx="1263442" cy="511819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B9A83768-D6F7-6D3F-0101-1789AD8C98D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7728" y="3110660"/>
            <a:ext cx="1070086" cy="505318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A9644506-477A-9C81-5911-4972ECC8E5E5}"/>
              </a:ext>
            </a:extLst>
          </p:cNvPr>
          <p:cNvPicPr>
            <a:picLocks noChangeAspect="1"/>
          </p:cNvPicPr>
          <p:nvPr/>
        </p:nvPicPr>
        <p:blipFill>
          <a:blip r:embed="rId3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693" y="5113765"/>
            <a:ext cx="876087" cy="31621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F231879-FDB9-3D5C-3694-53ACFD0CBB8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177" y="4127674"/>
            <a:ext cx="763211" cy="439258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AB27F5E0-4A35-7167-313D-70FABD633606}"/>
              </a:ext>
            </a:extLst>
          </p:cNvPr>
          <p:cNvPicPr>
            <a:picLocks noChangeAspect="1"/>
          </p:cNvPicPr>
          <p:nvPr/>
        </p:nvPicPr>
        <p:blipFill>
          <a:blip r:embed="rId3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047" y="2584583"/>
            <a:ext cx="1557472" cy="1557472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C3099708-5B3A-7445-46B8-7182C50B9A0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629" y="3674537"/>
            <a:ext cx="541494" cy="479253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497E3FDC-5862-23C7-5B12-CACAD73C80A3}"/>
              </a:ext>
            </a:extLst>
          </p:cNvPr>
          <p:cNvPicPr>
            <a:picLocks noChangeAspect="1"/>
          </p:cNvPicPr>
          <p:nvPr/>
        </p:nvPicPr>
        <p:blipFill>
          <a:blip r:embed="rId3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694" y="3404018"/>
            <a:ext cx="987365" cy="362214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EE5D26D6-F10A-26F3-0782-04444B0BDD9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212" y="3599112"/>
            <a:ext cx="1274230" cy="377875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E1B64035-7862-26CC-7FDB-82737433F2DE}"/>
              </a:ext>
            </a:extLst>
          </p:cNvPr>
          <p:cNvPicPr>
            <a:picLocks noChangeAspect="1"/>
          </p:cNvPicPr>
          <p:nvPr/>
        </p:nvPicPr>
        <p:blipFill>
          <a:blip r:embed="rId3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239" y="1850052"/>
            <a:ext cx="949815" cy="697864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DA8D9097-8EED-BCFC-6EF7-9EC6156550E1}"/>
              </a:ext>
            </a:extLst>
          </p:cNvPr>
          <p:cNvPicPr>
            <a:picLocks noChangeAspect="1"/>
          </p:cNvPicPr>
          <p:nvPr/>
        </p:nvPicPr>
        <p:blipFill>
          <a:blip r:embed="rId3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225" y="1600884"/>
            <a:ext cx="664271" cy="664271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2964A80C-8A34-1707-A5E3-6BC781689E18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672" y="4053076"/>
            <a:ext cx="601461" cy="650228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BE4A0413-121A-101E-C418-C49AE79FDA8E}"/>
              </a:ext>
            </a:extLst>
          </p:cNvPr>
          <p:cNvPicPr>
            <a:picLocks noChangeAspect="1"/>
          </p:cNvPicPr>
          <p:nvPr/>
        </p:nvPicPr>
        <p:blipFill>
          <a:blip r:embed="rId4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493" y="3365672"/>
            <a:ext cx="876301" cy="87630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62FC00C-6449-9E36-DBB7-1CFF38208409}"/>
              </a:ext>
            </a:extLst>
          </p:cNvPr>
          <p:cNvPicPr>
            <a:picLocks noChangeAspect="1"/>
          </p:cNvPicPr>
          <p:nvPr/>
        </p:nvPicPr>
        <p:blipFill>
          <a:blip r:embed="rId4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549" y="2913522"/>
            <a:ext cx="847324" cy="3316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8BE2CB-151F-BAA8-8600-7F8055E4E95D}"/>
              </a:ext>
            </a:extLst>
          </p:cNvPr>
          <p:cNvPicPr>
            <a:picLocks noChangeAspect="1"/>
          </p:cNvPicPr>
          <p:nvPr/>
        </p:nvPicPr>
        <p:blipFill>
          <a:blip r:embed="rId4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969" y="1623193"/>
            <a:ext cx="1079174" cy="4295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C881B4-CB96-0FC1-5092-788CF902B83A}"/>
              </a:ext>
            </a:extLst>
          </p:cNvPr>
          <p:cNvPicPr>
            <a:picLocks noChangeAspect="1"/>
          </p:cNvPicPr>
          <p:nvPr/>
        </p:nvPicPr>
        <p:blipFill>
          <a:blip r:embed="rId4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203" y="2405768"/>
            <a:ext cx="2059771" cy="4123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33220A-9711-70F5-29D9-A6013B473292}"/>
              </a:ext>
            </a:extLst>
          </p:cNvPr>
          <p:cNvPicPr>
            <a:picLocks noChangeAspect="1"/>
          </p:cNvPicPr>
          <p:nvPr/>
        </p:nvPicPr>
        <p:blipFill>
          <a:blip r:embed="rId4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134" y="1578211"/>
            <a:ext cx="868997" cy="4526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0AABED-9F54-C9EA-3731-155AF8E39199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439" y="2094409"/>
            <a:ext cx="1397924" cy="3122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A1F320-5A74-C044-1E7A-A65F3C7287DE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376" y="2808657"/>
            <a:ext cx="1491371" cy="3020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517BDF-C644-3C01-A228-7E56BAC652D9}"/>
              </a:ext>
            </a:extLst>
          </p:cNvPr>
          <p:cNvPicPr>
            <a:picLocks noChangeAspect="1"/>
          </p:cNvPicPr>
          <p:nvPr/>
        </p:nvPicPr>
        <p:blipFill>
          <a:blip r:embed="rId4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606" y="2600342"/>
            <a:ext cx="1395356" cy="4074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0B3E64-CB43-100D-62C8-4C4F141E4105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095" y="3145039"/>
            <a:ext cx="1412827" cy="4334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E2122A-FFAD-D168-5267-D61F0BB5DAA6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279" y="3650190"/>
            <a:ext cx="1117416" cy="5605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385AF0-BC6F-D746-DA6F-F8866243ABFB}"/>
              </a:ext>
            </a:extLst>
          </p:cNvPr>
          <p:cNvPicPr>
            <a:picLocks noChangeAspect="1"/>
          </p:cNvPicPr>
          <p:nvPr/>
        </p:nvPicPr>
        <p:blipFill>
          <a:blip r:embed="rId5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396" y="3652100"/>
            <a:ext cx="819240" cy="51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789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17A0FA-90D0-D0C1-2E3A-B885B56B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CoEvolution</a:t>
            </a:r>
            <a:r>
              <a:rPr lang="en-US" dirty="0" smtClean="0"/>
              <a:t> involvement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341917"/>
              </p:ext>
            </p:extLst>
          </p:nvPr>
        </p:nvGraphicFramePr>
        <p:xfrm>
          <a:off x="171635" y="2407158"/>
          <a:ext cx="7821612" cy="40027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9952">
                  <a:extLst>
                    <a:ext uri="{9D8B030D-6E8A-4147-A177-3AD203B41FA5}">
                      <a16:colId xmlns:a16="http://schemas.microsoft.com/office/drawing/2014/main" val="2626236150"/>
                    </a:ext>
                  </a:extLst>
                </a:gridCol>
                <a:gridCol w="7231660">
                  <a:extLst>
                    <a:ext uri="{9D8B030D-6E8A-4147-A177-3AD203B41FA5}">
                      <a16:colId xmlns:a16="http://schemas.microsoft.com/office/drawing/2014/main" val="1988502989"/>
                    </a:ext>
                  </a:extLst>
                </a:gridCol>
              </a:tblGrid>
              <a:tr h="254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T1.1</a:t>
                      </a:r>
                      <a:endParaRPr 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 coordination and reporting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14255257"/>
                  </a:ext>
                </a:extLst>
              </a:tr>
              <a:tr h="254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T1.4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Innovation tracking and data management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30763294"/>
                  </a:ext>
                </a:extLst>
              </a:tr>
              <a:tr h="335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</a:rPr>
                        <a:t>T1.5</a:t>
                      </a:r>
                      <a:endParaRPr lang="en-US" sz="1400" b="1" i="0" u="none" strike="noStrike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Ethical principles and European regulations, fundamental rights, and social sciences</a:t>
                      </a:r>
                      <a:endParaRPr lang="en-US" sz="1400" b="1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89949882"/>
                  </a:ext>
                </a:extLst>
              </a:tr>
              <a:tr h="2631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T2.1</a:t>
                      </a:r>
                      <a:endParaRPr lang="en-US" sz="1400" b="1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</a:rPr>
                        <a:t>Outreach planning, Communication and Dissemination</a:t>
                      </a:r>
                      <a:endParaRPr lang="en-US" sz="1400" b="1" i="0" u="none" strike="noStrike" dirty="0">
                        <a:solidFill>
                          <a:srgbClr val="9C000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58516090"/>
                  </a:ext>
                </a:extLst>
              </a:tr>
              <a:tr h="2631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T2.4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Exploitation activities and long-term sustainability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28708737"/>
                  </a:ext>
                </a:extLst>
              </a:tr>
              <a:tr h="2631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T2.5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End user internal organization training activities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22500482"/>
                  </a:ext>
                </a:extLst>
              </a:tr>
              <a:tr h="2631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T3.1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State-of-the-Art, Threat model and Technical Specifications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40010455"/>
                  </a:ext>
                </a:extLst>
              </a:tr>
              <a:tr h="2631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T3.2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Use-Case specifications and Requirements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86733779"/>
                  </a:ext>
                </a:extLst>
              </a:tr>
              <a:tr h="2631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T3.3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CoEvolution</a:t>
                      </a:r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Reference Architecture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02899767"/>
                  </a:ext>
                </a:extLst>
              </a:tr>
              <a:tr h="2631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T3.4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requirements and Collection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39773829"/>
                  </a:ext>
                </a:extLst>
              </a:tr>
              <a:tr h="2631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T5.1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 AI Model Bills-of-Material Definition, Design and Management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47254183"/>
                  </a:ext>
                </a:extLst>
              </a:tr>
              <a:tr h="2631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T5.2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Security Runtime Monitoring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71454402"/>
                  </a:ext>
                </a:extLst>
              </a:tr>
              <a:tr h="2631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T5.5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Evolutionary strategies for context-awareness adaptation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78132399"/>
                  </a:ext>
                </a:extLst>
              </a:tr>
              <a:tr h="2631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T6.1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CoEvolution</a:t>
                      </a:r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hub Integration and Implementation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338254"/>
                  </a:ext>
                </a:extLst>
              </a:tr>
              <a:tr h="2631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T6.3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Pilot Deployment, Testing and Demonstration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41136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9587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17A0FA-90D0-D0C1-2E3A-B885B56B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CoEvolution</a:t>
            </a:r>
            <a:r>
              <a:rPr lang="en-US" dirty="0" smtClean="0"/>
              <a:t> AEGIS  involvement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791696"/>
              </p:ext>
            </p:extLst>
          </p:nvPr>
        </p:nvGraphicFramePr>
        <p:xfrm>
          <a:off x="171635" y="2407158"/>
          <a:ext cx="5845117" cy="13601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0873">
                  <a:extLst>
                    <a:ext uri="{9D8B030D-6E8A-4147-A177-3AD203B41FA5}">
                      <a16:colId xmlns:a16="http://schemas.microsoft.com/office/drawing/2014/main" val="2626236150"/>
                    </a:ext>
                  </a:extLst>
                </a:gridCol>
                <a:gridCol w="5404244">
                  <a:extLst>
                    <a:ext uri="{9D8B030D-6E8A-4147-A177-3AD203B41FA5}">
                      <a16:colId xmlns:a16="http://schemas.microsoft.com/office/drawing/2014/main" val="1988502989"/>
                    </a:ext>
                  </a:extLst>
                </a:gridCol>
              </a:tblGrid>
              <a:tr h="3270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D1.2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Data Management Plan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14255257"/>
                  </a:ext>
                </a:extLst>
              </a:tr>
              <a:tr h="3270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D1.3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Innovation management and ethics oversight report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30763294"/>
                  </a:ext>
                </a:extLst>
              </a:tr>
              <a:tr h="3678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D1.4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Analysis of the legal and ethical issues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89949882"/>
                  </a:ext>
                </a:extLst>
              </a:tr>
              <a:tr h="3382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D2.1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Plan for impact delivery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28708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6741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17A0FA-90D0-D0C1-2E3A-B885B56B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CoEvolution</a:t>
            </a:r>
            <a:r>
              <a:rPr lang="en-US" dirty="0" smtClean="0"/>
              <a:t> AEGIS team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BA876-DBFB-85B0-9890-A6F83C584185}"/>
              </a:ext>
            </a:extLst>
          </p:cNvPr>
          <p:cNvSpPr txBox="1"/>
          <p:nvPr/>
        </p:nvSpPr>
        <p:spPr>
          <a:xfrm>
            <a:off x="178699" y="2727053"/>
            <a:ext cx="6054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  <a:latin typeface="+mj-lt"/>
                <a:cs typeface="Krub" panose="00000500000000000000" pitchFamily="2" charset="-34"/>
              </a:rPr>
              <a:t>Project Manager</a:t>
            </a:r>
            <a:r>
              <a:rPr lang="en-US" sz="2400" dirty="0" smtClean="0">
                <a:solidFill>
                  <a:schemeClr val="bg1"/>
                </a:solidFill>
                <a:latin typeface="+mj-lt"/>
                <a:cs typeface="Krub" panose="00000500000000000000" pitchFamily="2" charset="-34"/>
              </a:rPr>
              <a:t>: Marinos Tsantekidis</a:t>
            </a:r>
          </a:p>
          <a:p>
            <a:endParaRPr lang="en-US" sz="2400" dirty="0" smtClean="0">
              <a:solidFill>
                <a:schemeClr val="bg1"/>
              </a:solidFill>
              <a:latin typeface="+mj-lt"/>
              <a:cs typeface="Krub" panose="00000500000000000000" pitchFamily="2" charset="-34"/>
            </a:endParaRPr>
          </a:p>
          <a:p>
            <a:r>
              <a:rPr lang="en-US" sz="2400" b="1" dirty="0" smtClean="0">
                <a:solidFill>
                  <a:schemeClr val="bg1"/>
                </a:solidFill>
                <a:latin typeface="+mj-lt"/>
                <a:cs typeface="Krub" panose="00000500000000000000" pitchFamily="2" charset="-34"/>
              </a:rPr>
              <a:t>Developer</a:t>
            </a:r>
            <a:r>
              <a:rPr lang="en-US" sz="2400" dirty="0" smtClean="0">
                <a:solidFill>
                  <a:schemeClr val="bg1"/>
                </a:solidFill>
                <a:latin typeface="+mj-lt"/>
                <a:cs typeface="Krub" panose="00000500000000000000" pitchFamily="2" charset="-34"/>
              </a:rPr>
              <a:t>: Stella </a:t>
            </a:r>
            <a:r>
              <a:rPr lang="en-US" sz="2400" dirty="0" err="1" smtClean="0">
                <a:solidFill>
                  <a:schemeClr val="bg1"/>
                </a:solidFill>
                <a:latin typeface="+mj-lt"/>
                <a:cs typeface="Krub" panose="00000500000000000000" pitchFamily="2" charset="-34"/>
              </a:rPr>
              <a:t>Markopoulou</a:t>
            </a:r>
            <a:endParaRPr lang="en-US" sz="2400" dirty="0">
              <a:solidFill>
                <a:schemeClr val="bg1"/>
              </a:solidFill>
              <a:latin typeface="+mj-lt"/>
              <a:cs typeface="Krub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48197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47D46A-720D-7555-195E-ADF483F98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in touch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E94C96A-45F0-E2DE-79C5-AE732AC0D47B}"/>
              </a:ext>
            </a:extLst>
          </p:cNvPr>
          <p:cNvGrpSpPr/>
          <p:nvPr/>
        </p:nvGrpSpPr>
        <p:grpSpPr>
          <a:xfrm>
            <a:off x="96093" y="1276205"/>
            <a:ext cx="2976563" cy="4418013"/>
            <a:chOff x="1207717" y="1068388"/>
            <a:chExt cx="2976563" cy="4418013"/>
          </a:xfrm>
        </p:grpSpPr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7366D291-552E-1A4C-505B-D4CB74FD28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07717" y="1068388"/>
              <a:ext cx="2976563" cy="4418013"/>
              <a:chOff x="506" y="1159"/>
              <a:chExt cx="1875" cy="2783"/>
            </a:xfrm>
          </p:grpSpPr>
          <p:sp>
            <p:nvSpPr>
              <p:cNvPr id="8" name="Freeform 5">
                <a:extLst>
                  <a:ext uri="{FF2B5EF4-FFF2-40B4-BE49-F238E27FC236}">
                    <a16:creationId xmlns:a16="http://schemas.microsoft.com/office/drawing/2014/main" id="{E067C45C-14EE-4ECE-A6F2-2E320AF72F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" y="1159"/>
                <a:ext cx="1875" cy="2783"/>
              </a:xfrm>
              <a:custGeom>
                <a:avLst/>
                <a:gdLst>
                  <a:gd name="T0" fmla="*/ 112 w 1528"/>
                  <a:gd name="T1" fmla="*/ 0 h 2269"/>
                  <a:gd name="T2" fmla="*/ 1416 w 1528"/>
                  <a:gd name="T3" fmla="*/ 0 h 2269"/>
                  <a:gd name="T4" fmla="*/ 1528 w 1528"/>
                  <a:gd name="T5" fmla="*/ 112 h 2269"/>
                  <a:gd name="T6" fmla="*/ 1528 w 1528"/>
                  <a:gd name="T7" fmla="*/ 2157 h 2269"/>
                  <a:gd name="T8" fmla="*/ 1416 w 1528"/>
                  <a:gd name="T9" fmla="*/ 2269 h 2269"/>
                  <a:gd name="T10" fmla="*/ 112 w 1528"/>
                  <a:gd name="T11" fmla="*/ 2269 h 2269"/>
                  <a:gd name="T12" fmla="*/ 0 w 1528"/>
                  <a:gd name="T13" fmla="*/ 2157 h 2269"/>
                  <a:gd name="T14" fmla="*/ 0 w 1528"/>
                  <a:gd name="T15" fmla="*/ 112 h 2269"/>
                  <a:gd name="T16" fmla="*/ 112 w 1528"/>
                  <a:gd name="T17" fmla="*/ 0 h 2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8" h="2269">
                    <a:moveTo>
                      <a:pt x="112" y="0"/>
                    </a:moveTo>
                    <a:cubicBezTo>
                      <a:pt x="1416" y="0"/>
                      <a:pt x="1416" y="0"/>
                      <a:pt x="1416" y="0"/>
                    </a:cubicBezTo>
                    <a:cubicBezTo>
                      <a:pt x="1477" y="0"/>
                      <a:pt x="1528" y="50"/>
                      <a:pt x="1528" y="112"/>
                    </a:cubicBezTo>
                    <a:cubicBezTo>
                      <a:pt x="1528" y="2157"/>
                      <a:pt x="1528" y="2157"/>
                      <a:pt x="1528" y="2157"/>
                    </a:cubicBezTo>
                    <a:cubicBezTo>
                      <a:pt x="1528" y="2218"/>
                      <a:pt x="1477" y="2269"/>
                      <a:pt x="1416" y="2269"/>
                    </a:cubicBezTo>
                    <a:cubicBezTo>
                      <a:pt x="112" y="2269"/>
                      <a:pt x="112" y="2269"/>
                      <a:pt x="112" y="2269"/>
                    </a:cubicBezTo>
                    <a:cubicBezTo>
                      <a:pt x="50" y="2269"/>
                      <a:pt x="0" y="2218"/>
                      <a:pt x="0" y="2157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50"/>
                      <a:pt x="50" y="0"/>
                      <a:pt x="112" y="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Oval 7">
                <a:extLst>
                  <a:ext uri="{FF2B5EF4-FFF2-40B4-BE49-F238E27FC236}">
                    <a16:creationId xmlns:a16="http://schemas.microsoft.com/office/drawing/2014/main" id="{F86981B0-F1E1-FE22-4111-14756764C6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3" y="3738"/>
                <a:ext cx="140" cy="139"/>
              </a:xfrm>
              <a:prstGeom prst="ellipse">
                <a:avLst/>
              </a:prstGeom>
              <a:solidFill>
                <a:srgbClr val="D3D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Oval 8">
                <a:extLst>
                  <a:ext uri="{FF2B5EF4-FFF2-40B4-BE49-F238E27FC236}">
                    <a16:creationId xmlns:a16="http://schemas.microsoft.com/office/drawing/2014/main" id="{408FFC4C-4C88-F894-95BA-69693925FF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6" y="1291"/>
                <a:ext cx="35" cy="34"/>
              </a:xfrm>
              <a:prstGeom prst="ellipse">
                <a:avLst/>
              </a:prstGeom>
              <a:solidFill>
                <a:srgbClr val="C4C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pic>
          <p:nvPicPr>
            <p:cNvPr id="5" name="Picture 4" descr="A red button with a phone and a call symbol&#10;&#10;Description automatically generated">
              <a:extLst>
                <a:ext uri="{FF2B5EF4-FFF2-40B4-BE49-F238E27FC236}">
                  <a16:creationId xmlns:a16="http://schemas.microsoft.com/office/drawing/2014/main" id="{D91A3F22-F099-C49A-4C6D-08C8806AC0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79" r="14805" b="7153"/>
            <a:stretch/>
          </p:blipFill>
          <p:spPr>
            <a:xfrm>
              <a:off x="1314877" y="1371599"/>
              <a:ext cx="2760655" cy="355917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39BB446-30B4-F5EA-5F00-C8C000390A6D}"/>
              </a:ext>
            </a:extLst>
          </p:cNvPr>
          <p:cNvGrpSpPr/>
          <p:nvPr/>
        </p:nvGrpSpPr>
        <p:grpSpPr>
          <a:xfrm>
            <a:off x="3713071" y="4086782"/>
            <a:ext cx="676893" cy="676894"/>
            <a:chOff x="4263145" y="4393017"/>
            <a:chExt cx="676893" cy="676894"/>
          </a:xfrm>
        </p:grpSpPr>
        <p:sp>
          <p:nvSpPr>
            <p:cNvPr id="16" name="Rounded Rectangle 3">
              <a:extLst>
                <a:ext uri="{FF2B5EF4-FFF2-40B4-BE49-F238E27FC236}">
                  <a16:creationId xmlns:a16="http://schemas.microsoft.com/office/drawing/2014/main" id="{E8238B13-C6D5-A440-D907-D0AE9643656F}"/>
                </a:ext>
              </a:extLst>
            </p:cNvPr>
            <p:cNvSpPr/>
            <p:nvPr/>
          </p:nvSpPr>
          <p:spPr>
            <a:xfrm>
              <a:off x="4263145" y="4393017"/>
              <a:ext cx="676893" cy="676894"/>
            </a:xfrm>
            <a:prstGeom prst="roundRect">
              <a:avLst/>
            </a:prstGeom>
            <a:solidFill>
              <a:srgbClr val="2C73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Graphic 24" descr="Email with solid fill">
              <a:extLst>
                <a:ext uri="{FF2B5EF4-FFF2-40B4-BE49-F238E27FC236}">
                  <a16:creationId xmlns:a16="http://schemas.microsoft.com/office/drawing/2014/main" id="{68299C58-EF7C-FC1A-E0BD-9DAB08DEC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4442717" y="4572590"/>
              <a:ext cx="317747" cy="317747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39FE92D-554E-5DEA-2579-AC65E70A09F1}"/>
              </a:ext>
            </a:extLst>
          </p:cNvPr>
          <p:cNvSpPr txBox="1"/>
          <p:nvPr/>
        </p:nvSpPr>
        <p:spPr>
          <a:xfrm>
            <a:off x="3106928" y="4794909"/>
            <a:ext cx="185256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j-lt"/>
                <a:ea typeface="Noto Serif" panose="02020600060500020200" pitchFamily="18" charset="0"/>
                <a:cs typeface="Assistant SemiBold" panose="00000700000000000000" pitchFamily="2" charset="-79"/>
              </a:rPr>
              <a:t>info@aegisresearch.eu 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16EC8FB-28C3-DBFB-92E3-C893BC21A173}"/>
              </a:ext>
            </a:extLst>
          </p:cNvPr>
          <p:cNvGrpSpPr/>
          <p:nvPr/>
        </p:nvGrpSpPr>
        <p:grpSpPr>
          <a:xfrm>
            <a:off x="5449949" y="4086782"/>
            <a:ext cx="676893" cy="676894"/>
            <a:chOff x="5966439" y="4393016"/>
            <a:chExt cx="676893" cy="676894"/>
          </a:xfrm>
        </p:grpSpPr>
        <p:sp>
          <p:nvSpPr>
            <p:cNvPr id="27" name="Rounded Rectangle 3">
              <a:extLst>
                <a:ext uri="{FF2B5EF4-FFF2-40B4-BE49-F238E27FC236}">
                  <a16:creationId xmlns:a16="http://schemas.microsoft.com/office/drawing/2014/main" id="{2146256E-4A8F-22D8-82A8-EC77C299D95E}"/>
                </a:ext>
              </a:extLst>
            </p:cNvPr>
            <p:cNvSpPr/>
            <p:nvPr/>
          </p:nvSpPr>
          <p:spPr>
            <a:xfrm>
              <a:off x="5966439" y="4393016"/>
              <a:ext cx="676893" cy="676894"/>
            </a:xfrm>
            <a:prstGeom prst="roundRect">
              <a:avLst/>
            </a:prstGeom>
            <a:solidFill>
              <a:srgbClr val="2C73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104">
              <a:extLst>
                <a:ext uri="{FF2B5EF4-FFF2-40B4-BE49-F238E27FC236}">
                  <a16:creationId xmlns:a16="http://schemas.microsoft.com/office/drawing/2014/main" id="{255756C4-08DA-EFB3-4908-BE215184F3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3859" y="4592967"/>
              <a:ext cx="288404" cy="288405"/>
            </a:xfrm>
            <a:custGeom>
              <a:avLst/>
              <a:gdLst>
                <a:gd name="T0" fmla="*/ 2147483646 w 62"/>
                <a:gd name="T1" fmla="*/ 2147483646 h 62"/>
                <a:gd name="T2" fmla="*/ 2147483646 w 62"/>
                <a:gd name="T3" fmla="*/ 2147483646 h 62"/>
                <a:gd name="T4" fmla="*/ 2147483646 w 62"/>
                <a:gd name="T5" fmla="*/ 2147483646 h 62"/>
                <a:gd name="T6" fmla="*/ 0 w 62"/>
                <a:gd name="T7" fmla="*/ 2147483646 h 62"/>
                <a:gd name="T8" fmla="*/ 0 w 62"/>
                <a:gd name="T9" fmla="*/ 2147483646 h 62"/>
                <a:gd name="T10" fmla="*/ 2147483646 w 62"/>
                <a:gd name="T11" fmla="*/ 0 h 62"/>
                <a:gd name="T12" fmla="*/ 2147483646 w 62"/>
                <a:gd name="T13" fmla="*/ 0 h 62"/>
                <a:gd name="T14" fmla="*/ 2147483646 w 62"/>
                <a:gd name="T15" fmla="*/ 2147483646 h 62"/>
                <a:gd name="T16" fmla="*/ 2147483646 w 62"/>
                <a:gd name="T17" fmla="*/ 2147483646 h 62"/>
                <a:gd name="T18" fmla="*/ 2147483646 w 62"/>
                <a:gd name="T19" fmla="*/ 2147483646 h 62"/>
                <a:gd name="T20" fmla="*/ 2147483646 w 62"/>
                <a:gd name="T21" fmla="*/ 2147483646 h 62"/>
                <a:gd name="T22" fmla="*/ 2147483646 w 62"/>
                <a:gd name="T23" fmla="*/ 2147483646 h 62"/>
                <a:gd name="T24" fmla="*/ 2147483646 w 62"/>
                <a:gd name="T25" fmla="*/ 2147483646 h 62"/>
                <a:gd name="T26" fmla="*/ 2147483646 w 62"/>
                <a:gd name="T27" fmla="*/ 2147483646 h 62"/>
                <a:gd name="T28" fmla="*/ 2147483646 w 62"/>
                <a:gd name="T29" fmla="*/ 2147483646 h 62"/>
                <a:gd name="T30" fmla="*/ 2147483646 w 62"/>
                <a:gd name="T31" fmla="*/ 2147483646 h 62"/>
                <a:gd name="T32" fmla="*/ 2147483646 w 62"/>
                <a:gd name="T33" fmla="*/ 2147483646 h 62"/>
                <a:gd name="T34" fmla="*/ 2147483646 w 62"/>
                <a:gd name="T35" fmla="*/ 2147483646 h 62"/>
                <a:gd name="T36" fmla="*/ 2147483646 w 62"/>
                <a:gd name="T37" fmla="*/ 2147483646 h 62"/>
                <a:gd name="T38" fmla="*/ 2147483646 w 62"/>
                <a:gd name="T39" fmla="*/ 2147483646 h 62"/>
                <a:gd name="T40" fmla="*/ 2147483646 w 62"/>
                <a:gd name="T41" fmla="*/ 2147483646 h 62"/>
                <a:gd name="T42" fmla="*/ 2147483646 w 62"/>
                <a:gd name="T43" fmla="*/ 2147483646 h 62"/>
                <a:gd name="T44" fmla="*/ 2147483646 w 62"/>
                <a:gd name="T45" fmla="*/ 2147483646 h 62"/>
                <a:gd name="T46" fmla="*/ 2147483646 w 62"/>
                <a:gd name="T47" fmla="*/ 2147483646 h 62"/>
                <a:gd name="T48" fmla="*/ 2147483646 w 62"/>
                <a:gd name="T49" fmla="*/ 2147483646 h 62"/>
                <a:gd name="T50" fmla="*/ 2147483646 w 62"/>
                <a:gd name="T51" fmla="*/ 2147483646 h 62"/>
                <a:gd name="T52" fmla="*/ 2147483646 w 62"/>
                <a:gd name="T53" fmla="*/ 2147483646 h 62"/>
                <a:gd name="T54" fmla="*/ 2147483646 w 62"/>
                <a:gd name="T55" fmla="*/ 2147483646 h 62"/>
                <a:gd name="T56" fmla="*/ 2147483646 w 62"/>
                <a:gd name="T57" fmla="*/ 2147483646 h 62"/>
                <a:gd name="T58" fmla="*/ 2147483646 w 62"/>
                <a:gd name="T59" fmla="*/ 2147483646 h 62"/>
                <a:gd name="T60" fmla="*/ 2147483646 w 62"/>
                <a:gd name="T61" fmla="*/ 2147483646 h 62"/>
                <a:gd name="T62" fmla="*/ 2147483646 w 62"/>
                <a:gd name="T63" fmla="*/ 2147483646 h 62"/>
                <a:gd name="T64" fmla="*/ 2147483646 w 62"/>
                <a:gd name="T65" fmla="*/ 2147483646 h 62"/>
                <a:gd name="T66" fmla="*/ 2147483646 w 62"/>
                <a:gd name="T67" fmla="*/ 2147483646 h 62"/>
                <a:gd name="T68" fmla="*/ 2147483646 w 62"/>
                <a:gd name="T69" fmla="*/ 2147483646 h 6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62" h="62">
                  <a:moveTo>
                    <a:pt x="62" y="51"/>
                  </a:moveTo>
                  <a:cubicBezTo>
                    <a:pt x="62" y="57"/>
                    <a:pt x="57" y="62"/>
                    <a:pt x="51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6" y="62"/>
                    <a:pt x="0" y="57"/>
                    <a:pt x="0" y="5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6" y="0"/>
                    <a:pt x="1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7" y="0"/>
                    <a:pt x="62" y="6"/>
                    <a:pt x="62" y="12"/>
                  </a:cubicBezTo>
                  <a:lnTo>
                    <a:pt x="62" y="51"/>
                  </a:lnTo>
                  <a:close/>
                  <a:moveTo>
                    <a:pt x="15" y="11"/>
                  </a:moveTo>
                  <a:cubicBezTo>
                    <a:pt x="12" y="11"/>
                    <a:pt x="9" y="13"/>
                    <a:pt x="9" y="16"/>
                  </a:cubicBezTo>
                  <a:cubicBezTo>
                    <a:pt x="9" y="18"/>
                    <a:pt x="11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8" y="20"/>
                    <a:pt x="20" y="18"/>
                    <a:pt x="20" y="16"/>
                  </a:cubicBezTo>
                  <a:cubicBezTo>
                    <a:pt x="20" y="13"/>
                    <a:pt x="18" y="11"/>
                    <a:pt x="15" y="11"/>
                  </a:cubicBezTo>
                  <a:close/>
                  <a:moveTo>
                    <a:pt x="19" y="52"/>
                  </a:moveTo>
                  <a:cubicBezTo>
                    <a:pt x="19" y="24"/>
                    <a:pt x="19" y="24"/>
                    <a:pt x="19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52"/>
                    <a:pt x="10" y="52"/>
                    <a:pt x="10" y="52"/>
                  </a:cubicBezTo>
                  <a:lnTo>
                    <a:pt x="19" y="52"/>
                  </a:lnTo>
                  <a:close/>
                  <a:moveTo>
                    <a:pt x="53" y="52"/>
                  </a:moveTo>
                  <a:cubicBezTo>
                    <a:pt x="53" y="36"/>
                    <a:pt x="53" y="36"/>
                    <a:pt x="53" y="36"/>
                  </a:cubicBezTo>
                  <a:cubicBezTo>
                    <a:pt x="53" y="28"/>
                    <a:pt x="48" y="24"/>
                    <a:pt x="42" y="24"/>
                  </a:cubicBezTo>
                  <a:cubicBezTo>
                    <a:pt x="37" y="24"/>
                    <a:pt x="35" y="26"/>
                    <a:pt x="34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7"/>
                    <a:pt x="2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6"/>
                    <a:pt x="34" y="35"/>
                    <a:pt x="34" y="34"/>
                  </a:cubicBezTo>
                  <a:cubicBezTo>
                    <a:pt x="35" y="33"/>
                    <a:pt x="36" y="31"/>
                    <a:pt x="39" y="31"/>
                  </a:cubicBezTo>
                  <a:cubicBezTo>
                    <a:pt x="42" y="31"/>
                    <a:pt x="43" y="33"/>
                    <a:pt x="43" y="37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53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th-TH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1479B2F-8F46-A851-1103-2D3E74E94C0E}"/>
              </a:ext>
            </a:extLst>
          </p:cNvPr>
          <p:cNvGrpSpPr/>
          <p:nvPr/>
        </p:nvGrpSpPr>
        <p:grpSpPr>
          <a:xfrm>
            <a:off x="7186827" y="4086782"/>
            <a:ext cx="676893" cy="676894"/>
            <a:chOff x="7833821" y="4054569"/>
            <a:chExt cx="676893" cy="676894"/>
          </a:xfrm>
        </p:grpSpPr>
        <p:sp>
          <p:nvSpPr>
            <p:cNvPr id="28" name="Rounded Rectangle 3">
              <a:extLst>
                <a:ext uri="{FF2B5EF4-FFF2-40B4-BE49-F238E27FC236}">
                  <a16:creationId xmlns:a16="http://schemas.microsoft.com/office/drawing/2014/main" id="{5FA60BFD-0588-164F-6816-7DA33636B496}"/>
                </a:ext>
              </a:extLst>
            </p:cNvPr>
            <p:cNvSpPr/>
            <p:nvPr/>
          </p:nvSpPr>
          <p:spPr>
            <a:xfrm>
              <a:off x="7833821" y="4054569"/>
              <a:ext cx="676893" cy="676894"/>
            </a:xfrm>
            <a:prstGeom prst="roundRect">
              <a:avLst/>
            </a:prstGeom>
            <a:solidFill>
              <a:srgbClr val="2C73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5E2EF5F7-0C8A-04FE-298A-04A4E033E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8065" y="4275128"/>
              <a:ext cx="288404" cy="235775"/>
            </a:xfrm>
            <a:custGeom>
              <a:avLst/>
              <a:gdLst>
                <a:gd name="T0" fmla="*/ 410 w 602"/>
                <a:gd name="T1" fmla="*/ 0 h 496"/>
                <a:gd name="T2" fmla="*/ 410 w 602"/>
                <a:gd name="T3" fmla="*/ 0 h 496"/>
                <a:gd name="T4" fmla="*/ 509 w 602"/>
                <a:gd name="T5" fmla="*/ 43 h 496"/>
                <a:gd name="T6" fmla="*/ 572 w 602"/>
                <a:gd name="T7" fmla="*/ 22 h 496"/>
                <a:gd name="T8" fmla="*/ 587 w 602"/>
                <a:gd name="T9" fmla="*/ 15 h 496"/>
                <a:gd name="T10" fmla="*/ 544 w 602"/>
                <a:gd name="T11" fmla="*/ 71 h 496"/>
                <a:gd name="T12" fmla="*/ 530 w 602"/>
                <a:gd name="T13" fmla="*/ 78 h 496"/>
                <a:gd name="T14" fmla="*/ 530 w 602"/>
                <a:gd name="T15" fmla="*/ 78 h 496"/>
                <a:gd name="T16" fmla="*/ 601 w 602"/>
                <a:gd name="T17" fmla="*/ 64 h 496"/>
                <a:gd name="T18" fmla="*/ 601 w 602"/>
                <a:gd name="T19" fmla="*/ 64 h 496"/>
                <a:gd name="T20" fmla="*/ 558 w 602"/>
                <a:gd name="T21" fmla="*/ 106 h 496"/>
                <a:gd name="T22" fmla="*/ 544 w 602"/>
                <a:gd name="T23" fmla="*/ 128 h 496"/>
                <a:gd name="T24" fmla="*/ 537 w 602"/>
                <a:gd name="T25" fmla="*/ 205 h 496"/>
                <a:gd name="T26" fmla="*/ 297 w 602"/>
                <a:gd name="T27" fmla="*/ 481 h 496"/>
                <a:gd name="T28" fmla="*/ 120 w 602"/>
                <a:gd name="T29" fmla="*/ 488 h 496"/>
                <a:gd name="T30" fmla="*/ 42 w 602"/>
                <a:gd name="T31" fmla="*/ 460 h 496"/>
                <a:gd name="T32" fmla="*/ 14 w 602"/>
                <a:gd name="T33" fmla="*/ 446 h 496"/>
                <a:gd name="T34" fmla="*/ 0 w 602"/>
                <a:gd name="T35" fmla="*/ 439 h 496"/>
                <a:gd name="T36" fmla="*/ 42 w 602"/>
                <a:gd name="T37" fmla="*/ 439 h 496"/>
                <a:gd name="T38" fmla="*/ 78 w 602"/>
                <a:gd name="T39" fmla="*/ 432 h 496"/>
                <a:gd name="T40" fmla="*/ 148 w 602"/>
                <a:gd name="T41" fmla="*/ 410 h 496"/>
                <a:gd name="T42" fmla="*/ 184 w 602"/>
                <a:gd name="T43" fmla="*/ 382 h 496"/>
                <a:gd name="T44" fmla="*/ 148 w 602"/>
                <a:gd name="T45" fmla="*/ 382 h 496"/>
                <a:gd name="T46" fmla="*/ 71 w 602"/>
                <a:gd name="T47" fmla="*/ 297 h 496"/>
                <a:gd name="T48" fmla="*/ 120 w 602"/>
                <a:gd name="T49" fmla="*/ 297 h 496"/>
                <a:gd name="T50" fmla="*/ 85 w 602"/>
                <a:gd name="T51" fmla="*/ 283 h 496"/>
                <a:gd name="T52" fmla="*/ 21 w 602"/>
                <a:gd name="T53" fmla="*/ 177 h 496"/>
                <a:gd name="T54" fmla="*/ 35 w 602"/>
                <a:gd name="T55" fmla="*/ 184 h 496"/>
                <a:gd name="T56" fmla="*/ 64 w 602"/>
                <a:gd name="T57" fmla="*/ 191 h 496"/>
                <a:gd name="T58" fmla="*/ 78 w 602"/>
                <a:gd name="T59" fmla="*/ 191 h 496"/>
                <a:gd name="T60" fmla="*/ 78 w 602"/>
                <a:gd name="T61" fmla="*/ 191 h 496"/>
                <a:gd name="T62" fmla="*/ 57 w 602"/>
                <a:gd name="T63" fmla="*/ 170 h 496"/>
                <a:gd name="T64" fmla="*/ 28 w 602"/>
                <a:gd name="T65" fmla="*/ 57 h 496"/>
                <a:gd name="T66" fmla="*/ 42 w 602"/>
                <a:gd name="T67" fmla="*/ 29 h 496"/>
                <a:gd name="T68" fmla="*/ 42 w 602"/>
                <a:gd name="T69" fmla="*/ 29 h 496"/>
                <a:gd name="T70" fmla="*/ 57 w 602"/>
                <a:gd name="T71" fmla="*/ 36 h 496"/>
                <a:gd name="T72" fmla="*/ 92 w 602"/>
                <a:gd name="T73" fmla="*/ 71 h 496"/>
                <a:gd name="T74" fmla="*/ 240 w 602"/>
                <a:gd name="T75" fmla="*/ 149 h 496"/>
                <a:gd name="T76" fmla="*/ 297 w 602"/>
                <a:gd name="T77" fmla="*/ 156 h 496"/>
                <a:gd name="T78" fmla="*/ 297 w 602"/>
                <a:gd name="T79" fmla="*/ 99 h 496"/>
                <a:gd name="T80" fmla="*/ 368 w 602"/>
                <a:gd name="T81" fmla="*/ 15 h 496"/>
                <a:gd name="T82" fmla="*/ 396 w 602"/>
                <a:gd name="T83" fmla="*/ 8 h 496"/>
                <a:gd name="T84" fmla="*/ 410 w 602"/>
                <a:gd name="T85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2" h="496">
                  <a:moveTo>
                    <a:pt x="410" y="0"/>
                  </a:moveTo>
                  <a:lnTo>
                    <a:pt x="410" y="0"/>
                  </a:lnTo>
                  <a:cubicBezTo>
                    <a:pt x="459" y="0"/>
                    <a:pt x="481" y="22"/>
                    <a:pt x="509" y="43"/>
                  </a:cubicBezTo>
                  <a:cubicBezTo>
                    <a:pt x="530" y="43"/>
                    <a:pt x="558" y="29"/>
                    <a:pt x="572" y="22"/>
                  </a:cubicBezTo>
                  <a:cubicBezTo>
                    <a:pt x="580" y="15"/>
                    <a:pt x="580" y="15"/>
                    <a:pt x="587" y="15"/>
                  </a:cubicBezTo>
                  <a:cubicBezTo>
                    <a:pt x="580" y="36"/>
                    <a:pt x="565" y="57"/>
                    <a:pt x="544" y="71"/>
                  </a:cubicBezTo>
                  <a:cubicBezTo>
                    <a:pt x="544" y="71"/>
                    <a:pt x="537" y="78"/>
                    <a:pt x="530" y="78"/>
                  </a:cubicBezTo>
                  <a:lnTo>
                    <a:pt x="530" y="78"/>
                  </a:lnTo>
                  <a:cubicBezTo>
                    <a:pt x="558" y="78"/>
                    <a:pt x="580" y="64"/>
                    <a:pt x="601" y="64"/>
                  </a:cubicBezTo>
                  <a:lnTo>
                    <a:pt x="601" y="64"/>
                  </a:lnTo>
                  <a:cubicBezTo>
                    <a:pt x="594" y="78"/>
                    <a:pt x="580" y="99"/>
                    <a:pt x="558" y="106"/>
                  </a:cubicBezTo>
                  <a:cubicBezTo>
                    <a:pt x="551" y="113"/>
                    <a:pt x="551" y="121"/>
                    <a:pt x="544" y="128"/>
                  </a:cubicBezTo>
                  <a:cubicBezTo>
                    <a:pt x="544" y="156"/>
                    <a:pt x="544" y="177"/>
                    <a:pt x="537" y="205"/>
                  </a:cubicBezTo>
                  <a:cubicBezTo>
                    <a:pt x="502" y="340"/>
                    <a:pt x="424" y="439"/>
                    <a:pt x="297" y="481"/>
                  </a:cubicBezTo>
                  <a:cubicBezTo>
                    <a:pt x="247" y="495"/>
                    <a:pt x="170" y="495"/>
                    <a:pt x="120" y="488"/>
                  </a:cubicBezTo>
                  <a:cubicBezTo>
                    <a:pt x="92" y="481"/>
                    <a:pt x="71" y="474"/>
                    <a:pt x="42" y="460"/>
                  </a:cubicBezTo>
                  <a:cubicBezTo>
                    <a:pt x="35" y="453"/>
                    <a:pt x="21" y="453"/>
                    <a:pt x="14" y="446"/>
                  </a:cubicBezTo>
                  <a:cubicBezTo>
                    <a:pt x="7" y="439"/>
                    <a:pt x="7" y="439"/>
                    <a:pt x="0" y="439"/>
                  </a:cubicBezTo>
                  <a:cubicBezTo>
                    <a:pt x="14" y="439"/>
                    <a:pt x="28" y="439"/>
                    <a:pt x="42" y="439"/>
                  </a:cubicBezTo>
                  <a:cubicBezTo>
                    <a:pt x="50" y="439"/>
                    <a:pt x="64" y="439"/>
                    <a:pt x="78" y="432"/>
                  </a:cubicBezTo>
                  <a:cubicBezTo>
                    <a:pt x="106" y="424"/>
                    <a:pt x="127" y="417"/>
                    <a:pt x="148" y="410"/>
                  </a:cubicBezTo>
                  <a:cubicBezTo>
                    <a:pt x="163" y="403"/>
                    <a:pt x="177" y="396"/>
                    <a:pt x="184" y="382"/>
                  </a:cubicBezTo>
                  <a:cubicBezTo>
                    <a:pt x="170" y="382"/>
                    <a:pt x="156" y="382"/>
                    <a:pt x="148" y="382"/>
                  </a:cubicBezTo>
                  <a:cubicBezTo>
                    <a:pt x="106" y="368"/>
                    <a:pt x="85" y="340"/>
                    <a:pt x="71" y="297"/>
                  </a:cubicBezTo>
                  <a:cubicBezTo>
                    <a:pt x="78" y="304"/>
                    <a:pt x="113" y="304"/>
                    <a:pt x="120" y="297"/>
                  </a:cubicBezTo>
                  <a:cubicBezTo>
                    <a:pt x="106" y="297"/>
                    <a:pt x="92" y="290"/>
                    <a:pt x="85" y="283"/>
                  </a:cubicBezTo>
                  <a:cubicBezTo>
                    <a:pt x="50" y="262"/>
                    <a:pt x="21" y="227"/>
                    <a:pt x="21" y="177"/>
                  </a:cubicBezTo>
                  <a:cubicBezTo>
                    <a:pt x="28" y="177"/>
                    <a:pt x="35" y="177"/>
                    <a:pt x="35" y="184"/>
                  </a:cubicBezTo>
                  <a:cubicBezTo>
                    <a:pt x="42" y="184"/>
                    <a:pt x="50" y="184"/>
                    <a:pt x="64" y="191"/>
                  </a:cubicBezTo>
                  <a:lnTo>
                    <a:pt x="78" y="191"/>
                  </a:lnTo>
                  <a:lnTo>
                    <a:pt x="78" y="191"/>
                  </a:lnTo>
                  <a:cubicBezTo>
                    <a:pt x="71" y="184"/>
                    <a:pt x="64" y="177"/>
                    <a:pt x="57" y="170"/>
                  </a:cubicBezTo>
                  <a:cubicBezTo>
                    <a:pt x="35" y="142"/>
                    <a:pt x="14" y="106"/>
                    <a:pt x="28" y="57"/>
                  </a:cubicBezTo>
                  <a:cubicBezTo>
                    <a:pt x="28" y="43"/>
                    <a:pt x="35" y="36"/>
                    <a:pt x="42" y="29"/>
                  </a:cubicBezTo>
                  <a:lnTo>
                    <a:pt x="42" y="29"/>
                  </a:lnTo>
                  <a:cubicBezTo>
                    <a:pt x="42" y="29"/>
                    <a:pt x="50" y="36"/>
                    <a:pt x="57" y="36"/>
                  </a:cubicBezTo>
                  <a:cubicBezTo>
                    <a:pt x="64" y="50"/>
                    <a:pt x="78" y="64"/>
                    <a:pt x="92" y="71"/>
                  </a:cubicBezTo>
                  <a:cubicBezTo>
                    <a:pt x="134" y="106"/>
                    <a:pt x="177" y="128"/>
                    <a:pt x="240" y="149"/>
                  </a:cubicBezTo>
                  <a:cubicBezTo>
                    <a:pt x="261" y="149"/>
                    <a:pt x="276" y="156"/>
                    <a:pt x="297" y="156"/>
                  </a:cubicBezTo>
                  <a:cubicBezTo>
                    <a:pt x="290" y="135"/>
                    <a:pt x="290" y="113"/>
                    <a:pt x="297" y="99"/>
                  </a:cubicBezTo>
                  <a:cubicBezTo>
                    <a:pt x="311" y="57"/>
                    <a:pt x="332" y="29"/>
                    <a:pt x="368" y="15"/>
                  </a:cubicBezTo>
                  <a:cubicBezTo>
                    <a:pt x="375" y="8"/>
                    <a:pt x="389" y="8"/>
                    <a:pt x="396" y="8"/>
                  </a:cubicBezTo>
                  <a:cubicBezTo>
                    <a:pt x="403" y="8"/>
                    <a:pt x="403" y="0"/>
                    <a:pt x="41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A765B36-72FF-AD87-30C1-60137339EDB5}"/>
              </a:ext>
            </a:extLst>
          </p:cNvPr>
          <p:cNvGrpSpPr/>
          <p:nvPr/>
        </p:nvGrpSpPr>
        <p:grpSpPr>
          <a:xfrm>
            <a:off x="8923705" y="4086782"/>
            <a:ext cx="676893" cy="676894"/>
            <a:chOff x="9482049" y="3859001"/>
            <a:chExt cx="676893" cy="676894"/>
          </a:xfrm>
        </p:grpSpPr>
        <p:sp>
          <p:nvSpPr>
            <p:cNvPr id="32" name="Rounded Rectangle 3">
              <a:extLst>
                <a:ext uri="{FF2B5EF4-FFF2-40B4-BE49-F238E27FC236}">
                  <a16:creationId xmlns:a16="http://schemas.microsoft.com/office/drawing/2014/main" id="{7E5543CE-B3F3-8C3E-6FE1-C3710B371CD9}"/>
                </a:ext>
              </a:extLst>
            </p:cNvPr>
            <p:cNvSpPr/>
            <p:nvPr/>
          </p:nvSpPr>
          <p:spPr>
            <a:xfrm>
              <a:off x="9482049" y="3859001"/>
              <a:ext cx="676893" cy="676894"/>
            </a:xfrm>
            <a:prstGeom prst="roundRect">
              <a:avLst/>
            </a:prstGeom>
            <a:solidFill>
              <a:srgbClr val="2C73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 13">
              <a:extLst>
                <a:ext uri="{FF2B5EF4-FFF2-40B4-BE49-F238E27FC236}">
                  <a16:creationId xmlns:a16="http://schemas.microsoft.com/office/drawing/2014/main" id="{2F3F8C07-A33E-2E20-D187-E5B99B574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6293" y="4054297"/>
              <a:ext cx="288404" cy="286301"/>
            </a:xfrm>
            <a:custGeom>
              <a:avLst/>
              <a:gdLst>
                <a:gd name="T0" fmla="*/ 551 w 602"/>
                <a:gd name="T1" fmla="*/ 600 h 601"/>
                <a:gd name="T2" fmla="*/ 551 w 602"/>
                <a:gd name="T3" fmla="*/ 600 h 601"/>
                <a:gd name="T4" fmla="*/ 42 w 602"/>
                <a:gd name="T5" fmla="*/ 600 h 601"/>
                <a:gd name="T6" fmla="*/ 0 w 602"/>
                <a:gd name="T7" fmla="*/ 558 h 601"/>
                <a:gd name="T8" fmla="*/ 0 w 602"/>
                <a:gd name="T9" fmla="*/ 49 h 601"/>
                <a:gd name="T10" fmla="*/ 42 w 602"/>
                <a:gd name="T11" fmla="*/ 0 h 601"/>
                <a:gd name="T12" fmla="*/ 551 w 602"/>
                <a:gd name="T13" fmla="*/ 0 h 601"/>
                <a:gd name="T14" fmla="*/ 601 w 602"/>
                <a:gd name="T15" fmla="*/ 49 h 601"/>
                <a:gd name="T16" fmla="*/ 601 w 602"/>
                <a:gd name="T17" fmla="*/ 558 h 601"/>
                <a:gd name="T18" fmla="*/ 551 w 602"/>
                <a:gd name="T19" fmla="*/ 600 h 601"/>
                <a:gd name="T20" fmla="*/ 255 w 602"/>
                <a:gd name="T21" fmla="*/ 113 h 601"/>
                <a:gd name="T22" fmla="*/ 255 w 602"/>
                <a:gd name="T23" fmla="*/ 113 h 601"/>
                <a:gd name="T24" fmla="*/ 184 w 602"/>
                <a:gd name="T25" fmla="*/ 127 h 601"/>
                <a:gd name="T26" fmla="*/ 141 w 602"/>
                <a:gd name="T27" fmla="*/ 169 h 601"/>
                <a:gd name="T28" fmla="*/ 134 w 602"/>
                <a:gd name="T29" fmla="*/ 226 h 601"/>
                <a:gd name="T30" fmla="*/ 134 w 602"/>
                <a:gd name="T31" fmla="*/ 254 h 601"/>
                <a:gd name="T32" fmla="*/ 92 w 602"/>
                <a:gd name="T33" fmla="*/ 254 h 601"/>
                <a:gd name="T34" fmla="*/ 92 w 602"/>
                <a:gd name="T35" fmla="*/ 325 h 601"/>
                <a:gd name="T36" fmla="*/ 134 w 602"/>
                <a:gd name="T37" fmla="*/ 325 h 601"/>
                <a:gd name="T38" fmla="*/ 134 w 602"/>
                <a:gd name="T39" fmla="*/ 558 h 601"/>
                <a:gd name="T40" fmla="*/ 233 w 602"/>
                <a:gd name="T41" fmla="*/ 558 h 601"/>
                <a:gd name="T42" fmla="*/ 233 w 602"/>
                <a:gd name="T43" fmla="*/ 325 h 601"/>
                <a:gd name="T44" fmla="*/ 290 w 602"/>
                <a:gd name="T45" fmla="*/ 325 h 601"/>
                <a:gd name="T46" fmla="*/ 311 w 602"/>
                <a:gd name="T47" fmla="*/ 254 h 601"/>
                <a:gd name="T48" fmla="*/ 233 w 602"/>
                <a:gd name="T49" fmla="*/ 254 h 601"/>
                <a:gd name="T50" fmla="*/ 233 w 602"/>
                <a:gd name="T51" fmla="*/ 226 h 601"/>
                <a:gd name="T52" fmla="*/ 240 w 602"/>
                <a:gd name="T53" fmla="*/ 191 h 601"/>
                <a:gd name="T54" fmla="*/ 276 w 602"/>
                <a:gd name="T55" fmla="*/ 184 h 601"/>
                <a:gd name="T56" fmla="*/ 311 w 602"/>
                <a:gd name="T57" fmla="*/ 198 h 601"/>
                <a:gd name="T58" fmla="*/ 332 w 602"/>
                <a:gd name="T59" fmla="*/ 134 h 601"/>
                <a:gd name="T60" fmla="*/ 255 w 602"/>
                <a:gd name="T61" fmla="*/ 113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02" h="601">
                  <a:moveTo>
                    <a:pt x="551" y="600"/>
                  </a:moveTo>
                  <a:lnTo>
                    <a:pt x="551" y="600"/>
                  </a:lnTo>
                  <a:cubicBezTo>
                    <a:pt x="42" y="600"/>
                    <a:pt x="42" y="600"/>
                    <a:pt x="42" y="600"/>
                  </a:cubicBezTo>
                  <a:cubicBezTo>
                    <a:pt x="21" y="600"/>
                    <a:pt x="0" y="586"/>
                    <a:pt x="0" y="55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21"/>
                    <a:pt x="21" y="0"/>
                    <a:pt x="42" y="0"/>
                  </a:cubicBezTo>
                  <a:cubicBezTo>
                    <a:pt x="551" y="0"/>
                    <a:pt x="551" y="0"/>
                    <a:pt x="551" y="0"/>
                  </a:cubicBezTo>
                  <a:cubicBezTo>
                    <a:pt x="580" y="0"/>
                    <a:pt x="601" y="21"/>
                    <a:pt x="601" y="49"/>
                  </a:cubicBezTo>
                  <a:cubicBezTo>
                    <a:pt x="601" y="558"/>
                    <a:pt x="601" y="558"/>
                    <a:pt x="601" y="558"/>
                  </a:cubicBezTo>
                  <a:cubicBezTo>
                    <a:pt x="601" y="586"/>
                    <a:pt x="580" y="600"/>
                    <a:pt x="551" y="600"/>
                  </a:cubicBezTo>
                  <a:close/>
                  <a:moveTo>
                    <a:pt x="255" y="113"/>
                  </a:moveTo>
                  <a:lnTo>
                    <a:pt x="255" y="113"/>
                  </a:lnTo>
                  <a:cubicBezTo>
                    <a:pt x="226" y="113"/>
                    <a:pt x="198" y="120"/>
                    <a:pt x="184" y="127"/>
                  </a:cubicBezTo>
                  <a:cubicBezTo>
                    <a:pt x="163" y="141"/>
                    <a:pt x="148" y="155"/>
                    <a:pt x="141" y="169"/>
                  </a:cubicBezTo>
                  <a:cubicBezTo>
                    <a:pt x="141" y="184"/>
                    <a:pt x="134" y="198"/>
                    <a:pt x="134" y="226"/>
                  </a:cubicBezTo>
                  <a:cubicBezTo>
                    <a:pt x="134" y="254"/>
                    <a:pt x="134" y="254"/>
                    <a:pt x="134" y="254"/>
                  </a:cubicBezTo>
                  <a:cubicBezTo>
                    <a:pt x="92" y="254"/>
                    <a:pt x="92" y="254"/>
                    <a:pt x="92" y="254"/>
                  </a:cubicBezTo>
                  <a:cubicBezTo>
                    <a:pt x="92" y="325"/>
                    <a:pt x="92" y="325"/>
                    <a:pt x="92" y="325"/>
                  </a:cubicBezTo>
                  <a:cubicBezTo>
                    <a:pt x="134" y="325"/>
                    <a:pt x="134" y="325"/>
                    <a:pt x="134" y="325"/>
                  </a:cubicBezTo>
                  <a:cubicBezTo>
                    <a:pt x="134" y="558"/>
                    <a:pt x="134" y="558"/>
                    <a:pt x="134" y="558"/>
                  </a:cubicBezTo>
                  <a:cubicBezTo>
                    <a:pt x="233" y="558"/>
                    <a:pt x="233" y="558"/>
                    <a:pt x="233" y="558"/>
                  </a:cubicBezTo>
                  <a:cubicBezTo>
                    <a:pt x="233" y="325"/>
                    <a:pt x="233" y="325"/>
                    <a:pt x="233" y="325"/>
                  </a:cubicBezTo>
                  <a:cubicBezTo>
                    <a:pt x="290" y="325"/>
                    <a:pt x="290" y="325"/>
                    <a:pt x="290" y="325"/>
                  </a:cubicBezTo>
                  <a:cubicBezTo>
                    <a:pt x="311" y="254"/>
                    <a:pt x="311" y="254"/>
                    <a:pt x="311" y="254"/>
                  </a:cubicBezTo>
                  <a:cubicBezTo>
                    <a:pt x="233" y="254"/>
                    <a:pt x="233" y="254"/>
                    <a:pt x="233" y="254"/>
                  </a:cubicBezTo>
                  <a:cubicBezTo>
                    <a:pt x="233" y="226"/>
                    <a:pt x="233" y="226"/>
                    <a:pt x="233" y="226"/>
                  </a:cubicBezTo>
                  <a:cubicBezTo>
                    <a:pt x="233" y="212"/>
                    <a:pt x="233" y="198"/>
                    <a:pt x="240" y="191"/>
                  </a:cubicBezTo>
                  <a:cubicBezTo>
                    <a:pt x="248" y="191"/>
                    <a:pt x="262" y="184"/>
                    <a:pt x="276" y="184"/>
                  </a:cubicBezTo>
                  <a:cubicBezTo>
                    <a:pt x="290" y="184"/>
                    <a:pt x="297" y="191"/>
                    <a:pt x="311" y="198"/>
                  </a:cubicBezTo>
                  <a:cubicBezTo>
                    <a:pt x="332" y="134"/>
                    <a:pt x="332" y="134"/>
                    <a:pt x="332" y="134"/>
                  </a:cubicBezTo>
                  <a:cubicBezTo>
                    <a:pt x="304" y="127"/>
                    <a:pt x="283" y="113"/>
                    <a:pt x="25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F0A45E5-99EA-D5BA-FABE-E14A98E9F164}"/>
              </a:ext>
            </a:extLst>
          </p:cNvPr>
          <p:cNvGrpSpPr/>
          <p:nvPr/>
        </p:nvGrpSpPr>
        <p:grpSpPr>
          <a:xfrm>
            <a:off x="10660583" y="4086782"/>
            <a:ext cx="676893" cy="676894"/>
            <a:chOff x="10626893" y="3804822"/>
            <a:chExt cx="676893" cy="676894"/>
          </a:xfrm>
        </p:grpSpPr>
        <p:sp>
          <p:nvSpPr>
            <p:cNvPr id="33" name="Rounded Rectangle 3">
              <a:extLst>
                <a:ext uri="{FF2B5EF4-FFF2-40B4-BE49-F238E27FC236}">
                  <a16:creationId xmlns:a16="http://schemas.microsoft.com/office/drawing/2014/main" id="{949F567C-6184-1BE6-2AC3-12B17EE3FF2A}"/>
                </a:ext>
              </a:extLst>
            </p:cNvPr>
            <p:cNvSpPr/>
            <p:nvPr/>
          </p:nvSpPr>
          <p:spPr>
            <a:xfrm>
              <a:off x="10626893" y="3804822"/>
              <a:ext cx="676893" cy="676894"/>
            </a:xfrm>
            <a:prstGeom prst="roundRect">
              <a:avLst/>
            </a:prstGeom>
            <a:solidFill>
              <a:srgbClr val="2C73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 descr="A close up of a logo&#10;&#10;Description automatically generated">
              <a:extLst>
                <a:ext uri="{FF2B5EF4-FFF2-40B4-BE49-F238E27FC236}">
                  <a16:creationId xmlns:a16="http://schemas.microsoft.com/office/drawing/2014/main" id="{E55D1B96-A113-D1EF-44EC-45123308A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28840" y="4002131"/>
              <a:ext cx="272997" cy="272997"/>
            </a:xfrm>
            <a:prstGeom prst="rect">
              <a:avLst/>
            </a:prstGeom>
            <a:noFill/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29BAD042-73AA-6CA4-B562-1645BC9373D7}"/>
              </a:ext>
            </a:extLst>
          </p:cNvPr>
          <p:cNvSpPr txBox="1"/>
          <p:nvPr/>
        </p:nvSpPr>
        <p:spPr>
          <a:xfrm>
            <a:off x="4825603" y="4794909"/>
            <a:ext cx="1901737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j-lt"/>
                <a:ea typeface="Noto Serif" panose="02020600060500020200" pitchFamily="18" charset="0"/>
                <a:cs typeface="Assistant SemiBold" panose="00000700000000000000" pitchFamily="2" charset="-79"/>
              </a:rPr>
              <a:t>@aegis-it-research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C5934C-1962-2E53-2E4C-91CC6995C693}"/>
              </a:ext>
            </a:extLst>
          </p:cNvPr>
          <p:cNvSpPr txBox="1"/>
          <p:nvPr/>
        </p:nvSpPr>
        <p:spPr>
          <a:xfrm>
            <a:off x="6593449" y="4794909"/>
            <a:ext cx="1901737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j-lt"/>
                <a:ea typeface="Noto Serif" panose="02020600060500020200" pitchFamily="18" charset="0"/>
                <a:cs typeface="Assistant SemiBold" panose="00000700000000000000" pitchFamily="2" charset="-79"/>
              </a:rPr>
              <a:t>@AegisITResearch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8082A0-027E-B68C-2EE3-51D6A717704B}"/>
              </a:ext>
            </a:extLst>
          </p:cNvPr>
          <p:cNvSpPr txBox="1"/>
          <p:nvPr/>
        </p:nvSpPr>
        <p:spPr>
          <a:xfrm>
            <a:off x="10129141" y="4794909"/>
            <a:ext cx="1901737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j-lt"/>
                <a:ea typeface="Noto Serif" panose="02020600060500020200" pitchFamily="18" charset="0"/>
                <a:cs typeface="Assistant SemiBold" panose="00000700000000000000" pitchFamily="2" charset="-79"/>
              </a:rPr>
              <a:t>AEGIS IT Research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50471F-90C8-9E2D-5229-1B2F51061F38}"/>
              </a:ext>
            </a:extLst>
          </p:cNvPr>
          <p:cNvSpPr txBox="1"/>
          <p:nvPr/>
        </p:nvSpPr>
        <p:spPr>
          <a:xfrm>
            <a:off x="8361295" y="4794909"/>
            <a:ext cx="1901737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j-lt"/>
                <a:ea typeface="Noto Serif" panose="02020600060500020200" pitchFamily="18" charset="0"/>
                <a:cs typeface="Assistant SemiBold" panose="00000700000000000000" pitchFamily="2" charset="-79"/>
              </a:rPr>
              <a:t>@AEGISITCompany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27F030-E43E-16D9-32D1-0093659203E9}"/>
              </a:ext>
            </a:extLst>
          </p:cNvPr>
          <p:cNvSpPr txBox="1"/>
          <p:nvPr/>
        </p:nvSpPr>
        <p:spPr>
          <a:xfrm>
            <a:off x="5774518" y="2414641"/>
            <a:ext cx="22786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+mj-lt"/>
                <a:ea typeface="Noto Serif" panose="02020600060500020200" pitchFamily="18" charset="0"/>
                <a:cs typeface="Assistant SemiBold" panose="00000700000000000000" pitchFamily="2" charset="-79"/>
              </a:rPr>
              <a:t>https://aegisresearch.eu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732E77-8144-8384-F541-4FC045C6E179}"/>
              </a:ext>
            </a:extLst>
          </p:cNvPr>
          <p:cNvSpPr txBox="1"/>
          <p:nvPr/>
        </p:nvSpPr>
        <p:spPr>
          <a:xfrm>
            <a:off x="5774518" y="2923577"/>
            <a:ext cx="4886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>
                <a:solidFill>
                  <a:schemeClr val="bg1"/>
                </a:solidFill>
                <a:latin typeface="+mj-lt"/>
                <a:ea typeface="Noto Serif" panose="02020600060500020200" pitchFamily="18" charset="0"/>
                <a:cs typeface="Assistant SemiBold" panose="00000700000000000000" pitchFamily="2" charset="-79"/>
              </a:rPr>
              <a:t>Humboldt Street, 25, Braunschweig, 38106, Germany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08120EE-0D37-4F5F-AA4C-00DE3CD61191}"/>
              </a:ext>
            </a:extLst>
          </p:cNvPr>
          <p:cNvSpPr/>
          <p:nvPr/>
        </p:nvSpPr>
        <p:spPr>
          <a:xfrm>
            <a:off x="4051516" y="2391221"/>
            <a:ext cx="1718477" cy="3527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spc="200" dirty="0">
                <a:solidFill>
                  <a:srgbClr val="2C73B9"/>
                </a:solidFill>
                <a:latin typeface="Assistant SemiBold" panose="00000700000000000000" pitchFamily="2" charset="-79"/>
                <a:cs typeface="Assistant SemiBold" panose="00000700000000000000" pitchFamily="2" charset="-79"/>
              </a:rPr>
              <a:t>OUR WEBSITE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D143AB1-8125-156D-07DF-02BD464631BB}"/>
              </a:ext>
            </a:extLst>
          </p:cNvPr>
          <p:cNvSpPr/>
          <p:nvPr/>
        </p:nvSpPr>
        <p:spPr>
          <a:xfrm>
            <a:off x="4051516" y="2892344"/>
            <a:ext cx="1718477" cy="3527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spc="200" dirty="0">
                <a:solidFill>
                  <a:srgbClr val="2C73B9"/>
                </a:solidFill>
                <a:latin typeface="Assistant SemiBold" panose="00000700000000000000" pitchFamily="2" charset="-79"/>
                <a:cs typeface="Assistant SemiBold" panose="00000700000000000000" pitchFamily="2" charset="-79"/>
              </a:rPr>
              <a:t>OUR ADDRESS</a:t>
            </a:r>
          </a:p>
        </p:txBody>
      </p:sp>
    </p:spTree>
    <p:extLst>
      <p:ext uri="{BB962C8B-B14F-4D97-AF65-F5344CB8AC3E}">
        <p14:creationId xmlns:p14="http://schemas.microsoft.com/office/powerpoint/2010/main" val="1740043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ybercor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034A2"/>
      </a:accent1>
      <a:accent2>
        <a:srgbClr val="3E1E9F"/>
      </a:accent2>
      <a:accent3>
        <a:srgbClr val="8B78F9"/>
      </a:accent3>
      <a:accent4>
        <a:srgbClr val="6A59E1"/>
      </a:accent4>
      <a:accent5>
        <a:srgbClr val="FFD96C"/>
      </a:accent5>
      <a:accent6>
        <a:srgbClr val="FFB811"/>
      </a:accent6>
      <a:hlink>
        <a:srgbClr val="0563C1"/>
      </a:hlink>
      <a:folHlink>
        <a:srgbClr val="954F72"/>
      </a:folHlink>
    </a:clrScheme>
    <a:fontScheme name="Custom 2">
      <a:majorFont>
        <a:latin typeface="Noto"/>
        <a:ea typeface=""/>
        <a:cs typeface=""/>
      </a:majorFont>
      <a:minorFont>
        <a:latin typeface="N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ybercor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034A2"/>
    </a:accent1>
    <a:accent2>
      <a:srgbClr val="3E1E9F"/>
    </a:accent2>
    <a:accent3>
      <a:srgbClr val="8B78F9"/>
    </a:accent3>
    <a:accent4>
      <a:srgbClr val="6A59E1"/>
    </a:accent4>
    <a:accent5>
      <a:srgbClr val="FFD96C"/>
    </a:accent5>
    <a:accent6>
      <a:srgbClr val="FFB811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Cybercor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034A2"/>
    </a:accent1>
    <a:accent2>
      <a:srgbClr val="3E1E9F"/>
    </a:accent2>
    <a:accent3>
      <a:srgbClr val="8B78F9"/>
    </a:accent3>
    <a:accent4>
      <a:srgbClr val="6A59E1"/>
    </a:accent4>
    <a:accent5>
      <a:srgbClr val="FFD96C"/>
    </a:accent5>
    <a:accent6>
      <a:srgbClr val="FFB811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Cybercor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034A2"/>
    </a:accent1>
    <a:accent2>
      <a:srgbClr val="3E1E9F"/>
    </a:accent2>
    <a:accent3>
      <a:srgbClr val="8B78F9"/>
    </a:accent3>
    <a:accent4>
      <a:srgbClr val="6A59E1"/>
    </a:accent4>
    <a:accent5>
      <a:srgbClr val="FFD96C"/>
    </a:accent5>
    <a:accent6>
      <a:srgbClr val="FFB811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Cybercor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034A2"/>
    </a:accent1>
    <a:accent2>
      <a:srgbClr val="3E1E9F"/>
    </a:accent2>
    <a:accent3>
      <a:srgbClr val="8B78F9"/>
    </a:accent3>
    <a:accent4>
      <a:srgbClr val="6A59E1"/>
    </a:accent4>
    <a:accent5>
      <a:srgbClr val="FFD96C"/>
    </a:accent5>
    <a:accent6>
      <a:srgbClr val="FFB811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2880</TotalTime>
  <Words>829</Words>
  <Application>Microsoft Office PowerPoint</Application>
  <PresentationFormat>Widescreen</PresentationFormat>
  <Paragraphs>162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</vt:lpstr>
      <vt:lpstr>Assistant</vt:lpstr>
      <vt:lpstr>Assistant SemiBold</vt:lpstr>
      <vt:lpstr>Calibri</vt:lpstr>
      <vt:lpstr>Gill Sans</vt:lpstr>
      <vt:lpstr>Krub</vt:lpstr>
      <vt:lpstr>Noto</vt:lpstr>
      <vt:lpstr>Noto Serif</vt:lpstr>
      <vt:lpstr>Open Sans</vt:lpstr>
      <vt:lpstr>Segoe UI</vt:lpstr>
      <vt:lpstr>Wingdings</vt:lpstr>
      <vt:lpstr>Office Theme</vt:lpstr>
      <vt:lpstr>Company Profile</vt:lpstr>
      <vt:lpstr>A center of innovation  and excellence!</vt:lpstr>
      <vt:lpstr>AEGIS Roadmap</vt:lpstr>
      <vt:lpstr>Areas of excellence and expertise</vt:lpstr>
      <vt:lpstr>Our Products &amp; Services</vt:lpstr>
      <vt:lpstr>Solutions Overview</vt:lpstr>
      <vt:lpstr>Forensics Visualisation Toolkit (FVT)</vt:lpstr>
      <vt:lpstr>Security Assessment</vt:lpstr>
      <vt:lpstr>Awareness and Training</vt:lpstr>
      <vt:lpstr>Advanced Visualization Toolkit (AVT)</vt:lpstr>
      <vt:lpstr>A data-driven solution</vt:lpstr>
      <vt:lpstr>Examples of Use</vt:lpstr>
      <vt:lpstr>The Autocrime Platform</vt:lpstr>
      <vt:lpstr>Our Innovation Activities</vt:lpstr>
      <vt:lpstr>Our Research Experience</vt:lpstr>
      <vt:lpstr>Involvement in Projects</vt:lpstr>
      <vt:lpstr>Involvement in Projects</vt:lpstr>
      <vt:lpstr>Research Partners Network</vt:lpstr>
      <vt:lpstr>CoEvolution involvement</vt:lpstr>
      <vt:lpstr>CoEvolution AEGIS  involvement</vt:lpstr>
      <vt:lpstr>CoEvolution AEGIS team</vt:lpstr>
      <vt:lpstr>Get in touch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creator>Vasilis Tountopoulos</dc:creator>
  <cp:lastModifiedBy>Marinos Tsantekidis</cp:lastModifiedBy>
  <cp:revision>985</cp:revision>
  <dcterms:created xsi:type="dcterms:W3CDTF">2020-09-03T07:30:42Z</dcterms:created>
  <dcterms:modified xsi:type="dcterms:W3CDTF">2024-11-12T09:58:28Z</dcterms:modified>
</cp:coreProperties>
</file>