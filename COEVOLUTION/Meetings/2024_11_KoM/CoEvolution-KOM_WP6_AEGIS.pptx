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sldIdLst>
    <p:sldId id="264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KXhy6NAx/ZkLDRxiWXc4STOP4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ustomXml" Target="../customXml/item3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56b849a5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056b849a5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περιεχόμενο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φαλίδα ενότητας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Δύο περιεχόμενα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Σύγκριση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Μόνο τίτλος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ενό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Περιεχόμενο με λεζάντα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Εικόνα με λεζάντα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Τίτλος και Κατακόρυφο κείμενο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Κατακόρυφος τίτλος και Κείμενο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56b849a55_0_27"/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056b849a55_0_2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056b849a55_0_2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056b849a55_0_27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056b849a55_0_27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056b849a55_0_2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2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FFFF"/>
                </a:solidFill>
              </a:rPr>
              <a:t>Partner AEGIS</a:t>
            </a:r>
            <a:endParaRPr sz="3100" dirty="0">
              <a:solidFill>
                <a:srgbClr val="FFFFFF"/>
              </a:solidFill>
            </a:endParaRPr>
          </a:p>
        </p:txBody>
      </p:sp>
      <p:sp>
        <p:nvSpPr>
          <p:cNvPr id="201" name="Google Shape;201;g3056b849a55_0_27"/>
          <p:cNvSpPr txBox="1">
            <a:spLocks noGrp="1"/>
          </p:cNvSpPr>
          <p:nvPr>
            <p:ph type="body" idx="1"/>
          </p:nvPr>
        </p:nvSpPr>
        <p:spPr>
          <a:xfrm>
            <a:off x="429747" y="1884996"/>
            <a:ext cx="11347206" cy="475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400" b="1" dirty="0"/>
              <a:t>Task 6.1 - </a:t>
            </a:r>
            <a:r>
              <a:rPr lang="en-GB" sz="1400" b="1" dirty="0" err="1"/>
              <a:t>CoEvolution</a:t>
            </a:r>
            <a:r>
              <a:rPr lang="en-GB" sz="1400" b="1" dirty="0"/>
              <a:t> hub Integration and Implementation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endParaRPr lang="en-GB" sz="1400" b="1" dirty="0"/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Explain which underlying domain data models will be used and why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Provide the necessary infrastructure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Assign responsibilities regarding the provision and installation of the necessary infrastructure for the effective system operation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Coordinate the integration of the developed tools and services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Implement the </a:t>
            </a:r>
            <a:r>
              <a:rPr lang="en-GB" sz="1400" dirty="0" err="1"/>
              <a:t>CoEvolution</a:t>
            </a:r>
            <a:r>
              <a:rPr lang="en-GB" sz="1400" dirty="0"/>
              <a:t> hub and dashboard/UI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Coordinate adaptations to AVL’s testbed (vehicle and equipment) to ensure its compatibility with the prescribed infrastructure, tools and services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Integration and delivery of the </a:t>
            </a:r>
            <a:r>
              <a:rPr lang="en-GB" sz="1400" dirty="0" err="1"/>
              <a:t>CoEvolution</a:t>
            </a:r>
            <a:r>
              <a:rPr lang="en-GB" sz="1400" dirty="0"/>
              <a:t> framework in two iterations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First iteration: MVP integration version of the framework (M18)</a:t>
            </a:r>
          </a:p>
          <a:p>
            <a:pPr marL="800100" lvl="1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000" dirty="0"/>
              <a:t>Based on the architecture from WP3</a:t>
            </a:r>
          </a:p>
          <a:p>
            <a:pPr marL="800100" lvl="1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000" dirty="0"/>
              <a:t>Based on the technology enablers from WP4</a:t>
            </a:r>
          </a:p>
          <a:p>
            <a:pPr marL="800100" lvl="1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000" dirty="0"/>
              <a:t>Based on the engines and mechanisms from WP5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Final version of the framework (M32)</a:t>
            </a:r>
          </a:p>
          <a:p>
            <a:pPr marL="800100" lvl="1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000" dirty="0"/>
              <a:t>Integration of final components released until M32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/>
              <a:t>Continuous integration of refined components (until M35)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endParaRPr lang="en-GB" sz="14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GB" sz="1400" b="1" dirty="0"/>
              <a:t>Deliverables:</a:t>
            </a:r>
          </a:p>
          <a:p>
            <a:pPr marL="342900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GB" sz="1400" dirty="0">
                <a:highlight>
                  <a:srgbClr val="FFFF00"/>
                </a:highlight>
              </a:rPr>
              <a:t>D6.2 MVP (M24) 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314F42BB571C174A8CFFD983452FCC05" ma:contentTypeVersion="4" ma:contentTypeDescription="Δημιουργία νέου εγγράφου" ma:contentTypeScope="" ma:versionID="38ccab2674ba594827893dd29680d72f">
  <xsd:schema xmlns:xsd="http://www.w3.org/2001/XMLSchema" xmlns:xs="http://www.w3.org/2001/XMLSchema" xmlns:p="http://schemas.microsoft.com/office/2006/metadata/properties" xmlns:ns2="d608b43f-bfac-4116-ae2f-2654f04dc4f2" targetNamespace="http://schemas.microsoft.com/office/2006/metadata/properties" ma:root="true" ma:fieldsID="bc8f886bb763dd012b7f003acc48b90a" ns2:_="">
    <xsd:import namespace="d608b43f-bfac-4116-ae2f-2654f04dc4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08b43f-bfac-4116-ae2f-2654f04dc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437429-02DB-4B8D-94C7-9DB1708A09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89E5B2-4515-4B98-B115-1FBDE58632D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4B448B6-B24D-4F7D-BC5A-1EAB74C2D7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08b43f-bfac-4116-ae2f-2654f04dc4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155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Θέμα του Office</vt:lpstr>
      <vt:lpstr>Partner AEGIS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ASTERIOS STROUMPOULIS</dc:creator>
  <cp:lastModifiedBy>Marinos Tsantekidis</cp:lastModifiedBy>
  <cp:revision>51</cp:revision>
  <dcterms:created xsi:type="dcterms:W3CDTF">2024-02-27T09:04:02Z</dcterms:created>
  <dcterms:modified xsi:type="dcterms:W3CDTF">2024-11-04T13:00:39Z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0x010100314F42BB571C174A8CFFD983452FCC05</vt:lpwstr>
  </property>
</Properties>
</file>