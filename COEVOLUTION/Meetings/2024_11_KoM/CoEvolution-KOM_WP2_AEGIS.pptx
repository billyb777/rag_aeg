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0"/>
  </p:notesMasterIdLst>
  <p:sldIdLst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jKXhy6NAx/ZkLDRxiWXc4STOP4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80"/>
    <a:srgbClr val="1424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41139A-2F03-47CC-A9F2-984F35956D09}" type="doc">
      <dgm:prSet loTypeId="urn:microsoft.com/office/officeart/2005/8/layout/radial6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C2751FD7-DBB5-4684-89AD-8D41A9935C6F}">
      <dgm:prSet phldrT="[Text]"/>
      <dgm:spPr/>
      <dgm:t>
        <a:bodyPr/>
        <a:lstStyle/>
        <a:p>
          <a:r>
            <a:rPr lang="en-US" dirty="0"/>
            <a:t>D&amp;C</a:t>
          </a:r>
          <a:endParaRPr lang="en-GB" dirty="0"/>
        </a:p>
      </dgm:t>
    </dgm:pt>
    <dgm:pt modelId="{25DB017A-9530-48CD-80B9-E065BFBCBF55}" type="parTrans" cxnId="{06DF7B4C-F741-43B5-9412-BEFD43DAF288}">
      <dgm:prSet/>
      <dgm:spPr/>
      <dgm:t>
        <a:bodyPr/>
        <a:lstStyle/>
        <a:p>
          <a:endParaRPr lang="en-GB"/>
        </a:p>
      </dgm:t>
    </dgm:pt>
    <dgm:pt modelId="{D2D96311-8426-4656-A84E-79FA6EF2D98D}" type="sibTrans" cxnId="{06DF7B4C-F741-43B5-9412-BEFD43DAF288}">
      <dgm:prSet/>
      <dgm:spPr/>
      <dgm:t>
        <a:bodyPr/>
        <a:lstStyle/>
        <a:p>
          <a:endParaRPr lang="en-GB"/>
        </a:p>
      </dgm:t>
    </dgm:pt>
    <dgm:pt modelId="{41586914-F619-4F63-BC96-90A3AB8E73E1}">
      <dgm:prSet phldrT="[Text]" custT="1"/>
      <dgm:spPr/>
      <dgm:t>
        <a:bodyPr/>
        <a:lstStyle/>
        <a:p>
          <a:endParaRPr lang="en-GB" sz="3600" dirty="0"/>
        </a:p>
      </dgm:t>
    </dgm:pt>
    <dgm:pt modelId="{A27C7A4B-5FA8-4BA0-AB03-457BD620A158}" type="parTrans" cxnId="{C92C2627-C7C7-4CA5-A6C4-A4CD5AC27FBF}">
      <dgm:prSet/>
      <dgm:spPr/>
      <dgm:t>
        <a:bodyPr/>
        <a:lstStyle/>
        <a:p>
          <a:endParaRPr lang="en-GB"/>
        </a:p>
      </dgm:t>
    </dgm:pt>
    <dgm:pt modelId="{C6C7E27B-90B9-402A-B3ED-AD3C67A1BC43}" type="sibTrans" cxnId="{C92C2627-C7C7-4CA5-A6C4-A4CD5AC27FBF}">
      <dgm:prSet/>
      <dgm:spPr/>
      <dgm:t>
        <a:bodyPr/>
        <a:lstStyle/>
        <a:p>
          <a:endParaRPr lang="en-GB"/>
        </a:p>
      </dgm:t>
    </dgm:pt>
    <dgm:pt modelId="{89196CFD-5F61-4433-A50C-94D1FF64DF89}">
      <dgm:prSet phldrT="[Text]" custT="1"/>
      <dgm:spPr/>
      <dgm:t>
        <a:bodyPr/>
        <a:lstStyle/>
        <a:p>
          <a:endParaRPr lang="en-GB" sz="2400" kern="1200" dirty="0">
            <a:solidFill>
              <a:srgbClr val="FFFFFF"/>
            </a:solidFill>
            <a:latin typeface="Arial"/>
            <a:ea typeface="+mn-ea"/>
            <a:cs typeface="+mn-cs"/>
          </a:endParaRPr>
        </a:p>
      </dgm:t>
    </dgm:pt>
    <dgm:pt modelId="{02452677-03E0-437C-8B39-966B97746CE0}" type="parTrans" cxnId="{D1DA240D-D23E-4065-BAA5-98DCAC742376}">
      <dgm:prSet/>
      <dgm:spPr/>
      <dgm:t>
        <a:bodyPr/>
        <a:lstStyle/>
        <a:p>
          <a:endParaRPr lang="en-GB"/>
        </a:p>
      </dgm:t>
    </dgm:pt>
    <dgm:pt modelId="{56DEA44C-808B-4362-82D9-DA2DE801AA01}" type="sibTrans" cxnId="{D1DA240D-D23E-4065-BAA5-98DCAC742376}">
      <dgm:prSet/>
      <dgm:spPr/>
      <dgm:t>
        <a:bodyPr/>
        <a:lstStyle/>
        <a:p>
          <a:endParaRPr lang="en-GB"/>
        </a:p>
      </dgm:t>
    </dgm:pt>
    <dgm:pt modelId="{4DD62B7C-2B48-4C4C-96BD-9514600B2148}">
      <dgm:prSet phldrT="[Text]" custT="1"/>
      <dgm:spPr/>
      <dgm:t>
        <a:bodyPr/>
        <a:lstStyle/>
        <a:p>
          <a:endParaRPr lang="en-GB" sz="2400" kern="1200" dirty="0">
            <a:solidFill>
              <a:srgbClr val="FFFFFF"/>
            </a:solidFill>
            <a:latin typeface="Arial"/>
            <a:ea typeface="+mn-ea"/>
            <a:cs typeface="+mn-cs"/>
          </a:endParaRPr>
        </a:p>
      </dgm:t>
    </dgm:pt>
    <dgm:pt modelId="{DD41BED6-8A82-46C0-849F-DBBD8934419A}" type="parTrans" cxnId="{8EAFCC0B-919D-4AE4-BDD3-F4F0A562E696}">
      <dgm:prSet/>
      <dgm:spPr/>
      <dgm:t>
        <a:bodyPr/>
        <a:lstStyle/>
        <a:p>
          <a:endParaRPr lang="en-GB"/>
        </a:p>
      </dgm:t>
    </dgm:pt>
    <dgm:pt modelId="{90727A40-E575-4485-A538-E56F020B3AB0}" type="sibTrans" cxnId="{8EAFCC0B-919D-4AE4-BDD3-F4F0A562E696}">
      <dgm:prSet/>
      <dgm:spPr/>
      <dgm:t>
        <a:bodyPr/>
        <a:lstStyle/>
        <a:p>
          <a:endParaRPr lang="en-GB"/>
        </a:p>
      </dgm:t>
    </dgm:pt>
    <dgm:pt modelId="{6C5593F4-9FA7-4E3A-A638-3CDB2A4B902F}">
      <dgm:prSet phldrT="[Text]"/>
      <dgm:spPr/>
      <dgm:t>
        <a:bodyPr/>
        <a:lstStyle/>
        <a:p>
          <a:endParaRPr lang="en-GB" dirty="0"/>
        </a:p>
      </dgm:t>
    </dgm:pt>
    <dgm:pt modelId="{13A2585D-AB1D-4116-ACC1-CC9A70855C0C}" type="parTrans" cxnId="{DACA696A-2803-4332-81F7-68409569B7B3}">
      <dgm:prSet/>
      <dgm:spPr/>
      <dgm:t>
        <a:bodyPr/>
        <a:lstStyle/>
        <a:p>
          <a:endParaRPr lang="en-GB"/>
        </a:p>
      </dgm:t>
    </dgm:pt>
    <dgm:pt modelId="{91B72D5B-FF1A-4D8F-9C1F-D6373F9F47AA}" type="sibTrans" cxnId="{DACA696A-2803-4332-81F7-68409569B7B3}">
      <dgm:prSet/>
      <dgm:spPr/>
      <dgm:t>
        <a:bodyPr/>
        <a:lstStyle/>
        <a:p>
          <a:endParaRPr lang="en-GB"/>
        </a:p>
      </dgm:t>
    </dgm:pt>
    <dgm:pt modelId="{B35DC0EF-F146-4399-B758-4B81EC411389}">
      <dgm:prSet phldrT="[Text]" custT="1"/>
      <dgm:spPr/>
      <dgm:t>
        <a:bodyPr/>
        <a:lstStyle/>
        <a:p>
          <a:endParaRPr lang="en-GB" sz="3000" dirty="0"/>
        </a:p>
      </dgm:t>
    </dgm:pt>
    <dgm:pt modelId="{39F1661E-26FA-497E-8D2F-F5392AFC0DDF}" type="parTrans" cxnId="{E67952CF-80F4-43E2-92BB-7BC334DA1F29}">
      <dgm:prSet/>
      <dgm:spPr/>
      <dgm:t>
        <a:bodyPr/>
        <a:lstStyle/>
        <a:p>
          <a:endParaRPr lang="en-GB"/>
        </a:p>
      </dgm:t>
    </dgm:pt>
    <dgm:pt modelId="{FDEB204A-6419-43FC-B903-B844C1E453FE}" type="sibTrans" cxnId="{E67952CF-80F4-43E2-92BB-7BC334DA1F29}">
      <dgm:prSet/>
      <dgm:spPr/>
      <dgm:t>
        <a:bodyPr/>
        <a:lstStyle/>
        <a:p>
          <a:endParaRPr lang="en-GB"/>
        </a:p>
      </dgm:t>
    </dgm:pt>
    <dgm:pt modelId="{ED8A308E-44E3-4402-B57B-C62D2CF0E899}" type="pres">
      <dgm:prSet presAssocID="{6841139A-2F03-47CC-A9F2-984F35956D09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7CE8F27-BC9C-4E2B-9F30-6C8F90A4D4AA}" type="pres">
      <dgm:prSet presAssocID="{C2751FD7-DBB5-4684-89AD-8D41A9935C6F}" presName="centerShape" presStyleLbl="node0" presStyleIdx="0" presStyleCnt="1"/>
      <dgm:spPr/>
    </dgm:pt>
    <dgm:pt modelId="{AABF8733-33B5-4B04-A403-59FF84F14A33}" type="pres">
      <dgm:prSet presAssocID="{41586914-F619-4F63-BC96-90A3AB8E73E1}" presName="node" presStyleLbl="node1" presStyleIdx="0" presStyleCnt="5">
        <dgm:presLayoutVars>
          <dgm:bulletEnabled val="1"/>
        </dgm:presLayoutVars>
      </dgm:prSet>
      <dgm:spPr/>
    </dgm:pt>
    <dgm:pt modelId="{AD2A4466-5F5B-45BF-A805-412938205C6D}" type="pres">
      <dgm:prSet presAssocID="{41586914-F619-4F63-BC96-90A3AB8E73E1}" presName="dummy" presStyleCnt="0"/>
      <dgm:spPr/>
    </dgm:pt>
    <dgm:pt modelId="{C64FAAE7-0928-4AC8-9150-926216B56D37}" type="pres">
      <dgm:prSet presAssocID="{C6C7E27B-90B9-402A-B3ED-AD3C67A1BC43}" presName="sibTrans" presStyleLbl="sibTrans2D1" presStyleIdx="0" presStyleCnt="5"/>
      <dgm:spPr/>
    </dgm:pt>
    <dgm:pt modelId="{570B4A73-8994-4F10-B3E7-F3FA16062AF7}" type="pres">
      <dgm:prSet presAssocID="{89196CFD-5F61-4433-A50C-94D1FF64DF89}" presName="node" presStyleLbl="node1" presStyleIdx="1" presStyleCnt="5">
        <dgm:presLayoutVars>
          <dgm:bulletEnabled val="1"/>
        </dgm:presLayoutVars>
      </dgm:prSet>
      <dgm:spPr/>
    </dgm:pt>
    <dgm:pt modelId="{8808066A-493A-4F62-8401-9C11A3CF5233}" type="pres">
      <dgm:prSet presAssocID="{89196CFD-5F61-4433-A50C-94D1FF64DF89}" presName="dummy" presStyleCnt="0"/>
      <dgm:spPr/>
    </dgm:pt>
    <dgm:pt modelId="{88459BD7-FC09-4CFA-8167-A2FD402CD6E0}" type="pres">
      <dgm:prSet presAssocID="{56DEA44C-808B-4362-82D9-DA2DE801AA01}" presName="sibTrans" presStyleLbl="sibTrans2D1" presStyleIdx="1" presStyleCnt="5"/>
      <dgm:spPr/>
    </dgm:pt>
    <dgm:pt modelId="{B7801428-2B69-4FA6-93CE-7C3E7A13D143}" type="pres">
      <dgm:prSet presAssocID="{4DD62B7C-2B48-4C4C-96BD-9514600B2148}" presName="node" presStyleLbl="node1" presStyleIdx="2" presStyleCnt="5">
        <dgm:presLayoutVars>
          <dgm:bulletEnabled val="1"/>
        </dgm:presLayoutVars>
      </dgm:prSet>
      <dgm:spPr/>
    </dgm:pt>
    <dgm:pt modelId="{AFC46307-9E4F-4F9D-8C6D-0A28CBDD3443}" type="pres">
      <dgm:prSet presAssocID="{4DD62B7C-2B48-4C4C-96BD-9514600B2148}" presName="dummy" presStyleCnt="0"/>
      <dgm:spPr/>
    </dgm:pt>
    <dgm:pt modelId="{0F47D7D1-594D-4727-A235-2FE9A28B59F5}" type="pres">
      <dgm:prSet presAssocID="{90727A40-E575-4485-A538-E56F020B3AB0}" presName="sibTrans" presStyleLbl="sibTrans2D1" presStyleIdx="2" presStyleCnt="5"/>
      <dgm:spPr/>
    </dgm:pt>
    <dgm:pt modelId="{A13A8AD6-ED78-464E-AFD7-0B7A936CFD19}" type="pres">
      <dgm:prSet presAssocID="{6C5593F4-9FA7-4E3A-A638-3CDB2A4B902F}" presName="node" presStyleLbl="node1" presStyleIdx="3" presStyleCnt="5">
        <dgm:presLayoutVars>
          <dgm:bulletEnabled val="1"/>
        </dgm:presLayoutVars>
      </dgm:prSet>
      <dgm:spPr/>
    </dgm:pt>
    <dgm:pt modelId="{9F6333BF-751E-4A5B-BFAA-FDD8385CDCB3}" type="pres">
      <dgm:prSet presAssocID="{6C5593F4-9FA7-4E3A-A638-3CDB2A4B902F}" presName="dummy" presStyleCnt="0"/>
      <dgm:spPr/>
    </dgm:pt>
    <dgm:pt modelId="{544DFA29-BB40-4B5B-9DEF-364862FC4C52}" type="pres">
      <dgm:prSet presAssocID="{91B72D5B-FF1A-4D8F-9C1F-D6373F9F47AA}" presName="sibTrans" presStyleLbl="sibTrans2D1" presStyleIdx="3" presStyleCnt="5"/>
      <dgm:spPr/>
    </dgm:pt>
    <dgm:pt modelId="{E4AD9D45-7068-4303-88BD-5B467FFF0694}" type="pres">
      <dgm:prSet presAssocID="{B35DC0EF-F146-4399-B758-4B81EC411389}" presName="node" presStyleLbl="node1" presStyleIdx="4" presStyleCnt="5">
        <dgm:presLayoutVars>
          <dgm:bulletEnabled val="1"/>
        </dgm:presLayoutVars>
      </dgm:prSet>
      <dgm:spPr/>
    </dgm:pt>
    <dgm:pt modelId="{9665A7D5-8D22-4052-916F-D50FF7BB8A04}" type="pres">
      <dgm:prSet presAssocID="{B35DC0EF-F146-4399-B758-4B81EC411389}" presName="dummy" presStyleCnt="0"/>
      <dgm:spPr/>
    </dgm:pt>
    <dgm:pt modelId="{4A768D55-2E18-42FC-8BF7-E5D09F060A5F}" type="pres">
      <dgm:prSet presAssocID="{FDEB204A-6419-43FC-B903-B844C1E453FE}" presName="sibTrans" presStyleLbl="sibTrans2D1" presStyleIdx="4" presStyleCnt="5"/>
      <dgm:spPr/>
    </dgm:pt>
  </dgm:ptLst>
  <dgm:cxnLst>
    <dgm:cxn modelId="{8EAFCC0B-919D-4AE4-BDD3-F4F0A562E696}" srcId="{C2751FD7-DBB5-4684-89AD-8D41A9935C6F}" destId="{4DD62B7C-2B48-4C4C-96BD-9514600B2148}" srcOrd="2" destOrd="0" parTransId="{DD41BED6-8A82-46C0-849F-DBBD8934419A}" sibTransId="{90727A40-E575-4485-A538-E56F020B3AB0}"/>
    <dgm:cxn modelId="{D1DA240D-D23E-4065-BAA5-98DCAC742376}" srcId="{C2751FD7-DBB5-4684-89AD-8D41A9935C6F}" destId="{89196CFD-5F61-4433-A50C-94D1FF64DF89}" srcOrd="1" destOrd="0" parTransId="{02452677-03E0-437C-8B39-966B97746CE0}" sibTransId="{56DEA44C-808B-4362-82D9-DA2DE801AA01}"/>
    <dgm:cxn modelId="{0E115210-C46B-4BEB-B283-B2DDF927DEF1}" type="presOf" srcId="{4DD62B7C-2B48-4C4C-96BD-9514600B2148}" destId="{B7801428-2B69-4FA6-93CE-7C3E7A13D143}" srcOrd="0" destOrd="0" presId="urn:microsoft.com/office/officeart/2005/8/layout/radial6"/>
    <dgm:cxn modelId="{C92C2627-C7C7-4CA5-A6C4-A4CD5AC27FBF}" srcId="{C2751FD7-DBB5-4684-89AD-8D41A9935C6F}" destId="{41586914-F619-4F63-BC96-90A3AB8E73E1}" srcOrd="0" destOrd="0" parTransId="{A27C7A4B-5FA8-4BA0-AB03-457BD620A158}" sibTransId="{C6C7E27B-90B9-402A-B3ED-AD3C67A1BC43}"/>
    <dgm:cxn modelId="{D0787B3D-0304-4C8B-ACC9-4AC9D2CBFC39}" type="presOf" srcId="{6C5593F4-9FA7-4E3A-A638-3CDB2A4B902F}" destId="{A13A8AD6-ED78-464E-AFD7-0B7A936CFD19}" srcOrd="0" destOrd="0" presId="urn:microsoft.com/office/officeart/2005/8/layout/radial6"/>
    <dgm:cxn modelId="{BC216A3F-3B39-43B5-B4F0-43E3F476E36E}" type="presOf" srcId="{C6C7E27B-90B9-402A-B3ED-AD3C67A1BC43}" destId="{C64FAAE7-0928-4AC8-9150-926216B56D37}" srcOrd="0" destOrd="0" presId="urn:microsoft.com/office/officeart/2005/8/layout/radial6"/>
    <dgm:cxn modelId="{4D478168-52E2-40C4-B9AC-7E81009B1624}" type="presOf" srcId="{91B72D5B-FF1A-4D8F-9C1F-D6373F9F47AA}" destId="{544DFA29-BB40-4B5B-9DEF-364862FC4C52}" srcOrd="0" destOrd="0" presId="urn:microsoft.com/office/officeart/2005/8/layout/radial6"/>
    <dgm:cxn modelId="{DACA696A-2803-4332-81F7-68409569B7B3}" srcId="{C2751FD7-DBB5-4684-89AD-8D41A9935C6F}" destId="{6C5593F4-9FA7-4E3A-A638-3CDB2A4B902F}" srcOrd="3" destOrd="0" parTransId="{13A2585D-AB1D-4116-ACC1-CC9A70855C0C}" sibTransId="{91B72D5B-FF1A-4D8F-9C1F-D6373F9F47AA}"/>
    <dgm:cxn modelId="{06DF7B4C-F741-43B5-9412-BEFD43DAF288}" srcId="{6841139A-2F03-47CC-A9F2-984F35956D09}" destId="{C2751FD7-DBB5-4684-89AD-8D41A9935C6F}" srcOrd="0" destOrd="0" parTransId="{25DB017A-9530-48CD-80B9-E065BFBCBF55}" sibTransId="{D2D96311-8426-4656-A84E-79FA6EF2D98D}"/>
    <dgm:cxn modelId="{0FD75A84-612D-4AC8-B6C9-39763E679156}" type="presOf" srcId="{6841139A-2F03-47CC-A9F2-984F35956D09}" destId="{ED8A308E-44E3-4402-B57B-C62D2CF0E899}" srcOrd="0" destOrd="0" presId="urn:microsoft.com/office/officeart/2005/8/layout/radial6"/>
    <dgm:cxn modelId="{F0583892-5D82-4EF8-8BEE-E86156C94866}" type="presOf" srcId="{90727A40-E575-4485-A538-E56F020B3AB0}" destId="{0F47D7D1-594D-4727-A235-2FE9A28B59F5}" srcOrd="0" destOrd="0" presId="urn:microsoft.com/office/officeart/2005/8/layout/radial6"/>
    <dgm:cxn modelId="{6E1F099A-6CE6-4D62-80C0-E09198611A2D}" type="presOf" srcId="{41586914-F619-4F63-BC96-90A3AB8E73E1}" destId="{AABF8733-33B5-4B04-A403-59FF84F14A33}" srcOrd="0" destOrd="0" presId="urn:microsoft.com/office/officeart/2005/8/layout/radial6"/>
    <dgm:cxn modelId="{9EB0E69B-3BCE-4B9C-A7B3-35C76D5DAA64}" type="presOf" srcId="{56DEA44C-808B-4362-82D9-DA2DE801AA01}" destId="{88459BD7-FC09-4CFA-8167-A2FD402CD6E0}" srcOrd="0" destOrd="0" presId="urn:microsoft.com/office/officeart/2005/8/layout/radial6"/>
    <dgm:cxn modelId="{F169BCB0-579C-4C93-8D71-3719051AD06A}" type="presOf" srcId="{89196CFD-5F61-4433-A50C-94D1FF64DF89}" destId="{570B4A73-8994-4F10-B3E7-F3FA16062AF7}" srcOrd="0" destOrd="0" presId="urn:microsoft.com/office/officeart/2005/8/layout/radial6"/>
    <dgm:cxn modelId="{02C82FC5-DC96-4CE8-95BB-37F95F51C3EE}" type="presOf" srcId="{C2751FD7-DBB5-4684-89AD-8D41A9935C6F}" destId="{37CE8F27-BC9C-4E2B-9F30-6C8F90A4D4AA}" srcOrd="0" destOrd="0" presId="urn:microsoft.com/office/officeart/2005/8/layout/radial6"/>
    <dgm:cxn modelId="{E67952CF-80F4-43E2-92BB-7BC334DA1F29}" srcId="{C2751FD7-DBB5-4684-89AD-8D41A9935C6F}" destId="{B35DC0EF-F146-4399-B758-4B81EC411389}" srcOrd="4" destOrd="0" parTransId="{39F1661E-26FA-497E-8D2F-F5392AFC0DDF}" sibTransId="{FDEB204A-6419-43FC-B903-B844C1E453FE}"/>
    <dgm:cxn modelId="{4E2C17E6-D1D0-4FDC-8BFB-0DBD6148E811}" type="presOf" srcId="{FDEB204A-6419-43FC-B903-B844C1E453FE}" destId="{4A768D55-2E18-42FC-8BF7-E5D09F060A5F}" srcOrd="0" destOrd="0" presId="urn:microsoft.com/office/officeart/2005/8/layout/radial6"/>
    <dgm:cxn modelId="{D045ACF7-0743-4502-A813-95467995BF9F}" type="presOf" srcId="{B35DC0EF-F146-4399-B758-4B81EC411389}" destId="{E4AD9D45-7068-4303-88BD-5B467FFF0694}" srcOrd="0" destOrd="0" presId="urn:microsoft.com/office/officeart/2005/8/layout/radial6"/>
    <dgm:cxn modelId="{BF3C9983-26F7-4029-84D6-18897D16AEA9}" type="presParOf" srcId="{ED8A308E-44E3-4402-B57B-C62D2CF0E899}" destId="{37CE8F27-BC9C-4E2B-9F30-6C8F90A4D4AA}" srcOrd="0" destOrd="0" presId="urn:microsoft.com/office/officeart/2005/8/layout/radial6"/>
    <dgm:cxn modelId="{37C31D3B-81A3-4C9D-89AA-964F4B43ED05}" type="presParOf" srcId="{ED8A308E-44E3-4402-B57B-C62D2CF0E899}" destId="{AABF8733-33B5-4B04-A403-59FF84F14A33}" srcOrd="1" destOrd="0" presId="urn:microsoft.com/office/officeart/2005/8/layout/radial6"/>
    <dgm:cxn modelId="{41884EA1-FE01-4F31-9478-26489DC1CA1E}" type="presParOf" srcId="{ED8A308E-44E3-4402-B57B-C62D2CF0E899}" destId="{AD2A4466-5F5B-45BF-A805-412938205C6D}" srcOrd="2" destOrd="0" presId="urn:microsoft.com/office/officeart/2005/8/layout/radial6"/>
    <dgm:cxn modelId="{87762051-2316-4FCE-9BD0-E6525CD58F58}" type="presParOf" srcId="{ED8A308E-44E3-4402-B57B-C62D2CF0E899}" destId="{C64FAAE7-0928-4AC8-9150-926216B56D37}" srcOrd="3" destOrd="0" presId="urn:microsoft.com/office/officeart/2005/8/layout/radial6"/>
    <dgm:cxn modelId="{520BC9D6-7DAF-4177-B7E1-05555894EED2}" type="presParOf" srcId="{ED8A308E-44E3-4402-B57B-C62D2CF0E899}" destId="{570B4A73-8994-4F10-B3E7-F3FA16062AF7}" srcOrd="4" destOrd="0" presId="urn:microsoft.com/office/officeart/2005/8/layout/radial6"/>
    <dgm:cxn modelId="{E135AC63-8E32-4FE1-9AB3-EC4263031DAD}" type="presParOf" srcId="{ED8A308E-44E3-4402-B57B-C62D2CF0E899}" destId="{8808066A-493A-4F62-8401-9C11A3CF5233}" srcOrd="5" destOrd="0" presId="urn:microsoft.com/office/officeart/2005/8/layout/radial6"/>
    <dgm:cxn modelId="{129E87AB-0C53-40FB-9932-C40C4AD676BD}" type="presParOf" srcId="{ED8A308E-44E3-4402-B57B-C62D2CF0E899}" destId="{88459BD7-FC09-4CFA-8167-A2FD402CD6E0}" srcOrd="6" destOrd="0" presId="urn:microsoft.com/office/officeart/2005/8/layout/radial6"/>
    <dgm:cxn modelId="{07C3698F-020D-4CDB-B50F-2D4185538464}" type="presParOf" srcId="{ED8A308E-44E3-4402-B57B-C62D2CF0E899}" destId="{B7801428-2B69-4FA6-93CE-7C3E7A13D143}" srcOrd="7" destOrd="0" presId="urn:microsoft.com/office/officeart/2005/8/layout/radial6"/>
    <dgm:cxn modelId="{F79C4EF3-ED60-4D91-AF89-1FB3E673DE50}" type="presParOf" srcId="{ED8A308E-44E3-4402-B57B-C62D2CF0E899}" destId="{AFC46307-9E4F-4F9D-8C6D-0A28CBDD3443}" srcOrd="8" destOrd="0" presId="urn:microsoft.com/office/officeart/2005/8/layout/radial6"/>
    <dgm:cxn modelId="{2DA831A1-1A96-466B-9494-3B6D23520A54}" type="presParOf" srcId="{ED8A308E-44E3-4402-B57B-C62D2CF0E899}" destId="{0F47D7D1-594D-4727-A235-2FE9A28B59F5}" srcOrd="9" destOrd="0" presId="urn:microsoft.com/office/officeart/2005/8/layout/radial6"/>
    <dgm:cxn modelId="{D8F68471-289F-4015-A261-44942DF9D4BE}" type="presParOf" srcId="{ED8A308E-44E3-4402-B57B-C62D2CF0E899}" destId="{A13A8AD6-ED78-464E-AFD7-0B7A936CFD19}" srcOrd="10" destOrd="0" presId="urn:microsoft.com/office/officeart/2005/8/layout/radial6"/>
    <dgm:cxn modelId="{FDAC97B1-D062-4E79-9373-4842F162B009}" type="presParOf" srcId="{ED8A308E-44E3-4402-B57B-C62D2CF0E899}" destId="{9F6333BF-751E-4A5B-BFAA-FDD8385CDCB3}" srcOrd="11" destOrd="0" presId="urn:microsoft.com/office/officeart/2005/8/layout/radial6"/>
    <dgm:cxn modelId="{CC99DE0C-B25D-4448-B6C4-7D5D3EAC14BE}" type="presParOf" srcId="{ED8A308E-44E3-4402-B57B-C62D2CF0E899}" destId="{544DFA29-BB40-4B5B-9DEF-364862FC4C52}" srcOrd="12" destOrd="0" presId="urn:microsoft.com/office/officeart/2005/8/layout/radial6"/>
    <dgm:cxn modelId="{F5F24BE0-1867-41F8-977F-28733E2B8567}" type="presParOf" srcId="{ED8A308E-44E3-4402-B57B-C62D2CF0E899}" destId="{E4AD9D45-7068-4303-88BD-5B467FFF0694}" srcOrd="13" destOrd="0" presId="urn:microsoft.com/office/officeart/2005/8/layout/radial6"/>
    <dgm:cxn modelId="{09E38DAE-8864-4FC0-8297-05B49A886203}" type="presParOf" srcId="{ED8A308E-44E3-4402-B57B-C62D2CF0E899}" destId="{9665A7D5-8D22-4052-916F-D50FF7BB8A04}" srcOrd="14" destOrd="0" presId="urn:microsoft.com/office/officeart/2005/8/layout/radial6"/>
    <dgm:cxn modelId="{684921C1-8315-45F2-AA0F-DECC9BB9D22A}" type="presParOf" srcId="{ED8A308E-44E3-4402-B57B-C62D2CF0E899}" destId="{4A768D55-2E18-42FC-8BF7-E5D09F060A5F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68D55-2E18-42FC-8BF7-E5D09F060A5F}">
      <dsp:nvSpPr>
        <dsp:cNvPr id="0" name=""/>
        <dsp:cNvSpPr/>
      </dsp:nvSpPr>
      <dsp:spPr>
        <a:xfrm>
          <a:off x="1304124" y="426313"/>
          <a:ext cx="2843563" cy="2843563"/>
        </a:xfrm>
        <a:prstGeom prst="blockArc">
          <a:avLst>
            <a:gd name="adj1" fmla="val 11880000"/>
            <a:gd name="adj2" fmla="val 16200000"/>
            <a:gd name="adj3" fmla="val 4643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4DFA29-BB40-4B5B-9DEF-364862FC4C52}">
      <dsp:nvSpPr>
        <dsp:cNvPr id="0" name=""/>
        <dsp:cNvSpPr/>
      </dsp:nvSpPr>
      <dsp:spPr>
        <a:xfrm>
          <a:off x="1304124" y="426313"/>
          <a:ext cx="2843563" cy="2843563"/>
        </a:xfrm>
        <a:prstGeom prst="blockArc">
          <a:avLst>
            <a:gd name="adj1" fmla="val 7560000"/>
            <a:gd name="adj2" fmla="val 11880000"/>
            <a:gd name="adj3" fmla="val 464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7D7D1-594D-4727-A235-2FE9A28B59F5}">
      <dsp:nvSpPr>
        <dsp:cNvPr id="0" name=""/>
        <dsp:cNvSpPr/>
      </dsp:nvSpPr>
      <dsp:spPr>
        <a:xfrm>
          <a:off x="1304124" y="426313"/>
          <a:ext cx="2843563" cy="2843563"/>
        </a:xfrm>
        <a:prstGeom prst="blockArc">
          <a:avLst>
            <a:gd name="adj1" fmla="val 3240000"/>
            <a:gd name="adj2" fmla="val 7560000"/>
            <a:gd name="adj3" fmla="val 464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59BD7-FC09-4CFA-8167-A2FD402CD6E0}">
      <dsp:nvSpPr>
        <dsp:cNvPr id="0" name=""/>
        <dsp:cNvSpPr/>
      </dsp:nvSpPr>
      <dsp:spPr>
        <a:xfrm>
          <a:off x="1304124" y="426313"/>
          <a:ext cx="2843563" cy="2843563"/>
        </a:xfrm>
        <a:prstGeom prst="blockArc">
          <a:avLst>
            <a:gd name="adj1" fmla="val 20520000"/>
            <a:gd name="adj2" fmla="val 3240000"/>
            <a:gd name="adj3" fmla="val 4643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FAAE7-0928-4AC8-9150-926216B56D37}">
      <dsp:nvSpPr>
        <dsp:cNvPr id="0" name=""/>
        <dsp:cNvSpPr/>
      </dsp:nvSpPr>
      <dsp:spPr>
        <a:xfrm>
          <a:off x="1304124" y="426313"/>
          <a:ext cx="2843563" cy="2843563"/>
        </a:xfrm>
        <a:prstGeom prst="blockArc">
          <a:avLst>
            <a:gd name="adj1" fmla="val 16200000"/>
            <a:gd name="adj2" fmla="val 20520000"/>
            <a:gd name="adj3" fmla="val 4643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CE8F27-BC9C-4E2B-9F30-6C8F90A4D4AA}">
      <dsp:nvSpPr>
        <dsp:cNvPr id="0" name=""/>
        <dsp:cNvSpPr/>
      </dsp:nvSpPr>
      <dsp:spPr>
        <a:xfrm>
          <a:off x="2071050" y="1193239"/>
          <a:ext cx="1309712" cy="13097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D&amp;C</a:t>
          </a:r>
          <a:endParaRPr lang="en-GB" sz="3100" kern="1200" dirty="0"/>
        </a:p>
      </dsp:txBody>
      <dsp:txXfrm>
        <a:off x="2262853" y="1385042"/>
        <a:ext cx="926106" cy="926106"/>
      </dsp:txXfrm>
    </dsp:sp>
    <dsp:sp modelId="{AABF8733-33B5-4B04-A403-59FF84F14A33}">
      <dsp:nvSpPr>
        <dsp:cNvPr id="0" name=""/>
        <dsp:cNvSpPr/>
      </dsp:nvSpPr>
      <dsp:spPr>
        <a:xfrm>
          <a:off x="2267506" y="919"/>
          <a:ext cx="916799" cy="9167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 dirty="0"/>
        </a:p>
      </dsp:txBody>
      <dsp:txXfrm>
        <a:off x="2401768" y="135181"/>
        <a:ext cx="648275" cy="648275"/>
      </dsp:txXfrm>
    </dsp:sp>
    <dsp:sp modelId="{570B4A73-8994-4F10-B3E7-F3FA16062AF7}">
      <dsp:nvSpPr>
        <dsp:cNvPr id="0" name=""/>
        <dsp:cNvSpPr/>
      </dsp:nvSpPr>
      <dsp:spPr>
        <a:xfrm>
          <a:off x="3588312" y="960540"/>
          <a:ext cx="916799" cy="91679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 dirty="0">
            <a:solidFill>
              <a:srgbClr val="FFFFFF"/>
            </a:solidFill>
            <a:latin typeface="Arial"/>
            <a:ea typeface="+mn-ea"/>
            <a:cs typeface="+mn-cs"/>
          </a:endParaRPr>
        </a:p>
      </dsp:txBody>
      <dsp:txXfrm>
        <a:off x="3722574" y="1094802"/>
        <a:ext cx="648275" cy="648275"/>
      </dsp:txXfrm>
    </dsp:sp>
    <dsp:sp modelId="{B7801428-2B69-4FA6-93CE-7C3E7A13D143}">
      <dsp:nvSpPr>
        <dsp:cNvPr id="0" name=""/>
        <dsp:cNvSpPr/>
      </dsp:nvSpPr>
      <dsp:spPr>
        <a:xfrm>
          <a:off x="3083809" y="2513239"/>
          <a:ext cx="916799" cy="91679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 dirty="0">
            <a:solidFill>
              <a:srgbClr val="FFFFFF"/>
            </a:solidFill>
            <a:latin typeface="Arial"/>
            <a:ea typeface="+mn-ea"/>
            <a:cs typeface="+mn-cs"/>
          </a:endParaRPr>
        </a:p>
      </dsp:txBody>
      <dsp:txXfrm>
        <a:off x="3218071" y="2647501"/>
        <a:ext cx="648275" cy="648275"/>
      </dsp:txXfrm>
    </dsp:sp>
    <dsp:sp modelId="{A13A8AD6-ED78-464E-AFD7-0B7A936CFD19}">
      <dsp:nvSpPr>
        <dsp:cNvPr id="0" name=""/>
        <dsp:cNvSpPr/>
      </dsp:nvSpPr>
      <dsp:spPr>
        <a:xfrm>
          <a:off x="1451204" y="2513239"/>
          <a:ext cx="916799" cy="91679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000" kern="1200" dirty="0"/>
        </a:p>
      </dsp:txBody>
      <dsp:txXfrm>
        <a:off x="1585466" y="2647501"/>
        <a:ext cx="648275" cy="648275"/>
      </dsp:txXfrm>
    </dsp:sp>
    <dsp:sp modelId="{E4AD9D45-7068-4303-88BD-5B467FFF0694}">
      <dsp:nvSpPr>
        <dsp:cNvPr id="0" name=""/>
        <dsp:cNvSpPr/>
      </dsp:nvSpPr>
      <dsp:spPr>
        <a:xfrm>
          <a:off x="946701" y="960540"/>
          <a:ext cx="916799" cy="91679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000" kern="1200" dirty="0"/>
        </a:p>
      </dsp:txBody>
      <dsp:txXfrm>
        <a:off x="1080963" y="1094802"/>
        <a:ext cx="648275" cy="6482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56b849a5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056b849a5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FFB7FE4F-1723-4E76-0786-D4E2F06F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56b849a55_0_27:notes">
            <a:extLst>
              <a:ext uri="{FF2B5EF4-FFF2-40B4-BE49-F238E27FC236}">
                <a16:creationId xmlns:a16="http://schemas.microsoft.com/office/drawing/2014/main" id="{D04FDD4D-0624-2687-0863-0AA87E416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056b849a55_0_27:notes">
            <a:extLst>
              <a:ext uri="{FF2B5EF4-FFF2-40B4-BE49-F238E27FC236}">
                <a16:creationId xmlns:a16="http://schemas.microsoft.com/office/drawing/2014/main" id="{A5DA386B-B3C9-4188-C4EB-9707394388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2319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9F7807C-B8E7-A2EC-9139-4DDF1914F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56b849a55_0_27:notes">
            <a:extLst>
              <a:ext uri="{FF2B5EF4-FFF2-40B4-BE49-F238E27FC236}">
                <a16:creationId xmlns:a16="http://schemas.microsoft.com/office/drawing/2014/main" id="{416FAA94-0AFF-5858-32F8-22663DC5B9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056b849a55_0_27:notes">
            <a:extLst>
              <a:ext uri="{FF2B5EF4-FFF2-40B4-BE49-F238E27FC236}">
                <a16:creationId xmlns:a16="http://schemas.microsoft.com/office/drawing/2014/main" id="{F09310ED-982E-6716-1B8D-65211847AF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6715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66847A8C-BE2C-3E3B-DFCD-AF972C58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56b849a55_0_27:notes">
            <a:extLst>
              <a:ext uri="{FF2B5EF4-FFF2-40B4-BE49-F238E27FC236}">
                <a16:creationId xmlns:a16="http://schemas.microsoft.com/office/drawing/2014/main" id="{3AFA5A69-748C-02D1-F107-66F0EDEDD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056b849a55_0_27:notes">
            <a:extLst>
              <a:ext uri="{FF2B5EF4-FFF2-40B4-BE49-F238E27FC236}">
                <a16:creationId xmlns:a16="http://schemas.microsoft.com/office/drawing/2014/main" id="{DE9654FC-BBF3-AFAD-620C-A0E8D0BF7D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792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225D45F7-B953-22BD-81D7-03478EA52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56b849a55_0_27:notes">
            <a:extLst>
              <a:ext uri="{FF2B5EF4-FFF2-40B4-BE49-F238E27FC236}">
                <a16:creationId xmlns:a16="http://schemas.microsoft.com/office/drawing/2014/main" id="{4EEDF261-C9F0-C3CC-EBFE-DE47795F6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056b849a55_0_27:notes">
            <a:extLst>
              <a:ext uri="{FF2B5EF4-FFF2-40B4-BE49-F238E27FC236}">
                <a16:creationId xmlns:a16="http://schemas.microsoft.com/office/drawing/2014/main" id="{F1022B7B-12DE-16AF-698C-FF04FC0CC3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8871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περιεχόμενο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εφαλίδα ενότητας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Δύο περιεχόμενα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Σύγκριση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Μόνο τίτλος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ενό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Περιεχόμενο με λεζάντα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Εικόνα με λεζάντα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Κατακόρυφο κείμενο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ατακόρυφος τίτλος και Κείμενο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56b849a55_0_2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056b849a55_0_2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056b849a55_0_27"/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056b849a55_0_27"/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056b849a55_0_27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2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FFFF"/>
                </a:solidFill>
              </a:rPr>
              <a:t>Partner AEGIS</a:t>
            </a:r>
            <a:endParaRPr sz="3100" dirty="0">
              <a:solidFill>
                <a:srgbClr val="FFFFFF"/>
              </a:solidFill>
            </a:endParaRPr>
          </a:p>
        </p:txBody>
      </p:sp>
      <p:sp>
        <p:nvSpPr>
          <p:cNvPr id="201" name="Google Shape;201;g3056b849a55_0_27"/>
          <p:cNvSpPr txBox="1">
            <a:spLocks noGrp="1"/>
          </p:cNvSpPr>
          <p:nvPr>
            <p:ph type="body" idx="1"/>
          </p:nvPr>
        </p:nvSpPr>
        <p:spPr>
          <a:xfrm>
            <a:off x="429747" y="1884996"/>
            <a:ext cx="11347206" cy="475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2400" b="1" dirty="0"/>
              <a:t>Task 2.1 - Outreach planning, Communication and Dissemination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endParaRPr lang="en-GB" sz="1800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1800" b="1" dirty="0"/>
              <a:t>Leader: AEGIS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1800" b="1" dirty="0"/>
              <a:t>Participants: ALL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1800" b="1" dirty="0"/>
              <a:t>Duration: M1-M36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endParaRPr lang="en-GB" sz="1800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1800" b="1" dirty="0"/>
              <a:t>Objectives: 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800" dirty="0"/>
              <a:t>Plan and execute all the dissemination and communications activities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800" dirty="0"/>
              <a:t>Monitor relevant KPIs and revise plans (if needed)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800" dirty="0"/>
              <a:t>Raise awareness of </a:t>
            </a:r>
            <a:r>
              <a:rPr lang="en-GB" sz="1800" dirty="0" err="1"/>
              <a:t>CoEvolution</a:t>
            </a:r>
            <a:r>
              <a:rPr lang="en-GB" sz="1800" dirty="0"/>
              <a:t> objectives and vision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800" dirty="0"/>
              <a:t>Organise webinars/workshops for knowledge-transfer, receive feedback and foster discussions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4">
          <a:extLst>
            <a:ext uri="{FF2B5EF4-FFF2-40B4-BE49-F238E27FC236}">
              <a16:creationId xmlns:a16="http://schemas.microsoft.com/office/drawing/2014/main" id="{F1167C8B-9B65-3A37-90E0-62E82B8AD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56b849a55_0_27">
            <a:extLst>
              <a:ext uri="{FF2B5EF4-FFF2-40B4-BE49-F238E27FC236}">
                <a16:creationId xmlns:a16="http://schemas.microsoft.com/office/drawing/2014/main" id="{CBF65D98-0136-5C99-D801-A60A48F91624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056b849a55_0_27">
            <a:extLst>
              <a:ext uri="{FF2B5EF4-FFF2-40B4-BE49-F238E27FC236}">
                <a16:creationId xmlns:a16="http://schemas.microsoft.com/office/drawing/2014/main" id="{FD14447D-D072-A179-ACDF-D2CE8CD0834E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056b849a55_0_27">
            <a:extLst>
              <a:ext uri="{FF2B5EF4-FFF2-40B4-BE49-F238E27FC236}">
                <a16:creationId xmlns:a16="http://schemas.microsoft.com/office/drawing/2014/main" id="{BF637865-D745-2154-A129-1512C012DDB7}"/>
              </a:ext>
            </a:extLst>
          </p:cNvPr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056b849a55_0_27">
            <a:extLst>
              <a:ext uri="{FF2B5EF4-FFF2-40B4-BE49-F238E27FC236}">
                <a16:creationId xmlns:a16="http://schemas.microsoft.com/office/drawing/2014/main" id="{01FF97AA-72F1-4E4D-D824-FEB5B5F1F55B}"/>
              </a:ext>
            </a:extLst>
          </p:cNvPr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056b849a55_0_27">
            <a:extLst>
              <a:ext uri="{FF2B5EF4-FFF2-40B4-BE49-F238E27FC236}">
                <a16:creationId xmlns:a16="http://schemas.microsoft.com/office/drawing/2014/main" id="{1F4A4835-0549-AF1E-FA16-73E87680F6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2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FFFF"/>
                </a:solidFill>
              </a:rPr>
              <a:t>Partner AEGIS</a:t>
            </a:r>
            <a:endParaRPr sz="3100" dirty="0">
              <a:solidFill>
                <a:srgbClr val="FFFFFF"/>
              </a:solidFill>
            </a:endParaRPr>
          </a:p>
        </p:txBody>
      </p:sp>
      <p:sp>
        <p:nvSpPr>
          <p:cNvPr id="201" name="Google Shape;201;g3056b849a55_0_27">
            <a:extLst>
              <a:ext uri="{FF2B5EF4-FFF2-40B4-BE49-F238E27FC236}">
                <a16:creationId xmlns:a16="http://schemas.microsoft.com/office/drawing/2014/main" id="{5B11BAC6-E28B-E4BC-F463-CBF88C696A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9747" y="1884996"/>
            <a:ext cx="11347206" cy="475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2400" b="1" dirty="0"/>
              <a:t>Task 2.1 - Outreach planning, Communication and Dissemination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endParaRPr lang="en-GB" sz="1800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1800" b="1" dirty="0"/>
              <a:t>Related Deliverable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A4DC13-C7DC-5B7B-7F09-FAA7C75DD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137222"/>
              </p:ext>
            </p:extLst>
          </p:nvPr>
        </p:nvGraphicFramePr>
        <p:xfrm>
          <a:off x="534372" y="3224827"/>
          <a:ext cx="8128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895795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356097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17359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77980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Deliverable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D2.1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Lead Beneficiary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AEGIS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606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 for impact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3543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 — Document,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Dissemination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SEN - Sensitive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7623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Due Date (month)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GB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 Package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WP2</a:t>
                      </a:r>
                      <a:endParaRPr lang="en-GB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35201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5752929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r>
                        <a:rPr lang="en-US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Communication, Dissemination and Exploitation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645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2756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4">
          <a:extLst>
            <a:ext uri="{FF2B5EF4-FFF2-40B4-BE49-F238E27FC236}">
              <a16:creationId xmlns:a16="http://schemas.microsoft.com/office/drawing/2014/main" id="{FDAAFCC5-F9CC-ACCA-E30B-349C7A00A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56b849a55_0_27">
            <a:extLst>
              <a:ext uri="{FF2B5EF4-FFF2-40B4-BE49-F238E27FC236}">
                <a16:creationId xmlns:a16="http://schemas.microsoft.com/office/drawing/2014/main" id="{DE8B8981-87B2-12E5-B97D-555111085CD3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056b849a55_0_27">
            <a:extLst>
              <a:ext uri="{FF2B5EF4-FFF2-40B4-BE49-F238E27FC236}">
                <a16:creationId xmlns:a16="http://schemas.microsoft.com/office/drawing/2014/main" id="{4AD85BBA-7084-9C4F-942A-75D6894E5F09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056b849a55_0_27">
            <a:extLst>
              <a:ext uri="{FF2B5EF4-FFF2-40B4-BE49-F238E27FC236}">
                <a16:creationId xmlns:a16="http://schemas.microsoft.com/office/drawing/2014/main" id="{479A58BD-A020-AC64-4D41-C78F09BE61AA}"/>
              </a:ext>
            </a:extLst>
          </p:cNvPr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056b849a55_0_27">
            <a:extLst>
              <a:ext uri="{FF2B5EF4-FFF2-40B4-BE49-F238E27FC236}">
                <a16:creationId xmlns:a16="http://schemas.microsoft.com/office/drawing/2014/main" id="{581C6494-F64C-33F3-A7C3-9E88B034D8E7}"/>
              </a:ext>
            </a:extLst>
          </p:cNvPr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056b849a55_0_27">
            <a:extLst>
              <a:ext uri="{FF2B5EF4-FFF2-40B4-BE49-F238E27FC236}">
                <a16:creationId xmlns:a16="http://schemas.microsoft.com/office/drawing/2014/main" id="{9020EF0E-368E-8524-034B-A652347E9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2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FFFF"/>
                </a:solidFill>
              </a:rPr>
              <a:t>Partner AEGIS</a:t>
            </a:r>
            <a:endParaRPr sz="3100" dirty="0">
              <a:solidFill>
                <a:srgbClr val="FFFFFF"/>
              </a:solidFill>
            </a:endParaRPr>
          </a:p>
        </p:txBody>
      </p:sp>
      <p:sp>
        <p:nvSpPr>
          <p:cNvPr id="201" name="Google Shape;201;g3056b849a55_0_27">
            <a:extLst>
              <a:ext uri="{FF2B5EF4-FFF2-40B4-BE49-F238E27FC236}">
                <a16:creationId xmlns:a16="http://schemas.microsoft.com/office/drawing/2014/main" id="{C9FC5BCF-DEAA-95E7-9C43-C2DF56823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9747" y="1884996"/>
            <a:ext cx="11347206" cy="475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2400" b="1" dirty="0"/>
              <a:t>Task 2.1 - Outreach planning, Communication and Dissemination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endParaRPr lang="en-GB" sz="1800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1800" b="1" dirty="0"/>
              <a:t>Dissemination &amp; Communication activities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88BE1E7-6017-1A32-4569-67BD6707E9FC}"/>
              </a:ext>
            </a:extLst>
          </p:cNvPr>
          <p:cNvGrpSpPr/>
          <p:nvPr/>
        </p:nvGrpSpPr>
        <p:grpSpPr>
          <a:xfrm>
            <a:off x="724267" y="2513326"/>
            <a:ext cx="10743466" cy="3897384"/>
            <a:chOff x="1048169" y="2513326"/>
            <a:chExt cx="10743466" cy="389738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BA4E6CA-0144-3349-33CB-1137383F3242}"/>
                </a:ext>
              </a:extLst>
            </p:cNvPr>
            <p:cNvGrpSpPr/>
            <p:nvPr/>
          </p:nvGrpSpPr>
          <p:grpSpPr>
            <a:xfrm>
              <a:off x="3370094" y="2957211"/>
              <a:ext cx="5451813" cy="3453499"/>
              <a:chOff x="3370094" y="2957211"/>
              <a:chExt cx="5451813" cy="3453499"/>
            </a:xfrm>
          </p:grpSpPr>
          <p:graphicFrame>
            <p:nvGraphicFramePr>
              <p:cNvPr id="3" name="Diagram 2">
                <a:extLst>
                  <a:ext uri="{FF2B5EF4-FFF2-40B4-BE49-F238E27FC236}">
                    <a16:creationId xmlns:a16="http://schemas.microsoft.com/office/drawing/2014/main" id="{A0B5076D-30E5-9DC8-E3F0-303840FF14D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6827162"/>
                  </p:ext>
                </p:extLst>
              </p:nvPr>
            </p:nvGraphicFramePr>
            <p:xfrm>
              <a:off x="3370094" y="2957211"/>
              <a:ext cx="5451813" cy="345349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4CF57221-B04E-5F7B-3173-09D1DB1866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95440" y="3132309"/>
                <a:ext cx="601120" cy="540188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19FB6ED-ABD4-50E2-880F-EC29C77265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46636" y="4100966"/>
                <a:ext cx="542671" cy="543945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E2B21B7-115F-CBE5-9178-055626CF37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47282" y="5633424"/>
                <a:ext cx="543945" cy="543945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7A7D840C-939F-E1E3-3215-F856B1FB17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87804" y="5646394"/>
                <a:ext cx="543945" cy="543945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5AAA235C-51BC-FEC0-F20A-48CDC54CF9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78757" y="3987503"/>
                <a:ext cx="796809" cy="796809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4F3CE8B-EB40-EB86-723F-594D5C2872D5}"/>
                </a:ext>
              </a:extLst>
            </p:cNvPr>
            <p:cNvSpPr txBox="1"/>
            <p:nvPr/>
          </p:nvSpPr>
          <p:spPr>
            <a:xfrm>
              <a:off x="6519775" y="2513326"/>
              <a:ext cx="2611253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8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Website</a:t>
              </a:r>
            </a:p>
            <a:p>
              <a:r>
                <a:rPr lang="en-GB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single-entry point to all the information about the project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02800B6-4539-255F-9698-901F70F521B2}"/>
                </a:ext>
              </a:extLst>
            </p:cNvPr>
            <p:cNvSpPr txBox="1"/>
            <p:nvPr/>
          </p:nvSpPr>
          <p:spPr>
            <a:xfrm>
              <a:off x="7869505" y="3755040"/>
              <a:ext cx="39221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8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Social media</a:t>
              </a:r>
            </a:p>
            <a:p>
              <a:r>
                <a:rPr lang="en-GB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Amplify </a:t>
              </a:r>
              <a:r>
                <a:rPr lang="en-GB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CoEvolution</a:t>
              </a:r>
              <a:r>
                <a:rPr lang="en-GB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web-based presence and communicate its message online. Twitter account, LinkedIn profile (more?)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242471B-3980-1EA2-B7C6-1084E82B3F07}"/>
                </a:ext>
              </a:extLst>
            </p:cNvPr>
            <p:cNvSpPr txBox="1"/>
            <p:nvPr/>
          </p:nvSpPr>
          <p:spPr>
            <a:xfrm>
              <a:off x="7371281" y="5555440"/>
              <a:ext cx="3314183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8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Dissemination material</a:t>
              </a:r>
            </a:p>
            <a:p>
              <a:r>
                <a:rPr lang="en-GB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PowerPoint presentations, flyer, brochure.</a:t>
              </a:r>
            </a:p>
            <a:p>
              <a:r>
                <a:rPr lang="en-GB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Updated versions on regular basis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5FEE8D9-D808-FEBF-B4DF-687CD8548747}"/>
                </a:ext>
              </a:extLst>
            </p:cNvPr>
            <p:cNvSpPr txBox="1"/>
            <p:nvPr/>
          </p:nvSpPr>
          <p:spPr>
            <a:xfrm>
              <a:off x="1048169" y="5555440"/>
              <a:ext cx="3735556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8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Publications</a:t>
              </a:r>
            </a:p>
            <a:p>
              <a:r>
                <a:rPr lang="en-GB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Papers and articles associated with the use-cases and key outcomes of the project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6675BEB-FC3D-BCF7-97AD-BAD21CFC42BE}"/>
                </a:ext>
              </a:extLst>
            </p:cNvPr>
            <p:cNvSpPr txBox="1"/>
            <p:nvPr/>
          </p:nvSpPr>
          <p:spPr>
            <a:xfrm>
              <a:off x="1220685" y="3987503"/>
              <a:ext cx="30679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8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Events</a:t>
              </a:r>
            </a:p>
            <a:p>
              <a:r>
                <a:rPr lang="en-GB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Workshops, symposia, conferences etc.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6417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4">
          <a:extLst>
            <a:ext uri="{FF2B5EF4-FFF2-40B4-BE49-F238E27FC236}">
              <a16:creationId xmlns:a16="http://schemas.microsoft.com/office/drawing/2014/main" id="{74014F2F-5648-E3A6-D306-6ECD2F71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56b849a55_0_27">
            <a:extLst>
              <a:ext uri="{FF2B5EF4-FFF2-40B4-BE49-F238E27FC236}">
                <a16:creationId xmlns:a16="http://schemas.microsoft.com/office/drawing/2014/main" id="{0B303E8B-BDBF-A65A-EA1C-0590A6FCD2DD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056b849a55_0_27">
            <a:extLst>
              <a:ext uri="{FF2B5EF4-FFF2-40B4-BE49-F238E27FC236}">
                <a16:creationId xmlns:a16="http://schemas.microsoft.com/office/drawing/2014/main" id="{2C8108F5-2948-67E3-00EC-56800FD4ED4D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056b849a55_0_27">
            <a:extLst>
              <a:ext uri="{FF2B5EF4-FFF2-40B4-BE49-F238E27FC236}">
                <a16:creationId xmlns:a16="http://schemas.microsoft.com/office/drawing/2014/main" id="{907A273F-CE17-312D-68E3-3E4EF51D01D7}"/>
              </a:ext>
            </a:extLst>
          </p:cNvPr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056b849a55_0_27">
            <a:extLst>
              <a:ext uri="{FF2B5EF4-FFF2-40B4-BE49-F238E27FC236}">
                <a16:creationId xmlns:a16="http://schemas.microsoft.com/office/drawing/2014/main" id="{5162ECBC-9F6B-7755-FEF2-B79169744A33}"/>
              </a:ext>
            </a:extLst>
          </p:cNvPr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056b849a55_0_27">
            <a:extLst>
              <a:ext uri="{FF2B5EF4-FFF2-40B4-BE49-F238E27FC236}">
                <a16:creationId xmlns:a16="http://schemas.microsoft.com/office/drawing/2014/main" id="{0798B26A-7853-F0DD-5AB4-F93E074F6A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2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FFFF"/>
                </a:solidFill>
              </a:rPr>
              <a:t>Partner AEGIS</a:t>
            </a:r>
            <a:endParaRPr sz="3100" dirty="0">
              <a:solidFill>
                <a:srgbClr val="FFFFFF"/>
              </a:solidFill>
            </a:endParaRPr>
          </a:p>
        </p:txBody>
      </p:sp>
      <p:sp>
        <p:nvSpPr>
          <p:cNvPr id="201" name="Google Shape;201;g3056b849a55_0_27">
            <a:extLst>
              <a:ext uri="{FF2B5EF4-FFF2-40B4-BE49-F238E27FC236}">
                <a16:creationId xmlns:a16="http://schemas.microsoft.com/office/drawing/2014/main" id="{3622255F-CDDD-DA7D-2822-514C65C0CB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9747" y="1632081"/>
            <a:ext cx="11347206" cy="475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2400" b="1" dirty="0"/>
              <a:t>Task 2.1 - Outreach planning, Communication and Dissemination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1800" b="1" dirty="0"/>
              <a:t>Dissemination KPIs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4C3392-D65C-0D8F-F09B-A4712076D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268523"/>
              </p:ext>
            </p:extLst>
          </p:nvPr>
        </p:nvGraphicFramePr>
        <p:xfrm>
          <a:off x="53501" y="2532501"/>
          <a:ext cx="6159231" cy="43102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9205">
                  <a:extLst>
                    <a:ext uri="{9D8B030D-6E8A-4147-A177-3AD203B41FA5}">
                      <a16:colId xmlns:a16="http://schemas.microsoft.com/office/drawing/2014/main" val="3590664752"/>
                    </a:ext>
                  </a:extLst>
                </a:gridCol>
                <a:gridCol w="3690026">
                  <a:extLst>
                    <a:ext uri="{9D8B030D-6E8A-4147-A177-3AD203B41FA5}">
                      <a16:colId xmlns:a16="http://schemas.microsoft.com/office/drawing/2014/main" val="2925169158"/>
                    </a:ext>
                  </a:extLst>
                </a:gridCol>
              </a:tblGrid>
              <a:tr h="229670">
                <a:tc rowSpan="2"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Scientific Publications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Papers in peer-reviewed Journals: ≥10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3183945"/>
                  </a:ext>
                </a:extLst>
              </a:tr>
              <a:tr h="32423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Presentations in Scientific Conference:  ≥20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547660"/>
                  </a:ext>
                </a:extLst>
              </a:tr>
              <a:tr h="135100">
                <a:tc rowSpan="2"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Technical Publications &amp; White Papers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Technical articles: ≥10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6252126"/>
                  </a:ext>
                </a:extLst>
              </a:tr>
              <a:tr h="22967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White papers/factsheets: ≥10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3622467"/>
                  </a:ext>
                </a:extLst>
              </a:tr>
              <a:tr h="135100">
                <a:tc rowSpan="2"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 Code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Public Deliverables: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25772"/>
                  </a:ext>
                </a:extLst>
              </a:tr>
              <a:tr h="32423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Open-source code: Publish to 2 repositories (e.g., GitHub, GitLab)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49609"/>
                  </a:ext>
                </a:extLst>
              </a:tr>
              <a:tr h="259080">
                <a:tc rowSpan="2"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Workshops, webinars, and trainings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 Case Workshops: 2; Technical Workshops: 2; Average number of attendees per workshop:</a:t>
                      </a:r>
                    </a:p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&gt;50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929096"/>
                  </a:ext>
                </a:extLst>
              </a:tr>
              <a:tr h="25908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Online Training Tutorials: 3; Summer schools: 2; Webinars: 3; Industrial panels: 3; Enrolled users: &gt;500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811246"/>
                  </a:ext>
                </a:extLst>
              </a:tr>
              <a:tr h="324239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Push results to Communities, fora, alliances, and associations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High-impact communities/associations where to push </a:t>
                      </a:r>
                      <a:r>
                        <a:rPr lang="en-GB" sz="11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CoEvolution</a:t>
                      </a:r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results: &gt;15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5270667"/>
                  </a:ext>
                </a:extLst>
              </a:tr>
              <a:tr h="324239">
                <a:tc rowSpan="2"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Industrial exhibitions, Trade Fairs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Industrial exhibitions targeted: ≥10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3049124"/>
                  </a:ext>
                </a:extLst>
              </a:tr>
              <a:tr h="32423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Roll-up banners: 2; Brochures to stakeholders: &gt;1.000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4619813"/>
                  </a:ext>
                </a:extLst>
              </a:tr>
              <a:tr h="324239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Showcases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Showcasing events: ≥4; Different Countries Involved: ≥4; Participants: &gt;400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238610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E34A9B-9840-70E5-AE37-549576B90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168159"/>
              </p:ext>
            </p:extLst>
          </p:nvPr>
        </p:nvGraphicFramePr>
        <p:xfrm>
          <a:off x="6319650" y="2532501"/>
          <a:ext cx="5818850" cy="4077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8120">
                  <a:extLst>
                    <a:ext uri="{9D8B030D-6E8A-4147-A177-3AD203B41FA5}">
                      <a16:colId xmlns:a16="http://schemas.microsoft.com/office/drawing/2014/main" val="3590664752"/>
                    </a:ext>
                  </a:extLst>
                </a:gridCol>
                <a:gridCol w="4200730">
                  <a:extLst>
                    <a:ext uri="{9D8B030D-6E8A-4147-A177-3AD203B41FA5}">
                      <a16:colId xmlns:a16="http://schemas.microsoft.com/office/drawing/2014/main" val="2925169158"/>
                    </a:ext>
                  </a:extLst>
                </a:gridCol>
              </a:tblGrid>
              <a:tr h="229670">
                <a:tc rowSpan="2"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Website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Online by: M01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3183945"/>
                  </a:ext>
                </a:extLst>
              </a:tr>
              <a:tr h="32423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Visitors at M36: &gt;10.000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547660"/>
                  </a:ext>
                </a:extLst>
              </a:tr>
              <a:tr h="213360">
                <a:tc rowSpan="2"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Social Media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Social media followers (by M36): &gt;2.000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6252126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No. of impressions (monthly average): &gt;500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0204235"/>
                  </a:ext>
                </a:extLst>
              </a:tr>
              <a:tr h="135100">
                <a:tc rowSpan="2"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e-Newsletters and Email Campaigns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e-Newsletters contributed/released: &gt;6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25772"/>
                  </a:ext>
                </a:extLst>
              </a:tr>
              <a:tr h="32423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Mailing List Contact Points: &gt;1.000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49609"/>
                  </a:ext>
                </a:extLst>
              </a:tr>
              <a:tr h="259080">
                <a:tc rowSpan="2"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Online Publishing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Press releases: ≥10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929096"/>
                  </a:ext>
                </a:extLst>
              </a:tr>
              <a:tr h="25908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Events organised by local authorities: ≥3; People per event: &gt;50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811246"/>
                  </a:ext>
                </a:extLst>
              </a:tr>
              <a:tr h="213360">
                <a:tc rowSpan="2"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Promotional material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No. of hard copies (i.e., brochures, flyers, posters, etc.) distributed: &gt;2.000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5270667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Roll-up Banners: &gt;4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182686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Multimedia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Number of promotional videos: &gt;3;</a:t>
                      </a:r>
                      <a:b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Number of interviews produced: &gt;6;</a:t>
                      </a:r>
                      <a:b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Views: &gt;3.000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677677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Public Talks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8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Public events at universities: ≥6;</a:t>
                      </a:r>
                      <a:b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Students per event: &gt;100;</a:t>
                      </a:r>
                      <a:b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GB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Open days: ≥6; Visitors/open day: &gt;50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31887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85D844-F7ED-E7A0-DC08-B585460ABB3C}"/>
              </a:ext>
            </a:extLst>
          </p:cNvPr>
          <p:cNvSpPr txBox="1"/>
          <p:nvPr/>
        </p:nvSpPr>
        <p:spPr>
          <a:xfrm>
            <a:off x="9511173" y="2077557"/>
            <a:ext cx="2294184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 KPIs</a:t>
            </a:r>
          </a:p>
        </p:txBody>
      </p:sp>
    </p:spTree>
    <p:extLst>
      <p:ext uri="{BB962C8B-B14F-4D97-AF65-F5344CB8AC3E}">
        <p14:creationId xmlns:p14="http://schemas.microsoft.com/office/powerpoint/2010/main" val="106490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4">
          <a:extLst>
            <a:ext uri="{FF2B5EF4-FFF2-40B4-BE49-F238E27FC236}">
              <a16:creationId xmlns:a16="http://schemas.microsoft.com/office/drawing/2014/main" id="{699291B0-B070-6F00-A9BA-21D46974F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56b849a55_0_27">
            <a:extLst>
              <a:ext uri="{FF2B5EF4-FFF2-40B4-BE49-F238E27FC236}">
                <a16:creationId xmlns:a16="http://schemas.microsoft.com/office/drawing/2014/main" id="{7E0026DE-5380-1981-72A3-889B558E5615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056b849a55_0_27">
            <a:extLst>
              <a:ext uri="{FF2B5EF4-FFF2-40B4-BE49-F238E27FC236}">
                <a16:creationId xmlns:a16="http://schemas.microsoft.com/office/drawing/2014/main" id="{DEFFD553-1013-D1CE-A57E-C4FB6897F958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056b849a55_0_27">
            <a:extLst>
              <a:ext uri="{FF2B5EF4-FFF2-40B4-BE49-F238E27FC236}">
                <a16:creationId xmlns:a16="http://schemas.microsoft.com/office/drawing/2014/main" id="{38AF8716-04C4-E376-4060-6AAA2D6740FE}"/>
              </a:ext>
            </a:extLst>
          </p:cNvPr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056b849a55_0_27">
            <a:extLst>
              <a:ext uri="{FF2B5EF4-FFF2-40B4-BE49-F238E27FC236}">
                <a16:creationId xmlns:a16="http://schemas.microsoft.com/office/drawing/2014/main" id="{6C2BF1F6-4C80-CF0B-2C57-8863A06CAF97}"/>
              </a:ext>
            </a:extLst>
          </p:cNvPr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056b849a55_0_27">
            <a:extLst>
              <a:ext uri="{FF2B5EF4-FFF2-40B4-BE49-F238E27FC236}">
                <a16:creationId xmlns:a16="http://schemas.microsoft.com/office/drawing/2014/main" id="{30FA660E-78BC-0507-F51B-52716C4F0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2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FFFF"/>
                </a:solidFill>
              </a:rPr>
              <a:t>Partner AEGIS</a:t>
            </a:r>
            <a:endParaRPr sz="3100" dirty="0">
              <a:solidFill>
                <a:srgbClr val="FFFFFF"/>
              </a:solidFill>
            </a:endParaRPr>
          </a:p>
        </p:txBody>
      </p:sp>
      <p:sp>
        <p:nvSpPr>
          <p:cNvPr id="201" name="Google Shape;201;g3056b849a55_0_27">
            <a:extLst>
              <a:ext uri="{FF2B5EF4-FFF2-40B4-BE49-F238E27FC236}">
                <a16:creationId xmlns:a16="http://schemas.microsoft.com/office/drawing/2014/main" id="{58D367A5-6778-801D-996E-81ED2EFD78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9747" y="1884996"/>
            <a:ext cx="11347206" cy="475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2400" b="1" dirty="0"/>
              <a:t>Task 2.1 - Outreach planning, Communication and Dissemination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endParaRPr lang="en-GB" sz="1800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1800" b="1" dirty="0"/>
              <a:t>Next Steps 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800" dirty="0"/>
              <a:t>Set up official project website (M1)</a:t>
            </a:r>
          </a:p>
          <a:p>
            <a:pPr marL="800100" lvl="1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fr-FR" sz="1400" b="1" dirty="0">
                <a:solidFill>
                  <a:srgbClr val="0070C0"/>
                </a:solidFill>
              </a:rPr>
              <a:t>coevolution-project.eu</a:t>
            </a:r>
            <a:r>
              <a:rPr lang="fr-FR" sz="1400" dirty="0"/>
              <a:t> or </a:t>
            </a:r>
            <a:r>
              <a:rPr lang="fr-FR" sz="1400" dirty="0">
                <a:solidFill>
                  <a:srgbClr val="0070C0"/>
                </a:solidFill>
              </a:rPr>
              <a:t>coevolution-heu.eu</a:t>
            </a:r>
            <a:r>
              <a:rPr lang="fr-FR" sz="1400" dirty="0">
                <a:solidFill>
                  <a:schemeClr val="tx1"/>
                </a:solidFill>
              </a:rPr>
              <a:t> or </a:t>
            </a:r>
            <a:r>
              <a:rPr lang="fr-FR" sz="1400" dirty="0" err="1">
                <a:solidFill>
                  <a:schemeClr val="tx1"/>
                </a:solidFill>
              </a:rPr>
              <a:t>other</a:t>
            </a:r>
            <a:r>
              <a:rPr lang="fr-FR" sz="1400" dirty="0">
                <a:solidFill>
                  <a:schemeClr val="tx1"/>
                </a:solidFill>
              </a:rPr>
              <a:t>…</a:t>
            </a:r>
            <a:endParaRPr lang="en-GB" sz="1400" dirty="0">
              <a:solidFill>
                <a:schemeClr val="tx1"/>
              </a:solidFill>
            </a:endParaRP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800" dirty="0"/>
              <a:t>Set up social media accounts &amp; corresponding posts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800" dirty="0"/>
              <a:t>Plan partners’ contributions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800" dirty="0"/>
              <a:t>Create first version of dissemination material (updated regularly)</a:t>
            </a:r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4103037589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314F42BB571C174A8CFFD983452FCC05" ma:contentTypeVersion="4" ma:contentTypeDescription="Δημιουργία νέου εγγράφου" ma:contentTypeScope="" ma:versionID="38ccab2674ba594827893dd29680d72f">
  <xsd:schema xmlns:xsd="http://www.w3.org/2001/XMLSchema" xmlns:xs="http://www.w3.org/2001/XMLSchema" xmlns:p="http://schemas.microsoft.com/office/2006/metadata/properties" xmlns:ns2="d608b43f-bfac-4116-ae2f-2654f04dc4f2" targetNamespace="http://schemas.microsoft.com/office/2006/metadata/properties" ma:root="true" ma:fieldsID="bc8f886bb763dd012b7f003acc48b90a" ns2:_="">
    <xsd:import namespace="d608b43f-bfac-4116-ae2f-2654f04dc4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8b43f-bfac-4116-ae2f-2654f04dc4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437429-02DB-4B8D-94C7-9DB1708A09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89E5B2-4515-4B98-B115-1FBDE58632D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4B448B6-B24D-4F7D-BC5A-1EAB74C2D7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08b43f-bfac-4116-ae2f-2654f04dc4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593</Words>
  <Application>Microsoft Office PowerPoint</Application>
  <PresentationFormat>Widescreen</PresentationFormat>
  <Paragraphs>100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Θέμα του Office</vt:lpstr>
      <vt:lpstr>Partner AEGIS</vt:lpstr>
      <vt:lpstr>Partner AEGIS</vt:lpstr>
      <vt:lpstr>Partner AEGIS</vt:lpstr>
      <vt:lpstr>Partner AEGIS</vt:lpstr>
      <vt:lpstr>Partner AEGIS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ASTERIOS STROUMPOULIS</dc:creator>
  <cp:lastModifiedBy>Marinos Tsantekidis</cp:lastModifiedBy>
  <cp:revision>105</cp:revision>
  <dcterms:created xsi:type="dcterms:W3CDTF">2024-02-27T09:04:02Z</dcterms:created>
  <dcterms:modified xsi:type="dcterms:W3CDTF">2024-11-06T11:49:56Z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0x010100314F42BB571C174A8CFFD983452FCC05</vt:lpwstr>
  </property>
</Properties>
</file>