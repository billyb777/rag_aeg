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54" r:id="rId5"/>
  </p:sldMasterIdLst>
  <p:notesMasterIdLst>
    <p:notesMasterId r:id="rId16"/>
  </p:notesMasterIdLst>
  <p:sldIdLst>
    <p:sldId id="256" r:id="rId6"/>
    <p:sldId id="270" r:id="rId7"/>
    <p:sldId id="271" r:id="rId8"/>
    <p:sldId id="265" r:id="rId9"/>
    <p:sldId id="272" r:id="rId10"/>
    <p:sldId id="266" r:id="rId11"/>
    <p:sldId id="273" r:id="rId12"/>
    <p:sldId id="275" r:id="rId13"/>
    <p:sldId id="274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hzUo9/Mq5C9LLPzUwJ0qEC6lN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7445F"/>
    <a:srgbClr val="0A30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7F7B1-B77B-F0FA-3A96-5555C4655DEA}" v="12" dt="2025-03-27T17:13:54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k, David AVL/AT" userId="S::david.lenk_avl.com#ext#@ntuagr.onmicrosoft.com::385d3f8c-4d18-4c6a-8d30-a4d2e676b7ee" providerId="AD" clId="Web-{8316ACBD-63C3-43D8-AE4F-18C0365D5897}"/>
    <pc:docChg chg="addSld delSld modSld sldOrd">
      <pc:chgData name="Lenk, David AVL/AT" userId="S::david.lenk_avl.com#ext#@ntuagr.onmicrosoft.com::385d3f8c-4d18-4c6a-8d30-a4d2e676b7ee" providerId="AD" clId="Web-{8316ACBD-63C3-43D8-AE4F-18C0365D5897}" dt="2025-01-28T13:30:29.824" v="110"/>
      <pc:docMkLst>
        <pc:docMk/>
      </pc:docMkLst>
      <pc:sldChg chg="modSp">
        <pc:chgData name="Lenk, David AVL/AT" userId="S::david.lenk_avl.com#ext#@ntuagr.onmicrosoft.com::385d3f8c-4d18-4c6a-8d30-a4d2e676b7ee" providerId="AD" clId="Web-{8316ACBD-63C3-43D8-AE4F-18C0365D5897}" dt="2025-01-28T10:37:32.715" v="99" actId="14100"/>
        <pc:sldMkLst>
          <pc:docMk/>
          <pc:sldMk cId="4293614557" sldId="266"/>
        </pc:sldMkLst>
        <pc:spChg chg="mod">
          <ac:chgData name="Lenk, David AVL/AT" userId="S::david.lenk_avl.com#ext#@ntuagr.onmicrosoft.com::385d3f8c-4d18-4c6a-8d30-a4d2e676b7ee" providerId="AD" clId="Web-{8316ACBD-63C3-43D8-AE4F-18C0365D5897}" dt="2025-01-28T10:37:32.715" v="99" actId="14100"/>
          <ac:spMkLst>
            <pc:docMk/>
            <pc:sldMk cId="4293614557" sldId="266"/>
            <ac:spMk id="172" creationId="{D6AC66C5-5C0F-FF08-716F-C23B1C3C1A11}"/>
          </ac:spMkLst>
        </pc:spChg>
      </pc:sldChg>
      <pc:sldChg chg="new del">
        <pc:chgData name="Lenk, David AVL/AT" userId="S::david.lenk_avl.com#ext#@ntuagr.onmicrosoft.com::385d3f8c-4d18-4c6a-8d30-a4d2e676b7ee" providerId="AD" clId="Web-{8316ACBD-63C3-43D8-AE4F-18C0365D5897}" dt="2025-01-28T13:29:32.681" v="103"/>
        <pc:sldMkLst>
          <pc:docMk/>
          <pc:sldMk cId="50798328" sldId="271"/>
        </pc:sldMkLst>
      </pc:sldChg>
      <pc:sldChg chg="addSp delSp modSp add del ord replId">
        <pc:chgData name="Lenk, David AVL/AT" userId="S::david.lenk_avl.com#ext#@ntuagr.onmicrosoft.com::385d3f8c-4d18-4c6a-8d30-a4d2e676b7ee" providerId="AD" clId="Web-{8316ACBD-63C3-43D8-AE4F-18C0365D5897}" dt="2025-01-28T13:30:29.824" v="110"/>
        <pc:sldMkLst>
          <pc:docMk/>
          <pc:sldMk cId="451191672" sldId="272"/>
        </pc:sldMkLst>
        <pc:spChg chg="add del mod">
          <ac:chgData name="Lenk, David AVL/AT" userId="S::david.lenk_avl.com#ext#@ntuagr.onmicrosoft.com::385d3f8c-4d18-4c6a-8d30-a4d2e676b7ee" providerId="AD" clId="Web-{8316ACBD-63C3-43D8-AE4F-18C0365D5897}" dt="2025-01-28T13:30:06.917" v="107"/>
          <ac:spMkLst>
            <pc:docMk/>
            <pc:sldMk cId="451191672" sldId="272"/>
            <ac:spMk id="4" creationId="{07A4EFA3-539C-313D-5DFC-A4466874B9A6}"/>
          </ac:spMkLst>
        </pc:spChg>
        <pc:spChg chg="del mod">
          <ac:chgData name="Lenk, David AVL/AT" userId="S::david.lenk_avl.com#ext#@ntuagr.onmicrosoft.com::385d3f8c-4d18-4c6a-8d30-a4d2e676b7ee" providerId="AD" clId="Web-{8316ACBD-63C3-43D8-AE4F-18C0365D5897}" dt="2025-01-28T13:29:41.260" v="105"/>
          <ac:spMkLst>
            <pc:docMk/>
            <pc:sldMk cId="451191672" sldId="272"/>
            <ac:spMk id="171" creationId="{739A6BE4-2DB5-E47A-2D17-C2BF5838C56E}"/>
          </ac:spMkLst>
        </pc:spChg>
        <pc:picChg chg="add del mod">
          <ac:chgData name="Lenk, David AVL/AT" userId="S::david.lenk_avl.com#ext#@ntuagr.onmicrosoft.com::385d3f8c-4d18-4c6a-8d30-a4d2e676b7ee" providerId="AD" clId="Web-{8316ACBD-63C3-43D8-AE4F-18C0365D5897}" dt="2025-01-28T13:30:28.058" v="109"/>
          <ac:picMkLst>
            <pc:docMk/>
            <pc:sldMk cId="451191672" sldId="272"/>
            <ac:picMk id="5" creationId="{335538E6-4529-FDC3-25C2-EB03EE459B72}"/>
          </ac:picMkLst>
        </pc:picChg>
      </pc:sldChg>
    </pc:docChg>
  </pc:docChgLst>
  <pc:docChgLst>
    <pc:chgData name="Alexandros Gkillas" userId="S::gkillas_avisense.ai#ext#@ntuagr.onmicrosoft.com::eadfa25c-188d-4f6e-83ca-b8110799fb37" providerId="AD" clId="Web-{9237F7B1-B77B-F0FA-3A96-5555C4655DEA}"/>
    <pc:docChg chg="modSld">
      <pc:chgData name="Alexandros Gkillas" userId="S::gkillas_avisense.ai#ext#@ntuagr.onmicrosoft.com::eadfa25c-188d-4f6e-83ca-b8110799fb37" providerId="AD" clId="Web-{9237F7B1-B77B-F0FA-3A96-5555C4655DEA}" dt="2025-03-27T17:13:54.702" v="11" actId="20577"/>
      <pc:docMkLst>
        <pc:docMk/>
      </pc:docMkLst>
      <pc:sldChg chg="modSp">
        <pc:chgData name="Alexandros Gkillas" userId="S::gkillas_avisense.ai#ext#@ntuagr.onmicrosoft.com::eadfa25c-188d-4f6e-83ca-b8110799fb37" providerId="AD" clId="Web-{9237F7B1-B77B-F0FA-3A96-5555C4655DEA}" dt="2025-03-27T17:13:54.702" v="11" actId="20577"/>
        <pc:sldMkLst>
          <pc:docMk/>
          <pc:sldMk cId="4293614557" sldId="266"/>
        </pc:sldMkLst>
        <pc:spChg chg="mod">
          <ac:chgData name="Alexandros Gkillas" userId="S::gkillas_avisense.ai#ext#@ntuagr.onmicrosoft.com::eadfa25c-188d-4f6e-83ca-b8110799fb37" providerId="AD" clId="Web-{9237F7B1-B77B-F0FA-3A96-5555C4655DEA}" dt="2025-03-27T17:13:54.702" v="11" actId="20577"/>
          <ac:spMkLst>
            <pc:docMk/>
            <pc:sldMk cId="4293614557" sldId="266"/>
            <ac:spMk id="171" creationId="{A28909F9-85E2-0B47-730F-5D62FB8FAEAE}"/>
          </ac:spMkLst>
        </pc:spChg>
      </pc:sldChg>
    </pc:docChg>
  </pc:docChgLst>
  <pc:docChgLst>
    <pc:chgData name="Omar Veledar" userId="S::omar.veledar_beevadoo.com#ext#@ntuagr.onmicrosoft.com::f3ae1b46-9dec-4571-9a80-0db12a1f4969" providerId="AD" clId="Web-{3F7862D5-68B5-B9A5-7FBD-2EABA096F7C2}"/>
    <pc:docChg chg="addSld delSld modSld sldOrd">
      <pc:chgData name="Omar Veledar" userId="S::omar.veledar_beevadoo.com#ext#@ntuagr.onmicrosoft.com::f3ae1b46-9dec-4571-9a80-0db12a1f4969" providerId="AD" clId="Web-{3F7862D5-68B5-B9A5-7FBD-2EABA096F7C2}" dt="2025-02-18T08:55:42.912" v="311" actId="20577"/>
      <pc:docMkLst>
        <pc:docMk/>
      </pc:docMkLst>
      <pc:sldChg chg="modSp">
        <pc:chgData name="Omar Veledar" userId="S::omar.veledar_beevadoo.com#ext#@ntuagr.onmicrosoft.com::f3ae1b46-9dec-4571-9a80-0db12a1f4969" providerId="AD" clId="Web-{3F7862D5-68B5-B9A5-7FBD-2EABA096F7C2}" dt="2025-02-18T08:55:42.912" v="311" actId="20577"/>
        <pc:sldMkLst>
          <pc:docMk/>
          <pc:sldMk cId="0" sldId="256"/>
        </pc:sldMkLst>
        <pc:spChg chg="mod">
          <ac:chgData name="Omar Veledar" userId="S::omar.veledar_beevadoo.com#ext#@ntuagr.onmicrosoft.com::f3ae1b46-9dec-4571-9a80-0db12a1f4969" providerId="AD" clId="Web-{3F7862D5-68B5-B9A5-7FBD-2EABA096F7C2}" dt="2025-02-18T08:55:42.912" v="311" actId="20577"/>
          <ac:spMkLst>
            <pc:docMk/>
            <pc:sldMk cId="0" sldId="256"/>
            <ac:spMk id="149" creationId="{00000000-0000-0000-0000-000000000000}"/>
          </ac:spMkLst>
        </pc:spChg>
      </pc:sldChg>
      <pc:sldChg chg="modSp">
        <pc:chgData name="Omar Veledar" userId="S::omar.veledar_beevadoo.com#ext#@ntuagr.onmicrosoft.com::f3ae1b46-9dec-4571-9a80-0db12a1f4969" providerId="AD" clId="Web-{3F7862D5-68B5-B9A5-7FBD-2EABA096F7C2}" dt="2025-02-18T08:09:35.191" v="85"/>
        <pc:sldMkLst>
          <pc:docMk/>
          <pc:sldMk cId="3702582557" sldId="270"/>
        </pc:sldMkLst>
        <pc:graphicFrameChg chg="mod modGraphic">
          <ac:chgData name="Omar Veledar" userId="S::omar.veledar_beevadoo.com#ext#@ntuagr.onmicrosoft.com::f3ae1b46-9dec-4571-9a80-0db12a1f4969" providerId="AD" clId="Web-{3F7862D5-68B5-B9A5-7FBD-2EABA096F7C2}" dt="2025-02-18T08:09:35.191" v="85"/>
          <ac:graphicFrameMkLst>
            <pc:docMk/>
            <pc:sldMk cId="3702582557" sldId="270"/>
            <ac:graphicFrameMk id="2" creationId="{EB5A0FAC-B342-59CC-2816-D56652D8F68F}"/>
          </ac:graphicFrameMkLst>
        </pc:graphicFrameChg>
      </pc:sldChg>
      <pc:sldChg chg="addSp delSp modSp add replId">
        <pc:chgData name="Omar Veledar" userId="S::omar.veledar_beevadoo.com#ext#@ntuagr.onmicrosoft.com::f3ae1b46-9dec-4571-9a80-0db12a1f4969" providerId="AD" clId="Web-{3F7862D5-68B5-B9A5-7FBD-2EABA096F7C2}" dt="2025-02-18T08:08:35.955" v="83" actId="20577"/>
        <pc:sldMkLst>
          <pc:docMk/>
          <pc:sldMk cId="2910300859" sldId="271"/>
        </pc:sldMkLst>
        <pc:spChg chg="del">
          <ac:chgData name="Omar Veledar" userId="S::omar.veledar_beevadoo.com#ext#@ntuagr.onmicrosoft.com::f3ae1b46-9dec-4571-9a80-0db12a1f4969" providerId="AD" clId="Web-{3F7862D5-68B5-B9A5-7FBD-2EABA096F7C2}" dt="2025-02-18T08:03:01.351" v="6"/>
          <ac:spMkLst>
            <pc:docMk/>
            <pc:sldMk cId="2910300859" sldId="271"/>
            <ac:spMk id="3" creationId="{6072E5EF-86E4-47E8-2437-EAB96068D45A}"/>
          </ac:spMkLst>
        </pc:spChg>
        <pc:spChg chg="add del mod">
          <ac:chgData name="Omar Veledar" userId="S::omar.veledar_beevadoo.com#ext#@ntuagr.onmicrosoft.com::f3ae1b46-9dec-4571-9a80-0db12a1f4969" providerId="AD" clId="Web-{3F7862D5-68B5-B9A5-7FBD-2EABA096F7C2}" dt="2025-02-18T08:03:02.679" v="7"/>
          <ac:spMkLst>
            <pc:docMk/>
            <pc:sldMk cId="2910300859" sldId="271"/>
            <ac:spMk id="4" creationId="{1294BF51-B5CC-1694-C032-3838C7BCDA9D}"/>
          </ac:spMkLst>
        </pc:spChg>
        <pc:spChg chg="mod">
          <ac:chgData name="Omar Veledar" userId="S::omar.veledar_beevadoo.com#ext#@ntuagr.onmicrosoft.com::f3ae1b46-9dec-4571-9a80-0db12a1f4969" providerId="AD" clId="Web-{3F7862D5-68B5-B9A5-7FBD-2EABA096F7C2}" dt="2025-02-18T08:03:09.913" v="11" actId="20577"/>
          <ac:spMkLst>
            <pc:docMk/>
            <pc:sldMk cId="2910300859" sldId="271"/>
            <ac:spMk id="170" creationId="{EEC0FAE8-26CF-D60F-B41B-77306A719EC3}"/>
          </ac:spMkLst>
        </pc:spChg>
        <pc:spChg chg="mod">
          <ac:chgData name="Omar Veledar" userId="S::omar.veledar_beevadoo.com#ext#@ntuagr.onmicrosoft.com::f3ae1b46-9dec-4571-9a80-0db12a1f4969" providerId="AD" clId="Web-{3F7862D5-68B5-B9A5-7FBD-2EABA096F7C2}" dt="2025-02-18T08:08:35.955" v="83" actId="20577"/>
          <ac:spMkLst>
            <pc:docMk/>
            <pc:sldMk cId="2910300859" sldId="271"/>
            <ac:spMk id="171" creationId="{0B7077A6-92F1-98AD-5093-ADE01C2E3298}"/>
          </ac:spMkLst>
        </pc:spChg>
        <pc:spChg chg="del">
          <ac:chgData name="Omar Veledar" userId="S::omar.veledar_beevadoo.com#ext#@ntuagr.onmicrosoft.com::f3ae1b46-9dec-4571-9a80-0db12a1f4969" providerId="AD" clId="Web-{3F7862D5-68B5-B9A5-7FBD-2EABA096F7C2}" dt="2025-02-18T08:02:58.601" v="5"/>
          <ac:spMkLst>
            <pc:docMk/>
            <pc:sldMk cId="2910300859" sldId="271"/>
            <ac:spMk id="172" creationId="{F8D08DE5-B5E9-C318-3D49-FEE4A156B41C}"/>
          </ac:spMkLst>
        </pc:spChg>
      </pc:sldChg>
      <pc:sldChg chg="add del replId">
        <pc:chgData name="Omar Veledar" userId="S::omar.veledar_beevadoo.com#ext#@ntuagr.onmicrosoft.com::f3ae1b46-9dec-4571-9a80-0db12a1f4969" providerId="AD" clId="Web-{3F7862D5-68B5-B9A5-7FBD-2EABA096F7C2}" dt="2025-02-18T08:03:14.460" v="14"/>
        <pc:sldMkLst>
          <pc:docMk/>
          <pc:sldMk cId="1010861409" sldId="272"/>
        </pc:sldMkLst>
      </pc:sldChg>
      <pc:sldChg chg="modSp new ord">
        <pc:chgData name="Omar Veledar" userId="S::omar.veledar_beevadoo.com#ext#@ntuagr.onmicrosoft.com::f3ae1b46-9dec-4571-9a80-0db12a1f4969" providerId="AD" clId="Web-{3F7862D5-68B5-B9A5-7FBD-2EABA096F7C2}" dt="2025-02-18T08:42:09.127" v="194"/>
        <pc:sldMkLst>
          <pc:docMk/>
          <pc:sldMk cId="2863879694" sldId="272"/>
        </pc:sldMkLst>
        <pc:spChg chg="mod">
          <ac:chgData name="Omar Veledar" userId="S::omar.veledar_beevadoo.com#ext#@ntuagr.onmicrosoft.com::f3ae1b46-9dec-4571-9a80-0db12a1f4969" providerId="AD" clId="Web-{3F7862D5-68B5-B9A5-7FBD-2EABA096F7C2}" dt="2025-02-18T08:26:42.286" v="101" actId="20577"/>
          <ac:spMkLst>
            <pc:docMk/>
            <pc:sldMk cId="2863879694" sldId="272"/>
            <ac:spMk id="2" creationId="{409EA626-A963-5313-345E-E50C64D7613F}"/>
          </ac:spMkLst>
        </pc:spChg>
        <pc:spChg chg="mod">
          <ac:chgData name="Omar Veledar" userId="S::omar.veledar_beevadoo.com#ext#@ntuagr.onmicrosoft.com::f3ae1b46-9dec-4571-9a80-0db12a1f4969" providerId="AD" clId="Web-{3F7862D5-68B5-B9A5-7FBD-2EABA096F7C2}" dt="2025-02-18T08:40:06.711" v="192" actId="14100"/>
          <ac:spMkLst>
            <pc:docMk/>
            <pc:sldMk cId="2863879694" sldId="272"/>
            <ac:spMk id="3" creationId="{0A94BA94-E1B4-453C-08ED-7EC40579510B}"/>
          </ac:spMkLst>
        </pc:spChg>
        <pc:spChg chg="mod">
          <ac:chgData name="Omar Veledar" userId="S::omar.veledar_beevadoo.com#ext#@ntuagr.onmicrosoft.com::f3ae1b46-9dec-4571-9a80-0db12a1f4969" providerId="AD" clId="Web-{3F7862D5-68B5-B9A5-7FBD-2EABA096F7C2}" dt="2025-02-18T08:40:11.039" v="193" actId="14100"/>
          <ac:spMkLst>
            <pc:docMk/>
            <pc:sldMk cId="2863879694" sldId="272"/>
            <ac:spMk id="4" creationId="{90E867D5-7E01-29E7-AB89-DB6BE08ECA37}"/>
          </ac:spMkLst>
        </pc:spChg>
      </pc:sldChg>
      <pc:sldChg chg="modSp add replId">
        <pc:chgData name="Omar Veledar" userId="S::omar.veledar_beevadoo.com#ext#@ntuagr.onmicrosoft.com::f3ae1b46-9dec-4571-9a80-0db12a1f4969" providerId="AD" clId="Web-{3F7862D5-68B5-B9A5-7FBD-2EABA096F7C2}" dt="2025-02-18T08:46:14.928" v="233" actId="20577"/>
        <pc:sldMkLst>
          <pc:docMk/>
          <pc:sldMk cId="3115369401" sldId="273"/>
        </pc:sldMkLst>
        <pc:spChg chg="mod">
          <ac:chgData name="Omar Veledar" userId="S::omar.veledar_beevadoo.com#ext#@ntuagr.onmicrosoft.com::f3ae1b46-9dec-4571-9a80-0db12a1f4969" providerId="AD" clId="Web-{3F7862D5-68B5-B9A5-7FBD-2EABA096F7C2}" dt="2025-02-18T08:42:21.175" v="197" actId="20577"/>
          <ac:spMkLst>
            <pc:docMk/>
            <pc:sldMk cId="3115369401" sldId="273"/>
            <ac:spMk id="2" creationId="{9D5D3389-7132-2081-1A87-F37EE230237E}"/>
          </ac:spMkLst>
        </pc:spChg>
        <pc:spChg chg="mod">
          <ac:chgData name="Omar Veledar" userId="S::omar.veledar_beevadoo.com#ext#@ntuagr.onmicrosoft.com::f3ae1b46-9dec-4571-9a80-0db12a1f4969" providerId="AD" clId="Web-{3F7862D5-68B5-B9A5-7FBD-2EABA096F7C2}" dt="2025-02-18T08:45:52.786" v="226" actId="14100"/>
          <ac:spMkLst>
            <pc:docMk/>
            <pc:sldMk cId="3115369401" sldId="273"/>
            <ac:spMk id="3" creationId="{36CA72CA-819B-54C9-C83C-84DC11971582}"/>
          </ac:spMkLst>
        </pc:spChg>
        <pc:spChg chg="mod">
          <ac:chgData name="Omar Veledar" userId="S::omar.veledar_beevadoo.com#ext#@ntuagr.onmicrosoft.com::f3ae1b46-9dec-4571-9a80-0db12a1f4969" providerId="AD" clId="Web-{3F7862D5-68B5-B9A5-7FBD-2EABA096F7C2}" dt="2025-02-18T08:46:14.928" v="233" actId="20577"/>
          <ac:spMkLst>
            <pc:docMk/>
            <pc:sldMk cId="3115369401" sldId="273"/>
            <ac:spMk id="4" creationId="{DA526D0E-41AB-1351-09B4-9F4D684EC17E}"/>
          </ac:spMkLst>
        </pc:spChg>
      </pc:sldChg>
      <pc:sldChg chg="modSp new">
        <pc:chgData name="Omar Veledar" userId="S::omar.veledar_beevadoo.com#ext#@ntuagr.onmicrosoft.com::f3ae1b46-9dec-4571-9a80-0db12a1f4969" providerId="AD" clId="Web-{3F7862D5-68B5-B9A5-7FBD-2EABA096F7C2}" dt="2025-02-18T08:48:08.891" v="260" actId="14100"/>
        <pc:sldMkLst>
          <pc:docMk/>
          <pc:sldMk cId="401009844" sldId="274"/>
        </pc:sldMkLst>
        <pc:spChg chg="mod">
          <ac:chgData name="Omar Veledar" userId="S::omar.veledar_beevadoo.com#ext#@ntuagr.onmicrosoft.com::f3ae1b46-9dec-4571-9a80-0db12a1f4969" providerId="AD" clId="Web-{3F7862D5-68B5-B9A5-7FBD-2EABA096F7C2}" dt="2025-02-18T08:46:54.119" v="242" actId="20577"/>
          <ac:spMkLst>
            <pc:docMk/>
            <pc:sldMk cId="401009844" sldId="274"/>
            <ac:spMk id="2" creationId="{C643F741-E8D0-BCC2-C8C5-BD68CDBB3245}"/>
          </ac:spMkLst>
        </pc:spChg>
        <pc:spChg chg="mod">
          <ac:chgData name="Omar Veledar" userId="S::omar.veledar_beevadoo.com#ext#@ntuagr.onmicrosoft.com::f3ae1b46-9dec-4571-9a80-0db12a1f4969" providerId="AD" clId="Web-{3F7862D5-68B5-B9A5-7FBD-2EABA096F7C2}" dt="2025-02-18T08:48:08.891" v="260" actId="14100"/>
          <ac:spMkLst>
            <pc:docMk/>
            <pc:sldMk cId="401009844" sldId="274"/>
            <ac:spMk id="3" creationId="{B7769801-6009-B6D9-57C6-C19D0BBA8C8E}"/>
          </ac:spMkLst>
        </pc:spChg>
      </pc:sldChg>
      <pc:sldChg chg="modSp new">
        <pc:chgData name="Omar Veledar" userId="S::omar.veledar_beevadoo.com#ext#@ntuagr.onmicrosoft.com::f3ae1b46-9dec-4571-9a80-0db12a1f4969" providerId="AD" clId="Web-{3F7862D5-68B5-B9A5-7FBD-2EABA096F7C2}" dt="2025-02-18T08:54:51.376" v="293" actId="20577"/>
        <pc:sldMkLst>
          <pc:docMk/>
          <pc:sldMk cId="4204767337" sldId="275"/>
        </pc:sldMkLst>
        <pc:spChg chg="mod">
          <ac:chgData name="Omar Veledar" userId="S::omar.veledar_beevadoo.com#ext#@ntuagr.onmicrosoft.com::f3ae1b46-9dec-4571-9a80-0db12a1f4969" providerId="AD" clId="Web-{3F7862D5-68B5-B9A5-7FBD-2EABA096F7C2}" dt="2025-02-18T08:54:04.263" v="280" actId="20577"/>
          <ac:spMkLst>
            <pc:docMk/>
            <pc:sldMk cId="4204767337" sldId="275"/>
            <ac:spMk id="2" creationId="{5FD79740-EC2B-5244-55E0-D9309038B381}"/>
          </ac:spMkLst>
        </pc:spChg>
        <pc:spChg chg="mod">
          <ac:chgData name="Omar Veledar" userId="S::omar.veledar_beevadoo.com#ext#@ntuagr.onmicrosoft.com::f3ae1b46-9dec-4571-9a80-0db12a1f4969" providerId="AD" clId="Web-{3F7862D5-68B5-B9A5-7FBD-2EABA096F7C2}" dt="2025-02-18T08:54:51.376" v="293" actId="20577"/>
          <ac:spMkLst>
            <pc:docMk/>
            <pc:sldMk cId="4204767337" sldId="275"/>
            <ac:spMk id="3" creationId="{6DF5F77B-8C4C-F2F0-DCEF-DF4AC59DA1E7}"/>
          </ac:spMkLst>
        </pc:spChg>
      </pc:sldChg>
    </pc:docChg>
  </pc:docChgLst>
  <pc:docChgLst>
    <pc:chgData name="Alexandros Gkillas" userId="S::gkillas_avisense.ai#ext#@ntuagr.onmicrosoft.com::eadfa25c-188d-4f6e-83ca-b8110799fb37" providerId="AD" clId="Web-{5E8DE0D5-9BF4-1E42-2D7D-58566C71DA9D}"/>
    <pc:docChg chg="modSld">
      <pc:chgData name="Alexandros Gkillas" userId="S::gkillas_avisense.ai#ext#@ntuagr.onmicrosoft.com::eadfa25c-188d-4f6e-83ca-b8110799fb37" providerId="AD" clId="Web-{5E8DE0D5-9BF4-1E42-2D7D-58566C71DA9D}" dt="2025-03-17T09:36:25.404" v="10" actId="20577"/>
      <pc:docMkLst>
        <pc:docMk/>
      </pc:docMkLst>
      <pc:sldChg chg="modSp">
        <pc:chgData name="Alexandros Gkillas" userId="S::gkillas_avisense.ai#ext#@ntuagr.onmicrosoft.com::eadfa25c-188d-4f6e-83ca-b8110799fb37" providerId="AD" clId="Web-{5E8DE0D5-9BF4-1E42-2D7D-58566C71DA9D}" dt="2025-03-17T09:36:25.404" v="10" actId="20577"/>
        <pc:sldMkLst>
          <pc:docMk/>
          <pc:sldMk cId="3115369401" sldId="273"/>
        </pc:sldMkLst>
        <pc:spChg chg="mod">
          <ac:chgData name="Alexandros Gkillas" userId="S::gkillas_avisense.ai#ext#@ntuagr.onmicrosoft.com::eadfa25c-188d-4f6e-83ca-b8110799fb37" providerId="AD" clId="Web-{5E8DE0D5-9BF4-1E42-2D7D-58566C71DA9D}" dt="2025-03-17T09:36:25.404" v="10" actId="20577"/>
          <ac:spMkLst>
            <pc:docMk/>
            <pc:sldMk cId="3115369401" sldId="273"/>
            <ac:spMk id="3" creationId="{36CA72CA-819B-54C9-C83C-84DC11971582}"/>
          </ac:spMkLst>
        </pc:spChg>
      </pc:sldChg>
    </pc:docChg>
  </pc:docChgLst>
  <pc:docChgLst>
    <pc:chgData name="Alexandros Gkillas" userId="S::gkillas_avisense.ai#ext#@ntuagr.onmicrosoft.com::eadfa25c-188d-4f6e-83ca-b8110799fb37" providerId="AD" clId="Web-{8D2C4FBF-CD99-6CA4-5464-11E7196E9CF4}"/>
    <pc:docChg chg="modSld">
      <pc:chgData name="Alexandros Gkillas" userId="S::gkillas_avisense.ai#ext#@ntuagr.onmicrosoft.com::eadfa25c-188d-4f6e-83ca-b8110799fb37" providerId="AD" clId="Web-{8D2C4FBF-CD99-6CA4-5464-11E7196E9CF4}" dt="2025-03-17T10:42:35.632" v="35" actId="14100"/>
      <pc:docMkLst>
        <pc:docMk/>
      </pc:docMkLst>
      <pc:sldChg chg="modSp">
        <pc:chgData name="Alexandros Gkillas" userId="S::gkillas_avisense.ai#ext#@ntuagr.onmicrosoft.com::eadfa25c-188d-4f6e-83ca-b8110799fb37" providerId="AD" clId="Web-{8D2C4FBF-CD99-6CA4-5464-11E7196E9CF4}" dt="2025-03-17T10:41:53.928" v="28" actId="20577"/>
        <pc:sldMkLst>
          <pc:docMk/>
          <pc:sldMk cId="4293614557" sldId="266"/>
        </pc:sldMkLst>
        <pc:spChg chg="mod">
          <ac:chgData name="Alexandros Gkillas" userId="S::gkillas_avisense.ai#ext#@ntuagr.onmicrosoft.com::eadfa25c-188d-4f6e-83ca-b8110799fb37" providerId="AD" clId="Web-{8D2C4FBF-CD99-6CA4-5464-11E7196E9CF4}" dt="2025-03-17T10:41:53.928" v="28" actId="20577"/>
          <ac:spMkLst>
            <pc:docMk/>
            <pc:sldMk cId="4293614557" sldId="266"/>
            <ac:spMk id="171" creationId="{A28909F9-85E2-0B47-730F-5D62FB8FAEAE}"/>
          </ac:spMkLst>
        </pc:spChg>
      </pc:sldChg>
      <pc:sldChg chg="modSp">
        <pc:chgData name="Alexandros Gkillas" userId="S::gkillas_avisense.ai#ext#@ntuagr.onmicrosoft.com::eadfa25c-188d-4f6e-83ca-b8110799fb37" providerId="AD" clId="Web-{8D2C4FBF-CD99-6CA4-5464-11E7196E9CF4}" dt="2025-03-17T10:42:35.632" v="35" actId="14100"/>
        <pc:sldMkLst>
          <pc:docMk/>
          <pc:sldMk cId="3115369401" sldId="273"/>
        </pc:sldMkLst>
        <pc:spChg chg="mod">
          <ac:chgData name="Alexandros Gkillas" userId="S::gkillas_avisense.ai#ext#@ntuagr.onmicrosoft.com::eadfa25c-188d-4f6e-83ca-b8110799fb37" providerId="AD" clId="Web-{8D2C4FBF-CD99-6CA4-5464-11E7196E9CF4}" dt="2025-03-17T10:42:35.632" v="35" actId="14100"/>
          <ac:spMkLst>
            <pc:docMk/>
            <pc:sldMk cId="3115369401" sldId="273"/>
            <ac:spMk id="3" creationId="{36CA72CA-819B-54C9-C83C-84DC119715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6896ACAA-3279-B76F-FA9E-23EB210F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F438A1FD-41D2-7A00-0D40-D0B094A52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DD8F0014-7945-1811-AE5E-09713030A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7354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EFEE5C67-46A2-C563-86F4-7B8F8097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72E727C6-7FE0-4CAE-3B73-3A053EA91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EBD11E8C-BE05-0E86-8897-743FF679E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8039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EA9462A3-3CE5-B440-1814-163CF45B1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1D508218-7098-799B-AAA7-DEF4736D2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9E2DB95E-CD28-6BC6-9853-4AD727263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3575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0CEC564-A266-E61E-105F-33DDC458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39629E8D-2316-C7E7-BF3D-9F3647175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843E88BD-B2CB-B667-1663-4A175CA3F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616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497ACDE-4114-6B5D-667F-A564AD1C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EC991AE2-6165-7262-E836-9A669B8BF5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5DF5613D-60B7-D220-9AED-BC96C5F3E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85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ροσαρμοσμένη διάταξη">
  <p:cSld name="Προσαρμοσμένη διάταξη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2886868" y="4865060"/>
            <a:ext cx="6418263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2"/>
          </p:nvPr>
        </p:nvSpPr>
        <p:spPr>
          <a:xfrm>
            <a:off x="266700" y="1983447"/>
            <a:ext cx="22860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ύο περιεχόμενα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ιαφάνεια τίτλου" type="title">
  <p:cSld name="TIT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582" y="57356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9982200" y="6254175"/>
            <a:ext cx="20383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The project has received funding form the European Union’s Horizon Europe Framework </a:t>
            </a:r>
            <a:r>
              <a:rPr lang="en-US" sz="800" b="0" i="0" u="none" strike="noStrike" cap="none" err="1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Programme</a:t>
            </a:r>
            <a:r>
              <a:rPr lang="en-US" sz="8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 (Horizon) under grant agreement No 101135775</a:t>
            </a:r>
            <a:endParaRPr sz="800" b="0" i="0" u="none" strike="noStrike" cap="non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περιεχόμενο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φαλίδα ενότητας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Σύγκριση" type="twoTxTwoObj">
  <p:cSld name="TWO_OBJECTS_WITH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Μόνο τίτλος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νό">
  <p:cSld name="Κενό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Εικόνα με λεζάντα" type="picTx">
  <p:cSld name="PICTURE_WITH_CAPTIO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ατακόρυφο κείμενο" type="vertTx">
  <p:cSld name="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ατακόρυφος τίτλος και Κείμενο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4982" y="57398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/>
          <p:nvPr/>
        </p:nvSpPr>
        <p:spPr>
          <a:xfrm>
            <a:off x="9982200" y="6254175"/>
            <a:ext cx="2038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Calibri"/>
              <a:buNone/>
            </a:pPr>
            <a:r>
              <a:rPr lang="en-US" sz="800" i="0" u="none" strike="noStrike" cap="none">
                <a:solidFill>
                  <a:srgbClr val="757070"/>
                </a:solidFill>
              </a:rPr>
              <a:t>The project has received funding </a:t>
            </a:r>
            <a:r>
              <a:rPr lang="en-US" sz="800">
                <a:solidFill>
                  <a:srgbClr val="757070"/>
                </a:solidFill>
              </a:rPr>
              <a:t>from</a:t>
            </a:r>
            <a:r>
              <a:rPr lang="en-US" sz="800" i="0" u="none" strike="noStrike" cap="none">
                <a:solidFill>
                  <a:srgbClr val="757070"/>
                </a:solidFill>
              </a:rPr>
              <a:t> the European Union’s Horizon Europe Framework </a:t>
            </a:r>
            <a:r>
              <a:rPr lang="en-US" sz="800" i="0" u="none" strike="noStrike" cap="none" err="1">
                <a:solidFill>
                  <a:srgbClr val="757070"/>
                </a:solidFill>
              </a:rPr>
              <a:t>Programme</a:t>
            </a:r>
            <a:r>
              <a:rPr lang="en-US" sz="800" i="0" u="none" strike="noStrike" cap="none">
                <a:solidFill>
                  <a:srgbClr val="757070"/>
                </a:solidFill>
              </a:rPr>
              <a:t> (Horizon) under grant agreement No </a:t>
            </a:r>
            <a:r>
              <a:rPr lang="en-US" sz="800">
                <a:solidFill>
                  <a:srgbClr val="757070"/>
                </a:solidFill>
              </a:rPr>
              <a:t>101168560</a:t>
            </a:r>
            <a:endParaRPr sz="800" i="0" u="none" strike="noStrike" cap="none">
              <a:solidFill>
                <a:srgbClr val="757070"/>
              </a:solidFill>
            </a:endParaRPr>
          </a:p>
        </p:txBody>
      </p:sp>
      <p:pic>
        <p:nvPicPr>
          <p:cNvPr id="12" name="Google Shape;1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038" y="100275"/>
            <a:ext cx="3017923" cy="18184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46900" y="33425"/>
            <a:ext cx="1911675" cy="2791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800"/>
              <a:t>T3.2</a:t>
            </a:r>
            <a:endParaRPr sz="3800"/>
          </a:p>
        </p:txBody>
      </p:sp>
      <p:sp>
        <p:nvSpPr>
          <p:cNvPr id="149" name="Google Shape;149;p1"/>
          <p:cNvSpPr txBox="1">
            <a:spLocks noGrp="1"/>
          </p:cNvSpPr>
          <p:nvPr>
            <p:ph type="body" idx="1"/>
          </p:nvPr>
        </p:nvSpPr>
        <p:spPr>
          <a:xfrm>
            <a:off x="2886868" y="4865060"/>
            <a:ext cx="6418263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sz="2600" dirty="0"/>
              <a:t>Original:10/01/2025</a:t>
            </a:r>
          </a:p>
          <a:p>
            <a:pPr marL="0" indent="0">
              <a:spcBef>
                <a:spcPts val="0"/>
              </a:spcBef>
            </a:pPr>
            <a:r>
              <a:rPr lang="en-US" sz="2600" dirty="0"/>
              <a:t>Updated: 18/02/2025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356880A-7974-6F79-6397-4B101BEE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3D1AEF60-9515-3867-1643-E08DDA0A1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/>
              <a:t>Timeline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5A0FAC-B342-59CC-2816-D56652D8F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213772"/>
              </p:ext>
            </p:extLst>
          </p:nvPr>
        </p:nvGraphicFramePr>
        <p:xfrm>
          <a:off x="336448" y="1757891"/>
          <a:ext cx="11519103" cy="4895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80">
                  <a:extLst>
                    <a:ext uri="{9D8B030D-6E8A-4147-A177-3AD203B41FA5}">
                      <a16:colId xmlns:a16="http://schemas.microsoft.com/office/drawing/2014/main" val="2449996987"/>
                    </a:ext>
                  </a:extLst>
                </a:gridCol>
                <a:gridCol w="5436870">
                  <a:extLst>
                    <a:ext uri="{9D8B030D-6E8A-4147-A177-3AD203B41FA5}">
                      <a16:colId xmlns:a16="http://schemas.microsoft.com/office/drawing/2014/main" val="1820492073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976673616"/>
                    </a:ext>
                  </a:extLst>
                </a:gridCol>
                <a:gridCol w="2311603">
                  <a:extLst>
                    <a:ext uri="{9D8B030D-6E8A-4147-A177-3AD203B41FA5}">
                      <a16:colId xmlns:a16="http://schemas.microsoft.com/office/drawing/2014/main" val="681802045"/>
                    </a:ext>
                  </a:extLst>
                </a:gridCol>
              </a:tblGrid>
              <a:tr h="564886">
                <a:tc>
                  <a:txBody>
                    <a:bodyPr/>
                    <a:lstStyle/>
                    <a:p>
                      <a:r>
                        <a:rPr lang="en-GB" sz="180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545736"/>
                  </a:ext>
                </a:extLst>
              </a:tr>
              <a:tr h="56488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High-level UC ideas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SIE, AVI, 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Done</a:t>
                      </a:r>
                    </a:p>
                    <a:p>
                      <a:endParaRPr lang="en-GB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778693"/>
                  </a:ext>
                </a:extLst>
              </a:tr>
              <a:tr h="56488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UC formulation + Define threats to your UCs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SIE, AVI, 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22</a:t>
                      </a:r>
                      <a:r>
                        <a:rPr lang="en-GB" sz="1800" baseline="30000" dirty="0"/>
                        <a:t>nd</a:t>
                      </a:r>
                      <a:r>
                        <a:rPr lang="en-GB" sz="1800" dirty="0"/>
                        <a:t> Jan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50504"/>
                  </a:ext>
                </a:extLst>
              </a:tr>
              <a:tr h="56488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Define specific UC spec/requirements including rudimentary evaluation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SIE, AVI, AVL + 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31</a:t>
                      </a:r>
                      <a:r>
                        <a:rPr lang="en-GB" sz="1800" baseline="30000" dirty="0"/>
                        <a:t>st</a:t>
                      </a:r>
                      <a:r>
                        <a:rPr lang="en-GB" sz="1800" dirty="0"/>
                        <a:t> Jan 2025</a:t>
                      </a:r>
                    </a:p>
                    <a:p>
                      <a:endParaRPr lang="en-GB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902247"/>
                  </a:ext>
                </a:extLst>
              </a:tr>
              <a:tr h="56488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Combined UC spec/requirements incorporating market needs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all T3.2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7</a:t>
                      </a:r>
                      <a:r>
                        <a:rPr lang="en-GB" sz="1800" baseline="30000" dirty="0"/>
                        <a:t>th</a:t>
                      </a:r>
                      <a:r>
                        <a:rPr lang="en-GB" sz="1800" dirty="0"/>
                        <a:t> Feb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375189"/>
                  </a:ext>
                </a:extLst>
              </a:tr>
              <a:tr h="56488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provide pilot/UC spec to component providers (to align with T3.1 and T3.3)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all T3.2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14</a:t>
                      </a:r>
                      <a:r>
                        <a:rPr lang="en-GB" sz="1800" baseline="30000" dirty="0"/>
                        <a:t>th</a:t>
                      </a:r>
                      <a:r>
                        <a:rPr lang="en-GB" sz="1800" dirty="0"/>
                        <a:t> Feb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973030"/>
                  </a:ext>
                </a:extLst>
              </a:tr>
              <a:tr h="56488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Refine requirements with component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BEVD + all T3.2 partners + all T3.1 and T3.3 partners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3</a:t>
                      </a:r>
                      <a:r>
                        <a:rPr lang="en-GB" sz="1800" baseline="30000" dirty="0"/>
                        <a:t>rd</a:t>
                      </a:r>
                      <a:r>
                        <a:rPr lang="en-GB" sz="1800" dirty="0"/>
                        <a:t> March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229849"/>
                  </a:ext>
                </a:extLst>
              </a:tr>
              <a:tr h="56488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Discuss/approve in a plenary Workshop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WP3 partners +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April 2025 (Cagliari)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950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58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FE2D3FA4-9C95-B4AA-1EDD-BD6323AF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EEC0FAE8-26CF-D60F-B41B-77306A719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 dirty="0"/>
              <a:t>Task Intro</a:t>
            </a:r>
            <a:endParaRPr dirty="0"/>
          </a:p>
        </p:txBody>
      </p:sp>
      <p:sp>
        <p:nvSpPr>
          <p:cNvPr id="171" name="Google Shape;171;p4">
            <a:extLst>
              <a:ext uri="{FF2B5EF4-FFF2-40B4-BE49-F238E27FC236}">
                <a16:creationId xmlns:a16="http://schemas.microsoft.com/office/drawing/2014/main" id="{0B7077A6-92F1-98AD-5093-ADE01C2E3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6871" y="1979306"/>
            <a:ext cx="11617618" cy="469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Ø"/>
            </a:pPr>
            <a:r>
              <a:rPr lang="en-GB" dirty="0"/>
              <a:t>Focus on </a:t>
            </a:r>
            <a:r>
              <a:rPr lang="en-GB" b="1" dirty="0"/>
              <a:t>gathering </a:t>
            </a:r>
            <a:r>
              <a:rPr lang="en-GB" b="1" u="sng" dirty="0">
                <a:solidFill>
                  <a:srgbClr val="07445F"/>
                </a:solidFill>
              </a:rPr>
              <a:t>industrial/application</a:t>
            </a:r>
            <a:r>
              <a:rPr lang="en-GB" b="1" dirty="0"/>
              <a:t> requirements </a:t>
            </a:r>
            <a:endParaRPr lang="en-US" b="1"/>
          </a:p>
          <a:p>
            <a:pPr marL="63500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Ø"/>
            </a:pPr>
            <a:r>
              <a:rPr lang="en-GB" dirty="0"/>
              <a:t>The applications integrate </a:t>
            </a:r>
            <a:r>
              <a:rPr lang="en-GB" b="1" dirty="0"/>
              <a:t>AI components in complex safety-critical environments</a:t>
            </a:r>
            <a:endParaRPr lang="en-US" b="1"/>
          </a:p>
          <a:p>
            <a:pPr marL="63500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Ø"/>
            </a:pPr>
            <a:r>
              <a:rPr lang="en-GB" dirty="0"/>
              <a:t>The goal is to ensure that solutions are </a:t>
            </a:r>
            <a:r>
              <a:rPr lang="en-GB" b="1" dirty="0"/>
              <a:t>effective and secure</a:t>
            </a:r>
          </a:p>
          <a:p>
            <a:pPr marL="63500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Ø"/>
            </a:pPr>
            <a:r>
              <a:rPr lang="en-GB" dirty="0"/>
              <a:t>Cover aspects of </a:t>
            </a:r>
            <a:r>
              <a:rPr lang="en-GB" b="1" dirty="0"/>
              <a:t>functionality, performance and </a:t>
            </a:r>
            <a:r>
              <a:rPr lang="en-GB" b="1" dirty="0">
                <a:solidFill>
                  <a:srgbClr val="07445F"/>
                </a:solidFill>
              </a:rPr>
              <a:t>resilience </a:t>
            </a:r>
            <a:r>
              <a:rPr lang="en-GB" b="1" dirty="0"/>
              <a:t>against threats</a:t>
            </a:r>
          </a:p>
          <a:p>
            <a:pPr marL="63500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Ø"/>
            </a:pPr>
            <a:r>
              <a:rPr lang="en-GB" dirty="0"/>
              <a:t>The requirements span two pilots </a:t>
            </a:r>
          </a:p>
          <a:p>
            <a:pPr marL="1092200" lvl="1">
              <a:spcBef>
                <a:spcPts val="0"/>
              </a:spcBef>
              <a:buSzPts val="2800"/>
              <a:buFont typeface="Courier New" panose="05000000000000000000" pitchFamily="2" charset="2"/>
              <a:buChar char="o"/>
            </a:pPr>
            <a:r>
              <a:rPr lang="en-GB" sz="2000" dirty="0"/>
              <a:t>Manufacturing </a:t>
            </a:r>
          </a:p>
          <a:p>
            <a:pPr marL="1092200" lvl="1">
              <a:spcBef>
                <a:spcPts val="0"/>
              </a:spcBef>
              <a:buSzPts val="2800"/>
              <a:buFont typeface="Courier New" panose="05000000000000000000" pitchFamily="2" charset="2"/>
              <a:buChar char="o"/>
            </a:pPr>
            <a:r>
              <a:rPr lang="en-GB" sz="2000" dirty="0"/>
              <a:t>Automotive</a:t>
            </a:r>
          </a:p>
        </p:txBody>
      </p:sp>
    </p:spTree>
    <p:extLst>
      <p:ext uri="{BB962C8B-B14F-4D97-AF65-F5344CB8AC3E}">
        <p14:creationId xmlns:p14="http://schemas.microsoft.com/office/powerpoint/2010/main" val="2910300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24747B2-20F7-B2E9-04D9-0BF69B82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DF347B24-B209-4598-1768-587145F98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/>
              <a:t>Pilot 1: Manufacturing</a:t>
            </a:r>
            <a:endParaRPr/>
          </a:p>
        </p:txBody>
      </p:sp>
      <p:sp>
        <p:nvSpPr>
          <p:cNvPr id="171" name="Google Shape;171;p4">
            <a:extLst>
              <a:ext uri="{FF2B5EF4-FFF2-40B4-BE49-F238E27FC236}">
                <a16:creationId xmlns:a16="http://schemas.microsoft.com/office/drawing/2014/main" id="{A8CD4487-9A0C-DB81-0300-544339C1C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1825625"/>
            <a:ext cx="5867400" cy="490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000"/>
              <a:t>UC 1.1: </a:t>
            </a:r>
            <a:r>
              <a:rPr lang="en-GB" sz="2000" b="1"/>
              <a:t>AI-based localisation </a:t>
            </a:r>
            <a:r>
              <a:rPr lang="en-GB" sz="2000"/>
              <a:t>in industrial environment</a:t>
            </a:r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/>
              <a:t>Have UWB anchors to localise assts in an industrial plant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/>
              <a:t>The tag sends certain signals, which are received by the anchors (expect difficulties when the tag is not in direct line of sight with the anchor)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/>
              <a:t>Filter out signals and detect peaks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/>
              <a:t>The signal is in the edge device and then AI is used to go through signals and improve the signal accuracy</a:t>
            </a:r>
            <a:endParaRPr sz="2000"/>
          </a:p>
        </p:txBody>
      </p:sp>
      <p:sp>
        <p:nvSpPr>
          <p:cNvPr id="172" name="Google Shape;172;p4">
            <a:extLst>
              <a:ext uri="{FF2B5EF4-FFF2-40B4-BE49-F238E27FC236}">
                <a16:creationId xmlns:a16="http://schemas.microsoft.com/office/drawing/2014/main" id="{6B361F3C-2A31-72DD-D5A2-81EC721A944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199" y="1825624"/>
            <a:ext cx="5867400" cy="490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000"/>
              <a:t>UC 1.2:  AI-based </a:t>
            </a:r>
            <a:r>
              <a:rPr lang="en-GB" sz="2000" b="1"/>
              <a:t>edge/network management</a:t>
            </a:r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/>
              <a:t>Aim: allocate the apps (downloaded from the industrial edge market-place) e.g., anomaly detection app, machine monitoring app, comms protocols etc.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/>
              <a:t>AI's role: use statistics from running infrastructure to optimise the usage of apps.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/>
              <a:t>Also add failure prediction if expecting an issue on the device if the installed apps remain the same. </a:t>
            </a:r>
            <a:endParaRPr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E2793-AF26-26E6-8730-3F256CD904A3}"/>
              </a:ext>
            </a:extLst>
          </p:cNvPr>
          <p:cNvSpPr txBox="1"/>
          <p:nvPr/>
        </p:nvSpPr>
        <p:spPr>
          <a:xfrm>
            <a:off x="152400" y="6426396"/>
            <a:ext cx="11887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rgbClr val="C00000"/>
                </a:solidFill>
              </a:rPr>
              <a:t>Tech challenge: Assume the UCs have a starting AI model - continue training and see how the AI performs then</a:t>
            </a:r>
          </a:p>
        </p:txBody>
      </p:sp>
    </p:spTree>
    <p:extLst>
      <p:ext uri="{BB962C8B-B14F-4D97-AF65-F5344CB8AC3E}">
        <p14:creationId xmlns:p14="http://schemas.microsoft.com/office/powerpoint/2010/main" val="311782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A626-A963-5313-345E-E50C64D7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overview – pilot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BA94-E1B4-453C-08ED-7EC405795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867" y="1825625"/>
            <a:ext cx="5901266" cy="4847242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GB" b="1" dirty="0"/>
              <a:t>UC1.1. Localisation</a:t>
            </a:r>
            <a:endParaRPr lang="en-US"/>
          </a:p>
          <a:p>
            <a:r>
              <a:rPr lang="en-GB" dirty="0"/>
              <a:t>Accuracy &amp; processing: </a:t>
            </a:r>
          </a:p>
          <a:p>
            <a:pPr lvl="1">
              <a:buFont typeface="Courier New"/>
              <a:buChar char="o"/>
            </a:pPr>
            <a:r>
              <a:rPr lang="en-GB" dirty="0"/>
              <a:t>Achieve 30–500 cm accuracy (SIE2)</a:t>
            </a:r>
          </a:p>
          <a:p>
            <a:pPr lvl="1">
              <a:buFont typeface="Courier New"/>
              <a:buChar char="o"/>
            </a:pPr>
            <a:r>
              <a:rPr lang="en-GB" dirty="0"/>
              <a:t>meet signal processing (SIE3) and AI execution time (SIE5) constraints</a:t>
            </a:r>
          </a:p>
          <a:p>
            <a:pPr lvl="1">
              <a:buFont typeface="Courier New"/>
              <a:buChar char="o"/>
            </a:pPr>
            <a:r>
              <a:rPr lang="en-GB" dirty="0"/>
              <a:t>and continuously improve positioning accuracy (SIE4).</a:t>
            </a:r>
          </a:p>
          <a:p>
            <a:r>
              <a:rPr lang="en-GB" dirty="0"/>
              <a:t>Security: </a:t>
            </a:r>
          </a:p>
          <a:p>
            <a:pPr lvl="1">
              <a:buFont typeface="Courier New"/>
              <a:buChar char="o"/>
            </a:pPr>
            <a:r>
              <a:rPr lang="en-GB" dirty="0"/>
              <a:t>Ensure confidentiality (SIE6), integrity (SIE7) and availability (SIE8) of all data transmissions and processing.</a:t>
            </a:r>
          </a:p>
          <a:p>
            <a:r>
              <a:rPr lang="en-GB" dirty="0"/>
              <a:t>Monitoring &amp; Evaluation: </a:t>
            </a:r>
          </a:p>
          <a:p>
            <a:pPr lvl="1">
              <a:buFont typeface="Courier New"/>
              <a:buChar char="o"/>
            </a:pPr>
            <a:r>
              <a:rPr lang="en-GB" dirty="0"/>
              <a:t>Ongoing performance tracking (SIE9) and testing (SIE11)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867D5-7E01-29E7-AB89-DB6BE08ECA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35915" y="1825625"/>
            <a:ext cx="5901265" cy="4847242"/>
          </a:xfrm>
        </p:spPr>
        <p:txBody>
          <a:bodyPr>
            <a:normAutofit fontScale="92500" lnSpcReduction="20000"/>
          </a:bodyPr>
          <a:lstStyle/>
          <a:p>
            <a:r>
              <a:rPr lang="en-GB" sz="2400" b="1" dirty="0"/>
              <a:t>UC1.2:  edge/network management</a:t>
            </a:r>
          </a:p>
          <a:p>
            <a:r>
              <a:rPr lang="en-GB" sz="2400" dirty="0"/>
              <a:t>Edge Manager and Infrastructure: </a:t>
            </a:r>
          </a:p>
          <a:p>
            <a:pPr lvl="1">
              <a:buFont typeface="Courier New"/>
              <a:buChar char="o"/>
            </a:pPr>
            <a:r>
              <a:rPr lang="en-GB" sz="2000"/>
              <a:t>Provide </a:t>
            </a:r>
            <a:r>
              <a:rPr lang="en-GB" sz="2000" dirty="0"/>
              <a:t>APIs for workload configuration (SIE21) </a:t>
            </a:r>
          </a:p>
          <a:p>
            <a:pPr lvl="1">
              <a:buFont typeface="Courier New"/>
              <a:buChar char="o"/>
            </a:pPr>
            <a:r>
              <a:rPr lang="en-GB" sz="2000" dirty="0"/>
              <a:t>model</a:t>
            </a:r>
            <a:r>
              <a:rPr lang="en-GB" sz="2000"/>
              <a:t> updates (SIE22)</a:t>
            </a:r>
          </a:p>
          <a:p>
            <a:pPr lvl="1">
              <a:buFont typeface="Courier New"/>
              <a:buChar char="o"/>
            </a:pPr>
            <a:r>
              <a:rPr lang="en-GB" sz="2000" dirty="0"/>
              <a:t>secure communications (SIE14, SIE17) </a:t>
            </a:r>
            <a:endParaRPr lang="en-GB" dirty="0"/>
          </a:p>
          <a:p>
            <a:pPr lvl="1">
              <a:buFont typeface="Courier New"/>
              <a:buChar char="o"/>
            </a:pPr>
            <a:r>
              <a:rPr lang="en-GB" sz="2000" dirty="0"/>
              <a:t>controlled access (SIE15, SIE18).</a:t>
            </a:r>
            <a:endParaRPr lang="en-GB" dirty="0"/>
          </a:p>
          <a:p>
            <a:r>
              <a:rPr lang="en-GB" sz="2400"/>
              <a:t>Resource Management: </a:t>
            </a:r>
            <a:endParaRPr lang="en-GB"/>
          </a:p>
          <a:p>
            <a:pPr lvl="1">
              <a:buFont typeface="Courier New"/>
              <a:buChar char="o"/>
            </a:pPr>
            <a:r>
              <a:rPr lang="en-GB" sz="2000" dirty="0"/>
              <a:t>Efficiently allocate edge apps to devices </a:t>
            </a:r>
            <a:r>
              <a:rPr lang="en-GB" sz="2000"/>
              <a:t>(SIE10)</a:t>
            </a:r>
            <a:endParaRPr lang="en-GB" dirty="0"/>
          </a:p>
          <a:p>
            <a:pPr lvl="1">
              <a:buFont typeface="Courier New"/>
              <a:buChar char="o"/>
            </a:pPr>
            <a:r>
              <a:rPr lang="en-GB" sz="2000" dirty="0"/>
              <a:t>offer a user interface for QoS parameters and performance statistics (SIE24).</a:t>
            </a:r>
            <a:endParaRPr lang="en-GB"/>
          </a:p>
          <a:p>
            <a:r>
              <a:rPr lang="en-GB" sz="2400" dirty="0"/>
              <a:t>AI Lifecycle Integration: </a:t>
            </a:r>
            <a:endParaRPr lang="en-GB" dirty="0"/>
          </a:p>
          <a:p>
            <a:pPr lvl="1">
              <a:buFont typeface="Courier New"/>
              <a:buChar char="o"/>
            </a:pPr>
            <a:r>
              <a:rPr lang="en-GB" sz="2000" dirty="0"/>
              <a:t>Incorporate secure AI supply chain methods (SIE19) and model-based BOM (SIE20) to ensure trust and robustness of deployed AI models.</a:t>
            </a:r>
            <a:endParaRPr lang="en-GB" dirty="0"/>
          </a:p>
          <a:p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86387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F7F1394A-6BFB-3484-DE28-93785F08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6A9AE981-839A-EDBA-58F2-9F8CE6B61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/>
              <a:t>Pilot 2: Automotive</a:t>
            </a:r>
            <a:endParaRPr/>
          </a:p>
        </p:txBody>
      </p:sp>
      <p:sp>
        <p:nvSpPr>
          <p:cNvPr id="171" name="Google Shape;171;p4">
            <a:extLst>
              <a:ext uri="{FF2B5EF4-FFF2-40B4-BE49-F238E27FC236}">
                <a16:creationId xmlns:a16="http://schemas.microsoft.com/office/drawing/2014/main" id="{A28909F9-85E2-0B47-730F-5D62FB8FA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1825625"/>
            <a:ext cx="5867400" cy="490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000" dirty="0"/>
              <a:t>UC 2.1: PERCEPTION (AVI)</a:t>
            </a:r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UC2.1a - </a:t>
            </a:r>
            <a:r>
              <a:rPr lang="en-GB" sz="2000" b="1" dirty="0"/>
              <a:t>Provide a full simulation platform </a:t>
            </a:r>
            <a:r>
              <a:rPr lang="en-GB" sz="2000" dirty="0"/>
              <a:t>for development, validation and testing of adversarial attacks (LiDAR, GPS) and defence mechanisms in Collaborative Perception, enabling also fleets of collaborating autonomous vehicles via V2X links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UC2.1b - </a:t>
            </a:r>
            <a:r>
              <a:rPr lang="en-GB" sz="2000" b="1" dirty="0"/>
              <a:t>Explore defence mechanisms </a:t>
            </a:r>
            <a:r>
              <a:rPr lang="en-GB" sz="2000" dirty="0"/>
              <a:t>to increase adversarial robustness of LiDAR Based SLAM and Multi-object Tracking (e.g., model-based Deep unrolling)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/>
          </a:p>
          <a:p>
            <a:pPr marL="63500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UC2.1c - </a:t>
            </a:r>
            <a:r>
              <a:rPr lang="en-GB" sz="2000" b="1" dirty="0"/>
              <a:t>Implement robust optimisation processing</a:t>
            </a:r>
            <a:r>
              <a:rPr lang="en-GB" sz="2000" dirty="0"/>
              <a:t> for GNSS secured localisation via fusion of  multi agent data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UC2.1d - </a:t>
            </a:r>
            <a:r>
              <a:rPr lang="en-GB" sz="2000" b="1" dirty="0"/>
              <a:t>Examine the impact of enhanced privacy-preserving FL frameworks </a:t>
            </a:r>
            <a:r>
              <a:rPr lang="en-GB" sz="2000" dirty="0"/>
              <a:t>in the aforementioned collaborative perception applications </a:t>
            </a:r>
            <a:endParaRPr sz="2000" dirty="0"/>
          </a:p>
        </p:txBody>
      </p:sp>
      <p:sp>
        <p:nvSpPr>
          <p:cNvPr id="172" name="Google Shape;172;p4">
            <a:extLst>
              <a:ext uri="{FF2B5EF4-FFF2-40B4-BE49-F238E27FC236}">
                <a16:creationId xmlns:a16="http://schemas.microsoft.com/office/drawing/2014/main" id="{D6AC66C5-5C0F-FF08-716F-C23B1C3C1A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00118" y="1825624"/>
            <a:ext cx="6011562" cy="490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000"/>
              <a:t>UC 2.2:  CONTROL/teleoperation (AVL)</a:t>
            </a:r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2000"/>
          </a:p>
          <a:p>
            <a:pPr marL="520700">
              <a:spcBef>
                <a:spcPts val="0"/>
              </a:spcBef>
              <a:buSzPts val="2800"/>
            </a:pPr>
            <a:r>
              <a:rPr lang="en-GB" sz="2000"/>
              <a:t>UC2.2a: Vehicle ADAS/AD </a:t>
            </a:r>
            <a:r>
              <a:rPr lang="en-GB" sz="2000" b="1"/>
              <a:t>Functionality Extension</a:t>
            </a:r>
            <a:r>
              <a:rPr lang="en-GB" sz="2000"/>
              <a:t>, Change or Update</a:t>
            </a:r>
          </a:p>
          <a:p>
            <a:pPr marL="920750" lvl="1" indent="-285750">
              <a:spcBef>
                <a:spcPts val="0"/>
              </a:spcBef>
              <a:buSzPts val="2800"/>
            </a:pPr>
            <a:r>
              <a:rPr lang="en-GB" sz="1600"/>
              <a:t>TARGET: regularly update the AI/ML models </a:t>
            </a:r>
          </a:p>
          <a:p>
            <a:pPr marL="520700">
              <a:spcBef>
                <a:spcPts val="0"/>
              </a:spcBef>
              <a:buSzPts val="2800"/>
            </a:pPr>
            <a:endParaRPr lang="en-GB" sz="2000"/>
          </a:p>
          <a:p>
            <a:pPr marL="520700">
              <a:spcBef>
                <a:spcPts val="0"/>
              </a:spcBef>
              <a:buSzPts val="2800"/>
            </a:pPr>
            <a:r>
              <a:rPr lang="en-GB" sz="2000"/>
              <a:t>UC2.2b: AI/ML </a:t>
            </a:r>
            <a:r>
              <a:rPr lang="en-GB" sz="2000" b="1"/>
              <a:t>Models distribution </a:t>
            </a:r>
            <a:r>
              <a:rPr lang="en-GB" sz="2000"/>
              <a:t>over a network</a:t>
            </a:r>
          </a:p>
          <a:p>
            <a:pPr marL="977900" lvl="1">
              <a:spcBef>
                <a:spcPts val="0"/>
              </a:spcBef>
              <a:buSzPts val="2800"/>
            </a:pPr>
            <a:r>
              <a:rPr lang="en-GB" sz="1600"/>
              <a:t>TARGET: Operator needs to adapt cloud instance for roll out</a:t>
            </a:r>
          </a:p>
          <a:p>
            <a:pPr marL="520700">
              <a:spcBef>
                <a:spcPts val="0"/>
              </a:spcBef>
              <a:buSzPts val="2800"/>
            </a:pPr>
            <a:endParaRPr lang="en-GB" sz="2000"/>
          </a:p>
          <a:p>
            <a:pPr marL="520700">
              <a:spcBef>
                <a:spcPts val="0"/>
              </a:spcBef>
              <a:buSzPts val="2800"/>
            </a:pPr>
            <a:r>
              <a:rPr lang="en-GB" sz="2000"/>
              <a:t>UC2.2c: Customer AI/ML </a:t>
            </a:r>
            <a:r>
              <a:rPr lang="en-GB" sz="2000" b="1"/>
              <a:t>model selection</a:t>
            </a:r>
          </a:p>
          <a:p>
            <a:pPr marL="977900" lvl="1">
              <a:spcBef>
                <a:spcPts val="0"/>
              </a:spcBef>
              <a:buSzPts val="2800"/>
            </a:pPr>
            <a:r>
              <a:rPr lang="en-GB" sz="1600"/>
              <a:t>TARGET: tracked installation of customer installed models (transparent history)</a:t>
            </a:r>
          </a:p>
          <a:p>
            <a:pPr marL="520700">
              <a:spcBef>
                <a:spcPts val="0"/>
              </a:spcBef>
              <a:buSzPts val="2800"/>
            </a:pPr>
            <a:endParaRPr lang="en-GB" sz="2000"/>
          </a:p>
          <a:p>
            <a:pPr marL="520700">
              <a:spcBef>
                <a:spcPts val="0"/>
              </a:spcBef>
              <a:buSzPts val="2800"/>
            </a:pPr>
            <a:r>
              <a:rPr lang="en-GB" sz="2000"/>
              <a:t>UC2.2.d: AI/ML model </a:t>
            </a:r>
            <a:r>
              <a:rPr lang="en-GB" sz="2000" b="1"/>
              <a:t>run/life-time validation</a:t>
            </a:r>
          </a:p>
          <a:p>
            <a:pPr marL="977900" lvl="1">
              <a:spcBef>
                <a:spcPts val="0"/>
              </a:spcBef>
              <a:buSzPts val="2800"/>
            </a:pPr>
            <a:r>
              <a:rPr lang="en-GB" sz="1600"/>
              <a:t>TARGET: check installation for performance and runtime </a:t>
            </a:r>
            <a:r>
              <a:rPr lang="en-GB" sz="1600" err="1"/>
              <a:t>validaty</a:t>
            </a:r>
            <a:r>
              <a:rPr lang="en-GB" sz="1600"/>
              <a:t> of the model</a:t>
            </a:r>
          </a:p>
          <a:p>
            <a:pPr marL="977900" lvl="1">
              <a:spcBef>
                <a:spcPts val="0"/>
              </a:spcBef>
              <a:buSzPts val="2800"/>
            </a:pPr>
            <a:endParaRPr lang="en-GB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FC216-EEC4-45DE-CFE9-F37474705738}"/>
              </a:ext>
            </a:extLst>
          </p:cNvPr>
          <p:cNvSpPr txBox="1"/>
          <p:nvPr/>
        </p:nvSpPr>
        <p:spPr>
          <a:xfrm>
            <a:off x="152400" y="6580284"/>
            <a:ext cx="11887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rgbClr val="C00000"/>
                </a:solidFill>
              </a:rPr>
              <a:t>Integration challenge: Link two UCs towards the end to demonstrate robustness</a:t>
            </a:r>
          </a:p>
        </p:txBody>
      </p:sp>
    </p:spTree>
    <p:extLst>
      <p:ext uri="{BB962C8B-B14F-4D97-AF65-F5344CB8AC3E}">
        <p14:creationId xmlns:p14="http://schemas.microsoft.com/office/powerpoint/2010/main" val="429361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4EC58-2E0E-CD52-001D-4B0FA5E1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3389-7132-2081-1A87-F37EE2302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overview – pilot 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A72CA-819B-54C9-C83C-84DC11971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867" y="1825625"/>
            <a:ext cx="5938136" cy="5213024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GB" sz="1900" dirty="0"/>
              <a:t>UC 2.1: PERCEPTION</a:t>
            </a:r>
            <a:endParaRPr lang="en-US" dirty="0"/>
          </a:p>
          <a:p>
            <a:r>
              <a:rPr lang="en-GB" b="1" dirty="0"/>
              <a:t>Federated Learning (FL)</a:t>
            </a:r>
            <a:r>
              <a:rPr lang="en-GB" dirty="0"/>
              <a:t>: Discover FL agents (AVI2), configure FL parameters (AVI3), and securely share locally trained models (AVI4) to improve adversarial robustness (AVI1, AVI5).</a:t>
            </a:r>
          </a:p>
          <a:p>
            <a:r>
              <a:rPr lang="en-GB" b="1" dirty="0"/>
              <a:t>Automotive Simulator &amp; Data Generation</a:t>
            </a:r>
            <a:r>
              <a:rPr lang="en-GB" dirty="0"/>
              <a:t>: Produce realistic, multimodal, annotated, and balanced datasets (AVI6–AVI11) to test perception models under various scenarios.</a:t>
            </a:r>
          </a:p>
          <a:p>
            <a:r>
              <a:rPr lang="en-GB" b="1" dirty="0"/>
              <a:t>LiDAR-based Adversarial Attacks &amp; Defences</a:t>
            </a:r>
            <a:r>
              <a:rPr lang="en-GB" dirty="0"/>
              <a:t>: Simulate LiDAR/GPS data poisoning (AVI12), assess vulnerabilities (AVI13, AVI23), and integrate model-based super-resolution/denoiser modules (AVI15, AVI17) for low/high-resolution LiDAR.</a:t>
            </a:r>
          </a:p>
          <a:p>
            <a:r>
              <a:rPr lang="en-GB" b="1" dirty="0"/>
              <a:t>GNSS Secured Multi-agent fusion via Robust &amp; Sparse Optimisation</a:t>
            </a:r>
            <a:r>
              <a:rPr lang="en-GB" dirty="0"/>
              <a:t>: Provide guidelines for multi-sensor, multi-agent fusion (AVI24) and enable customizable model-based network designs (AVI20, AVI25).</a:t>
            </a:r>
          </a:p>
          <a:p>
            <a:r>
              <a:rPr lang="en-GB" b="1" dirty="0"/>
              <a:t>Security &amp; Evaluation</a:t>
            </a:r>
            <a:r>
              <a:rPr lang="en-GB" dirty="0"/>
              <a:t>: Use a Security Testing/Assessment engine (AVI13, AVI22, AVI23) and guidelines/recommendations engine (AVI21, AVI24) to validate effectiveness and resilience.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26D0E-41AB-1351-09B4-9F4D684EC1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35915" y="1825625"/>
            <a:ext cx="5901265" cy="5028670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GB" sz="2000" dirty="0"/>
              <a:t>UC 2.2: CONTROL/teleoperation</a:t>
            </a:r>
            <a:endParaRPr lang="en-GB" sz="2400" b="1" dirty="0"/>
          </a:p>
          <a:p>
            <a:r>
              <a:rPr lang="en-GB" sz="2400" b="1" dirty="0"/>
              <a:t>Model Updates &amp; Notification</a:t>
            </a:r>
            <a:r>
              <a:rPr lang="en-GB" sz="2400" dirty="0"/>
              <a:t>: Notify about new or improved models (AVL1), control when updates occur (AVL2), track update progress (AVL3), and validate remotely used models (AVL4).</a:t>
            </a:r>
          </a:p>
          <a:p>
            <a:r>
              <a:rPr lang="en-GB" sz="2400" b="1" dirty="0"/>
              <a:t>Model Selection &amp; Installation</a:t>
            </a:r>
            <a:r>
              <a:rPr lang="en-GB" sz="2400" dirty="0"/>
              <a:t>: Provide an interface to compare models (AVL5), securely install them (AVL6), and continuously validate their performance in runtime (AVL7, AVL8).</a:t>
            </a:r>
            <a:endParaRPr lang="en-GB" dirty="0"/>
          </a:p>
          <a:p>
            <a:r>
              <a:rPr lang="en-GB" sz="2400" b="1" dirty="0"/>
              <a:t>Security &amp; Trust</a:t>
            </a:r>
            <a:r>
              <a:rPr lang="en-GB" sz="2400" dirty="0"/>
              <a:t>:</a:t>
            </a:r>
            <a:endParaRPr lang="en-GB" dirty="0"/>
          </a:p>
          <a:p>
            <a:pPr lvl="1">
              <a:buFont typeface="Courier New"/>
              <a:buChar char="o"/>
            </a:pPr>
            <a:r>
              <a:rPr lang="en-GB" sz="2000" dirty="0"/>
              <a:t>Continuous adversarial attack detection/mitigation status (AVL9).</a:t>
            </a:r>
            <a:endParaRPr lang="en-GB"/>
          </a:p>
          <a:p>
            <a:pPr lvl="1">
              <a:buFont typeface="Courier New"/>
              <a:buChar char="o"/>
            </a:pPr>
            <a:r>
              <a:rPr lang="en-GB" sz="2000" dirty="0"/>
              <a:t>Cryptographic signing and verification for models (AVL10).</a:t>
            </a:r>
            <a:endParaRPr lang="en-GB"/>
          </a:p>
          <a:p>
            <a:pPr lvl="1">
              <a:buFont typeface="Courier New"/>
              <a:buChar char="o"/>
            </a:pPr>
            <a:r>
              <a:rPr lang="en-GB" sz="2000" dirty="0"/>
              <a:t>Trust score calculation based on certification history, runtime checks, etc. (AVL11).</a:t>
            </a:r>
            <a:endParaRPr lang="en-GB"/>
          </a:p>
          <a:p>
            <a:pPr lvl="1">
              <a:buFont typeface="Courier New"/>
              <a:buChar char="o"/>
            </a:pPr>
            <a:r>
              <a:rPr lang="en-GB" sz="2000" dirty="0"/>
              <a:t>Encrypted model storage and transmission (AVL12).</a:t>
            </a:r>
            <a:endParaRPr lang="en-GB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5369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9740-EC2B-5244-55E0-D9309038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UC2.1 - UC2.2 cooperation/link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5F77B-8C4C-F2F0-DCEF-DF4AC59DA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Goal:</a:t>
            </a:r>
            <a:r>
              <a:rPr lang="en-GB" dirty="0"/>
              <a:t> AVI provide AVL with defensive modules for LiDAR-based SLAM and object detection/tracking.</a:t>
            </a:r>
          </a:p>
          <a:p>
            <a:r>
              <a:rPr lang="en-GB" b="1"/>
              <a:t>Approaches:</a:t>
            </a:r>
            <a:endParaRPr lang="en-GB"/>
          </a:p>
          <a:p>
            <a:pPr lvl="1">
              <a:buFont typeface="Courier New"/>
              <a:buChar char="o"/>
            </a:pPr>
            <a:r>
              <a:rPr lang="en-GB"/>
              <a:t>Super-resolution to recover from data corruption/point removal.</a:t>
            </a:r>
          </a:p>
          <a:p>
            <a:pPr lvl="1">
              <a:buFont typeface="Courier New"/>
              <a:buChar char="o"/>
            </a:pPr>
            <a:r>
              <a:rPr lang="en-GB"/>
              <a:t>Cooperative detection (multi-sensor/agent fusion) to mitigate adversarial attacks.</a:t>
            </a:r>
          </a:p>
          <a:p>
            <a:r>
              <a:rPr lang="en-GB" b="1"/>
              <a:t>Testing Setup:</a:t>
            </a:r>
            <a:r>
              <a:rPr lang="en-GB"/>
              <a:t> AVL’s in-house Velodyne LiDAR will be used to test both “weak” and “enhanced” models.</a:t>
            </a:r>
          </a:p>
          <a:p>
            <a:r>
              <a:rPr lang="en-GB" b="1"/>
              <a:t>Attack Scenarios:</a:t>
            </a:r>
            <a:r>
              <a:rPr lang="en-GB"/>
              <a:t> Include malware-induced misclassifications, sensor interference, dirt accumulation (blind spots), and partial data removal.</a:t>
            </a:r>
          </a:p>
          <a:p>
            <a:r>
              <a:rPr lang="en-GB" b="1" dirty="0"/>
              <a:t>Collaboration:</a:t>
            </a:r>
            <a:r>
              <a:rPr lang="en-GB" dirty="0"/>
              <a:t> A living document (SharePoint) will capture inputs/outputs, methods, and interfaces, enabling iterative refinement of solutions.</a:t>
            </a:r>
          </a:p>
        </p:txBody>
      </p:sp>
    </p:spTree>
    <p:extLst>
      <p:ext uri="{BB962C8B-B14F-4D97-AF65-F5344CB8AC3E}">
        <p14:creationId xmlns:p14="http://schemas.microsoft.com/office/powerpoint/2010/main" val="420476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F741-E8D0-BCC2-C8C5-BD68CDBB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overview/highlights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69801-6009-B6D9-57C6-C19D0BBA8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917953"/>
          </a:xfrm>
        </p:spPr>
        <p:txBody>
          <a:bodyPr>
            <a:normAutofit fontScale="92500"/>
          </a:bodyPr>
          <a:lstStyle/>
          <a:p>
            <a:r>
              <a:rPr lang="en-GB" b="1" dirty="0"/>
              <a:t>Functional &amp; System Requirements</a:t>
            </a:r>
            <a:r>
              <a:rPr lang="en-GB" dirty="0"/>
              <a:t>: performance targets (e.g., localisation accuracy, real-time AI execution), infrastructure setup, and continuous monitoring.</a:t>
            </a:r>
          </a:p>
          <a:p>
            <a:r>
              <a:rPr lang="en-GB" b="1" dirty="0">
                <a:solidFill>
                  <a:srgbClr val="156082"/>
                </a:solidFill>
              </a:rPr>
              <a:t>Security &amp; Safety Requirements</a:t>
            </a:r>
            <a:r>
              <a:rPr lang="en-GB" dirty="0">
                <a:solidFill>
                  <a:srgbClr val="156082"/>
                </a:solidFill>
              </a:rPr>
              <a:t>: data confidentiality, integrity, availability and runtime robustness against adversarial threats.</a:t>
            </a:r>
          </a:p>
          <a:p>
            <a:r>
              <a:rPr lang="en-GB" b="1" dirty="0"/>
              <a:t>AI Lifecycle &amp; Trust</a:t>
            </a:r>
            <a:r>
              <a:rPr lang="en-GB" dirty="0"/>
              <a:t>: Ensuring secure model development, distribution, and updates, supported by encryption, signing, and continuous validation mechanisms.</a:t>
            </a:r>
          </a:p>
          <a:p>
            <a:r>
              <a:rPr lang="en-GB" b="1" dirty="0"/>
              <a:t>Evaluation &amp; Testing</a:t>
            </a:r>
            <a:r>
              <a:rPr lang="en-GB" dirty="0"/>
              <a:t>: Defining KPIs (accuracy, processing time, attack mitigation rates) and requiring regular system monitoring, vulnerability assessment, and performance benchmarking.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00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7372255-29F9-284B-6F38-628B225B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025B0E73-2C84-7AA9-2D86-891730B9E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/>
              <a:t>Requirements “flow”</a:t>
            </a:r>
            <a:endParaRPr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DBE5D31-193B-91EB-2C9D-BBBF7644807A}"/>
              </a:ext>
            </a:extLst>
          </p:cNvPr>
          <p:cNvSpPr/>
          <p:nvPr/>
        </p:nvSpPr>
        <p:spPr>
          <a:xfrm rot="2383780">
            <a:off x="3019274" y="2769270"/>
            <a:ext cx="2245275" cy="537358"/>
          </a:xfrm>
          <a:prstGeom prst="rightArrow">
            <a:avLst>
              <a:gd name="adj1" fmla="val 100000"/>
              <a:gd name="adj2" fmla="val 38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Treats (generic): T3.1+ technical specifications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F603C0-10D8-20CA-1103-88FD0A43EFF9}"/>
              </a:ext>
            </a:extLst>
          </p:cNvPr>
          <p:cNvSpPr/>
          <p:nvPr/>
        </p:nvSpPr>
        <p:spPr>
          <a:xfrm>
            <a:off x="4832907" y="3660108"/>
            <a:ext cx="838964" cy="838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/>
              <a:t>Σ</a:t>
            </a:r>
            <a:endParaRPr lang="en-GB" sz="240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725ADA7-D199-49B9-8160-BDF5E5726D87}"/>
              </a:ext>
            </a:extLst>
          </p:cNvPr>
          <p:cNvSpPr/>
          <p:nvPr/>
        </p:nvSpPr>
        <p:spPr>
          <a:xfrm>
            <a:off x="2604149" y="3835538"/>
            <a:ext cx="2245275" cy="537358"/>
          </a:xfrm>
          <a:prstGeom prst="rightArrow">
            <a:avLst>
              <a:gd name="adj1" fmla="val 100000"/>
              <a:gd name="adj2" fmla="val 38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Pilots/UCs T3.2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AF0F2A-7A7D-C263-91BE-A80298251008}"/>
              </a:ext>
            </a:extLst>
          </p:cNvPr>
          <p:cNvSpPr/>
          <p:nvPr/>
        </p:nvSpPr>
        <p:spPr>
          <a:xfrm rot="19222590">
            <a:off x="3022810" y="4903090"/>
            <a:ext cx="2245275" cy="537358"/>
          </a:xfrm>
          <a:prstGeom prst="rightArrow">
            <a:avLst>
              <a:gd name="adj1" fmla="val 100000"/>
              <a:gd name="adj2" fmla="val 38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Tech: what can be provided – other tasks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430A760-2573-5514-E554-6BF3051AAAC4}"/>
              </a:ext>
            </a:extLst>
          </p:cNvPr>
          <p:cNvSpPr/>
          <p:nvPr/>
        </p:nvSpPr>
        <p:spPr>
          <a:xfrm rot="20716651">
            <a:off x="5657607" y="3449659"/>
            <a:ext cx="2245275" cy="272333"/>
          </a:xfrm>
          <a:prstGeom prst="rightArrow">
            <a:avLst>
              <a:gd name="adj1" fmla="val 100000"/>
              <a:gd name="adj2" fmla="val 38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Architecture T3.3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C6C46EE-8985-117C-CD86-B66D1DA4C8D5}"/>
              </a:ext>
            </a:extLst>
          </p:cNvPr>
          <p:cNvSpPr/>
          <p:nvPr/>
        </p:nvSpPr>
        <p:spPr>
          <a:xfrm rot="20716651">
            <a:off x="7826397" y="2869649"/>
            <a:ext cx="2245275" cy="272333"/>
          </a:xfrm>
          <a:prstGeom prst="rightArrow">
            <a:avLst>
              <a:gd name="adj1" fmla="val 100000"/>
              <a:gd name="adj2" fmla="val 38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Data/test T3.4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2BC4FB1-580D-9DB7-6C61-453C7FA10DC9}"/>
              </a:ext>
            </a:extLst>
          </p:cNvPr>
          <p:cNvSpPr/>
          <p:nvPr/>
        </p:nvSpPr>
        <p:spPr>
          <a:xfrm rot="20716651" flipH="1">
            <a:off x="5422370" y="2852561"/>
            <a:ext cx="4615275" cy="279812"/>
          </a:xfrm>
          <a:prstGeom prst="rightArrow">
            <a:avLst>
              <a:gd name="adj1" fmla="val 100000"/>
              <a:gd name="adj2" fmla="val 38139"/>
            </a:avLst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rgbClr val="0A3041"/>
                </a:solidFill>
              </a:rPr>
              <a:t>Refine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8837C4E-FC8E-DAEF-CDB6-DAA5C3CB0A2F}"/>
              </a:ext>
            </a:extLst>
          </p:cNvPr>
          <p:cNvSpPr/>
          <p:nvPr/>
        </p:nvSpPr>
        <p:spPr>
          <a:xfrm rot="731630">
            <a:off x="5638100" y="4597420"/>
            <a:ext cx="4525059" cy="495610"/>
          </a:xfrm>
          <a:prstGeom prst="rightArrow">
            <a:avLst>
              <a:gd name="adj1" fmla="val 100000"/>
              <a:gd name="adj2" fmla="val 38139"/>
            </a:avLst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rgbClr val="0A3041"/>
                </a:solidFill>
              </a:rPr>
              <a:t>Demo (T6.3)</a:t>
            </a:r>
          </a:p>
        </p:txBody>
      </p:sp>
    </p:spTree>
    <p:extLst>
      <p:ext uri="{BB962C8B-B14F-4D97-AF65-F5344CB8AC3E}">
        <p14:creationId xmlns:p14="http://schemas.microsoft.com/office/powerpoint/2010/main" val="2387918363"/>
      </p:ext>
    </p:extLst>
  </p:cSld>
  <p:clrMapOvr>
    <a:masterClrMapping/>
  </p:clrMapOvr>
</p:sld>
</file>

<file path=ppt/theme/theme1.xml><?xml version="1.0" encoding="utf-8"?>
<a:theme xmlns:a="http://schemas.openxmlformats.org/drawingml/2006/main" name="2_Front pag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08b43f-bfac-4116-ae2f-2654f04dc4f2">
      <Terms xmlns="http://schemas.microsoft.com/office/infopath/2007/PartnerControls"/>
    </lcf76f155ced4ddcb4097134ff3c332f>
    <TaxCatchAll xmlns="f05f1c5d-c52e-4d54-83d1-a52e4aeefd5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4F42BB571C174A8CFFD983452FCC05" ma:contentTypeVersion="12" ma:contentTypeDescription="Create a new document." ma:contentTypeScope="" ma:versionID="be7498dd9c4512a837f461ead69e4c34">
  <xsd:schema xmlns:xsd="http://www.w3.org/2001/XMLSchema" xmlns:xs="http://www.w3.org/2001/XMLSchema" xmlns:p="http://schemas.microsoft.com/office/2006/metadata/properties" xmlns:ns2="d608b43f-bfac-4116-ae2f-2654f04dc4f2" xmlns:ns3="f05f1c5d-c52e-4d54-83d1-a52e4aeefd52" targetNamespace="http://schemas.microsoft.com/office/2006/metadata/properties" ma:root="true" ma:fieldsID="07f14bcc0f87e48c34d5d33dedee0072" ns2:_="" ns3:_="">
    <xsd:import namespace="d608b43f-bfac-4116-ae2f-2654f04dc4f2"/>
    <xsd:import namespace="f05f1c5d-c52e-4d54-83d1-a52e4aeefd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8b43f-bfac-4116-ae2f-2654f04dc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1a16348-86a9-4153-a534-716e536704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f1c5d-c52e-4d54-83d1-a52e4aeefd5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be773a3-2a48-487a-a9d1-73543309e2e9}" ma:internalName="TaxCatchAll" ma:showField="CatchAllData" ma:web="f05f1c5d-c52e-4d54-83d1-a52e4aeefd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5CE71B-3D00-4AFA-88CF-EB81088C1908}">
  <ds:schemaRefs>
    <ds:schemaRef ds:uri="d608b43f-bfac-4116-ae2f-2654f04dc4f2"/>
    <ds:schemaRef ds:uri="f05f1c5d-c52e-4d54-83d1-a52e4aeefd5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29F842E-0721-4A0C-9613-9D8459457124}">
  <ds:schemaRefs>
    <ds:schemaRef ds:uri="d608b43f-bfac-4116-ae2f-2654f04dc4f2"/>
    <ds:schemaRef ds:uri="f05f1c5d-c52e-4d54-83d1-a52e4aeefd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C287254-87EB-44FE-8FF1-B8221E7104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2_Front page</vt:lpstr>
      <vt:lpstr>Θέμα του Office</vt:lpstr>
      <vt:lpstr>T3.2</vt:lpstr>
      <vt:lpstr>Timeline</vt:lpstr>
      <vt:lpstr>Task Intro</vt:lpstr>
      <vt:lpstr>Pilot 1: Manufacturing</vt:lpstr>
      <vt:lpstr>Requirements overview – pilot 1</vt:lpstr>
      <vt:lpstr>Pilot 2: Automotive</vt:lpstr>
      <vt:lpstr>Requirements overview – pilot 2</vt:lpstr>
      <vt:lpstr>UC2.1 - UC2.2 cooperation/link</vt:lpstr>
      <vt:lpstr>Requirements overview/highlights</vt:lpstr>
      <vt:lpstr>Requirements “flow”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ASTERIOS STROUMPOULIS</dc:creator>
  <cp:revision>154</cp:revision>
  <dcterms:created xsi:type="dcterms:W3CDTF">2024-04-26T17:52:46Z</dcterms:created>
  <dcterms:modified xsi:type="dcterms:W3CDTF">2025-03-27T17:13:54Z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0x010100314F42BB571C174A8CFFD983452FCC05</vt:lpwstr>
  </property>
  <property fmtid="{D5CDD505-2E9C-101B-9397-08002B2CF9AE}" pid="3" name="MediaServiceImageTags">
    <vt:lpwstr/>
  </property>
</Properties>
</file>