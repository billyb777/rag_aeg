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  <p:sldMasterId id="2147483654" r:id="rId5"/>
  </p:sldMasterIdLst>
  <p:notesMasterIdLst>
    <p:notesMasterId r:id="rId15"/>
  </p:notesMasterIdLst>
  <p:sldIdLst>
    <p:sldId id="256" r:id="rId6"/>
    <p:sldId id="276" r:id="rId7"/>
    <p:sldId id="277" r:id="rId8"/>
    <p:sldId id="278" r:id="rId9"/>
    <p:sldId id="263" r:id="rId10"/>
    <p:sldId id="270" r:id="rId11"/>
    <p:sldId id="275" r:id="rId12"/>
    <p:sldId id="261" r:id="rId13"/>
    <p:sldId id="259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9" roundtripDataSignature="AMtx7mghzUo9/Mq5C9LLPzUwJ0qEC6lN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7BE"/>
    <a:srgbClr val="00646E"/>
    <a:srgbClr val="4C4C68"/>
    <a:srgbClr val="553BA3"/>
    <a:srgbClr val="00BEDC"/>
    <a:srgbClr val="0B71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8B5A9F-8E25-F3B2-1FB3-747F6C993E1C}" v="2" dt="2025-03-29T22:21:47.004"/>
    <p1510:client id="{A1AFEDEF-8D1D-314B-A631-FEEE9206A052}" v="931" dt="2025-03-28T14:26:19.947"/>
    <p1510:client id="{E288942D-B2B9-DF84-1118-93B22E3245E0}" v="1" dt="2025-03-29T22:21:26.6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3" Type="http://schemas.openxmlformats.org/officeDocument/2006/relationships/customXml" Target="../customXml/item3.xml"/><Relationship Id="rId34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29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eo.salvatori" userId="S::matteo.salvatori_telefonica.com#ext#@ntuagr.onmicrosoft.com::211f32ef-8313-4a53-9553-f4fab9b1e3d4" providerId="AD" clId="Web-{E288942D-B2B9-DF84-1118-93B22E3245E0}"/>
    <pc:docChg chg="modSld">
      <pc:chgData name="matteo.salvatori" userId="S::matteo.salvatori_telefonica.com#ext#@ntuagr.onmicrosoft.com::211f32ef-8313-4a53-9553-f4fab9b1e3d4" providerId="AD" clId="Web-{E288942D-B2B9-DF84-1118-93B22E3245E0}" dt="2025-03-29T22:21:26.694" v="0" actId="1076"/>
      <pc:docMkLst>
        <pc:docMk/>
      </pc:docMkLst>
      <pc:sldChg chg="modSp">
        <pc:chgData name="matteo.salvatori" userId="S::matteo.salvatori_telefonica.com#ext#@ntuagr.onmicrosoft.com::211f32ef-8313-4a53-9553-f4fab9b1e3d4" providerId="AD" clId="Web-{E288942D-B2B9-DF84-1118-93B22E3245E0}" dt="2025-03-29T22:21:26.694" v="0" actId="1076"/>
        <pc:sldMkLst>
          <pc:docMk/>
          <pc:sldMk cId="1568664282" sldId="278"/>
        </pc:sldMkLst>
        <pc:picChg chg="mod">
          <ac:chgData name="matteo.salvatori" userId="S::matteo.salvatori_telefonica.com#ext#@ntuagr.onmicrosoft.com::211f32ef-8313-4a53-9553-f4fab9b1e3d4" providerId="AD" clId="Web-{E288942D-B2B9-DF84-1118-93B22E3245E0}" dt="2025-03-29T22:21:26.694" v="0" actId="1076"/>
          <ac:picMkLst>
            <pc:docMk/>
            <pc:sldMk cId="1568664282" sldId="278"/>
            <ac:picMk id="19" creationId="{BE725605-696B-6A51-8296-15AD387CD96F}"/>
          </ac:picMkLst>
        </pc:picChg>
      </pc:sldChg>
    </pc:docChg>
  </pc:docChgLst>
  <pc:docChgLst>
    <pc:chgData name="Ziller, Andreas (FT RPD CED INW-DE)" userId="397c2c94-111a-4daf-b3c2-26e7e2877cd2" providerId="ADAL" clId="{A1AFEDEF-8D1D-314B-A631-FEEE9206A052}"/>
    <pc:docChg chg="undo redo custSel addSld delSld modSld sldOrd delMainMaster modMainMaster">
      <pc:chgData name="Ziller, Andreas (FT RPD CED INW-DE)" userId="397c2c94-111a-4daf-b3c2-26e7e2877cd2" providerId="ADAL" clId="{A1AFEDEF-8D1D-314B-A631-FEEE9206A052}" dt="2025-03-28T14:26:24.933" v="5882" actId="2696"/>
      <pc:docMkLst>
        <pc:docMk/>
      </pc:docMkLst>
      <pc:sldChg chg="add ord setBg">
        <pc:chgData name="Ziller, Andreas (FT RPD CED INW-DE)" userId="397c2c94-111a-4daf-b3c2-26e7e2877cd2" providerId="ADAL" clId="{A1AFEDEF-8D1D-314B-A631-FEEE9206A052}" dt="2025-03-26T16:12:09.837" v="3538" actId="20578"/>
        <pc:sldMkLst>
          <pc:docMk/>
          <pc:sldMk cId="0" sldId="259"/>
        </pc:sldMkLst>
      </pc:sldChg>
      <pc:sldChg chg="addSp delSp modSp mod modAnim">
        <pc:chgData name="Ziller, Andreas (FT RPD CED INW-DE)" userId="397c2c94-111a-4daf-b3c2-26e7e2877cd2" providerId="ADAL" clId="{A1AFEDEF-8D1D-314B-A631-FEEE9206A052}" dt="2025-03-28T13:51:13.759" v="5072"/>
        <pc:sldMkLst>
          <pc:docMk/>
          <pc:sldMk cId="3631419491" sldId="263"/>
        </pc:sldMkLst>
        <pc:spChg chg="mod">
          <ac:chgData name="Ziller, Andreas (FT RPD CED INW-DE)" userId="397c2c94-111a-4daf-b3c2-26e7e2877cd2" providerId="ADAL" clId="{A1AFEDEF-8D1D-314B-A631-FEEE9206A052}" dt="2025-03-26T07:29:52.665" v="3523" actId="1076"/>
          <ac:spMkLst>
            <pc:docMk/>
            <pc:sldMk cId="3631419491" sldId="263"/>
            <ac:spMk id="2" creationId="{73B4D362-157C-960F-9FB6-86B79D7DC4E2}"/>
          </ac:spMkLst>
        </pc:spChg>
        <pc:spChg chg="add mod">
          <ac:chgData name="Ziller, Andreas (FT RPD CED INW-DE)" userId="397c2c94-111a-4daf-b3c2-26e7e2877cd2" providerId="ADAL" clId="{A1AFEDEF-8D1D-314B-A631-FEEE9206A052}" dt="2025-03-28T13:45:34.625" v="5052" actId="20577"/>
          <ac:spMkLst>
            <pc:docMk/>
            <pc:sldMk cId="3631419491" sldId="263"/>
            <ac:spMk id="3" creationId="{23EDDBAB-4F2D-B716-6F42-2460D9A76950}"/>
          </ac:spMkLst>
        </pc:spChg>
        <pc:spChg chg="add mod topLvl">
          <ac:chgData name="Ziller, Andreas (FT RPD CED INW-DE)" userId="397c2c94-111a-4daf-b3c2-26e7e2877cd2" providerId="ADAL" clId="{A1AFEDEF-8D1D-314B-A631-FEEE9206A052}" dt="2025-03-28T13:27:36.847" v="4814" actId="1076"/>
          <ac:spMkLst>
            <pc:docMk/>
            <pc:sldMk cId="3631419491" sldId="263"/>
            <ac:spMk id="4" creationId="{1B79E3D2-FF1E-9BB6-FCFB-261E957B7E9A}"/>
          </ac:spMkLst>
        </pc:spChg>
        <pc:spChg chg="add mod">
          <ac:chgData name="Ziller, Andreas (FT RPD CED INW-DE)" userId="397c2c94-111a-4daf-b3c2-26e7e2877cd2" providerId="ADAL" clId="{A1AFEDEF-8D1D-314B-A631-FEEE9206A052}" dt="2025-03-28T13:03:26.064" v="4497"/>
          <ac:spMkLst>
            <pc:docMk/>
            <pc:sldMk cId="3631419491" sldId="263"/>
            <ac:spMk id="5" creationId="{0C8C48DA-43AE-5172-0A86-683DB3A73839}"/>
          </ac:spMkLst>
        </pc:spChg>
        <pc:spChg chg="add mod topLvl">
          <ac:chgData name="Ziller, Andreas (FT RPD CED INW-DE)" userId="397c2c94-111a-4daf-b3c2-26e7e2877cd2" providerId="ADAL" clId="{A1AFEDEF-8D1D-314B-A631-FEEE9206A052}" dt="2025-03-28T13:49:42.002" v="5065" actId="242"/>
          <ac:spMkLst>
            <pc:docMk/>
            <pc:sldMk cId="3631419491" sldId="263"/>
            <ac:spMk id="7" creationId="{A13EC6F6-A720-C86A-9CA7-22B648EF7BA1}"/>
          </ac:spMkLst>
        </pc:spChg>
        <pc:spChg chg="mod topLvl">
          <ac:chgData name="Ziller, Andreas (FT RPD CED INW-DE)" userId="397c2c94-111a-4daf-b3c2-26e7e2877cd2" providerId="ADAL" clId="{A1AFEDEF-8D1D-314B-A631-FEEE9206A052}" dt="2025-03-26T07:30:16.984" v="3529" actId="1076"/>
          <ac:spMkLst>
            <pc:docMk/>
            <pc:sldMk cId="3631419491" sldId="263"/>
            <ac:spMk id="28" creationId="{C5536074-3638-348E-084C-CDCED42EAA3A}"/>
          </ac:spMkLst>
        </pc:spChg>
        <pc:spChg chg="mod topLvl">
          <ac:chgData name="Ziller, Andreas (FT RPD CED INW-DE)" userId="397c2c94-111a-4daf-b3c2-26e7e2877cd2" providerId="ADAL" clId="{A1AFEDEF-8D1D-314B-A631-FEEE9206A052}" dt="2025-03-28T13:49:42.630" v="5066" actId="242"/>
          <ac:spMkLst>
            <pc:docMk/>
            <pc:sldMk cId="3631419491" sldId="263"/>
            <ac:spMk id="29" creationId="{4AFC60A4-FF09-20FE-EA9C-7956A8D2EED3}"/>
          </ac:spMkLst>
        </pc:spChg>
        <pc:spChg chg="add mod">
          <ac:chgData name="Ziller, Andreas (FT RPD CED INW-DE)" userId="397c2c94-111a-4daf-b3c2-26e7e2877cd2" providerId="ADAL" clId="{A1AFEDEF-8D1D-314B-A631-FEEE9206A052}" dt="2025-03-25T11:51:57.452" v="2481"/>
          <ac:spMkLst>
            <pc:docMk/>
            <pc:sldMk cId="3631419491" sldId="263"/>
            <ac:spMk id="36" creationId="{71482797-0251-AA0E-EE6F-41F38DDA0A15}"/>
          </ac:spMkLst>
        </pc:spChg>
        <pc:spChg chg="add mod">
          <ac:chgData name="Ziller, Andreas (FT RPD CED INW-DE)" userId="397c2c94-111a-4daf-b3c2-26e7e2877cd2" providerId="ADAL" clId="{A1AFEDEF-8D1D-314B-A631-FEEE9206A052}" dt="2025-03-28T13:50:55.118" v="5069"/>
          <ac:spMkLst>
            <pc:docMk/>
            <pc:sldMk cId="3631419491" sldId="263"/>
            <ac:spMk id="37" creationId="{68D6472C-0C69-FF70-5C81-42273ADA2235}"/>
          </ac:spMkLst>
        </pc:spChg>
        <pc:spChg chg="add mod">
          <ac:chgData name="Ziller, Andreas (FT RPD CED INW-DE)" userId="397c2c94-111a-4daf-b3c2-26e7e2877cd2" providerId="ADAL" clId="{A1AFEDEF-8D1D-314B-A631-FEEE9206A052}" dt="2025-03-28T13:27:36.847" v="4814" actId="1076"/>
          <ac:spMkLst>
            <pc:docMk/>
            <pc:sldMk cId="3631419491" sldId="263"/>
            <ac:spMk id="41" creationId="{597A57AC-C713-2B72-1238-3ADB61A82B2C}"/>
          </ac:spMkLst>
        </pc:spChg>
        <pc:spChg chg="add mod">
          <ac:chgData name="Ziller, Andreas (FT RPD CED INW-DE)" userId="397c2c94-111a-4daf-b3c2-26e7e2877cd2" providerId="ADAL" clId="{A1AFEDEF-8D1D-314B-A631-FEEE9206A052}" dt="2025-03-28T13:51:13.759" v="5072"/>
          <ac:spMkLst>
            <pc:docMk/>
            <pc:sldMk cId="3631419491" sldId="263"/>
            <ac:spMk id="42" creationId="{1AE99F54-BBC1-EB9A-C1D4-9030A7F7980A}"/>
          </ac:spMkLst>
        </pc:spChg>
        <pc:spChg chg="add mod">
          <ac:chgData name="Ziller, Andreas (FT RPD CED INW-DE)" userId="397c2c94-111a-4daf-b3c2-26e7e2877cd2" providerId="ADAL" clId="{A1AFEDEF-8D1D-314B-A631-FEEE9206A052}" dt="2025-03-28T13:27:36.847" v="4814" actId="1076"/>
          <ac:spMkLst>
            <pc:docMk/>
            <pc:sldMk cId="3631419491" sldId="263"/>
            <ac:spMk id="44" creationId="{80D5E837-25E1-CD27-EE7D-98135DA34D2E}"/>
          </ac:spMkLst>
        </pc:spChg>
        <pc:spChg chg="add mod">
          <ac:chgData name="Ziller, Andreas (FT RPD CED INW-DE)" userId="397c2c94-111a-4daf-b3c2-26e7e2877cd2" providerId="ADAL" clId="{A1AFEDEF-8D1D-314B-A631-FEEE9206A052}" dt="2025-03-26T07:30:16.984" v="3529" actId="1076"/>
          <ac:spMkLst>
            <pc:docMk/>
            <pc:sldMk cId="3631419491" sldId="263"/>
            <ac:spMk id="45" creationId="{3DBDD115-EAFA-4F2E-4CC1-E8AB97D0E34F}"/>
          </ac:spMkLst>
        </pc:spChg>
        <pc:spChg chg="add mod">
          <ac:chgData name="Ziller, Andreas (FT RPD CED INW-DE)" userId="397c2c94-111a-4daf-b3c2-26e7e2877cd2" providerId="ADAL" clId="{A1AFEDEF-8D1D-314B-A631-FEEE9206A052}" dt="2025-03-28T13:27:36.847" v="4814" actId="1076"/>
          <ac:spMkLst>
            <pc:docMk/>
            <pc:sldMk cId="3631419491" sldId="263"/>
            <ac:spMk id="46" creationId="{9DCD450D-C257-14BC-5AFF-9D8F32E1CA53}"/>
          </ac:spMkLst>
        </pc:spChg>
        <pc:spChg chg="add mod">
          <ac:chgData name="Ziller, Andreas (FT RPD CED INW-DE)" userId="397c2c94-111a-4daf-b3c2-26e7e2877cd2" providerId="ADAL" clId="{A1AFEDEF-8D1D-314B-A631-FEEE9206A052}" dt="2025-03-28T13:27:36.847" v="4814" actId="1076"/>
          <ac:spMkLst>
            <pc:docMk/>
            <pc:sldMk cId="3631419491" sldId="263"/>
            <ac:spMk id="47" creationId="{49028F9C-AD64-3BC2-677A-3D85E1518AD6}"/>
          </ac:spMkLst>
        </pc:spChg>
        <pc:spChg chg="add mod">
          <ac:chgData name="Ziller, Andreas (FT RPD CED INW-DE)" userId="397c2c94-111a-4daf-b3c2-26e7e2877cd2" providerId="ADAL" clId="{A1AFEDEF-8D1D-314B-A631-FEEE9206A052}" dt="2025-03-26T07:30:07.726" v="3527" actId="1076"/>
          <ac:spMkLst>
            <pc:docMk/>
            <pc:sldMk cId="3631419491" sldId="263"/>
            <ac:spMk id="48" creationId="{950BCA3F-4111-C37C-F699-61FB01B44C22}"/>
          </ac:spMkLst>
        </pc:spChg>
        <pc:spChg chg="add mod">
          <ac:chgData name="Ziller, Andreas (FT RPD CED INW-DE)" userId="397c2c94-111a-4daf-b3c2-26e7e2877cd2" providerId="ADAL" clId="{A1AFEDEF-8D1D-314B-A631-FEEE9206A052}" dt="2025-03-28T13:27:36.847" v="4814" actId="1076"/>
          <ac:spMkLst>
            <pc:docMk/>
            <pc:sldMk cId="3631419491" sldId="263"/>
            <ac:spMk id="49" creationId="{55AF7C08-469A-567A-197C-3550F1BA4092}"/>
          </ac:spMkLst>
        </pc:spChg>
        <pc:spChg chg="add mod">
          <ac:chgData name="Ziller, Andreas (FT RPD CED INW-DE)" userId="397c2c94-111a-4daf-b3c2-26e7e2877cd2" providerId="ADAL" clId="{A1AFEDEF-8D1D-314B-A631-FEEE9206A052}" dt="2025-03-28T13:27:36.847" v="4814" actId="1076"/>
          <ac:spMkLst>
            <pc:docMk/>
            <pc:sldMk cId="3631419491" sldId="263"/>
            <ac:spMk id="50" creationId="{446C3B2E-C8E3-206A-20DD-EBD9F2AC56FB}"/>
          </ac:spMkLst>
        </pc:spChg>
        <pc:spChg chg="add mod">
          <ac:chgData name="Ziller, Andreas (FT RPD CED INW-DE)" userId="397c2c94-111a-4daf-b3c2-26e7e2877cd2" providerId="ADAL" clId="{A1AFEDEF-8D1D-314B-A631-FEEE9206A052}" dt="2025-03-28T13:27:36.847" v="4814" actId="1076"/>
          <ac:spMkLst>
            <pc:docMk/>
            <pc:sldMk cId="3631419491" sldId="263"/>
            <ac:spMk id="51" creationId="{A060649F-4667-8110-A275-DE6CB8ADFB0B}"/>
          </ac:spMkLst>
        </pc:spChg>
        <pc:spChg chg="add del mod">
          <ac:chgData name="Ziller, Andreas (FT RPD CED INW-DE)" userId="397c2c94-111a-4daf-b3c2-26e7e2877cd2" providerId="ADAL" clId="{A1AFEDEF-8D1D-314B-A631-FEEE9206A052}" dt="2025-03-28T13:27:25.502" v="4813" actId="1076"/>
          <ac:spMkLst>
            <pc:docMk/>
            <pc:sldMk cId="3631419491" sldId="263"/>
            <ac:spMk id="54" creationId="{79B913B5-92C4-9FC2-0E2E-428867CB2D00}"/>
          </ac:spMkLst>
        </pc:spChg>
        <pc:spChg chg="add del mod">
          <ac:chgData name="Ziller, Andreas (FT RPD CED INW-DE)" userId="397c2c94-111a-4daf-b3c2-26e7e2877cd2" providerId="ADAL" clId="{A1AFEDEF-8D1D-314B-A631-FEEE9206A052}" dt="2025-03-26T07:29:52.665" v="3523" actId="1076"/>
          <ac:spMkLst>
            <pc:docMk/>
            <pc:sldMk cId="3631419491" sldId="263"/>
            <ac:spMk id="61" creationId="{835CCAB1-73C1-B3AB-11C5-BFC929E7AD37}"/>
          </ac:spMkLst>
        </pc:spChg>
        <pc:spChg chg="add mod">
          <ac:chgData name="Ziller, Andreas (FT RPD CED INW-DE)" userId="397c2c94-111a-4daf-b3c2-26e7e2877cd2" providerId="ADAL" clId="{A1AFEDEF-8D1D-314B-A631-FEEE9206A052}" dt="2025-03-26T07:30:16.984" v="3529" actId="1076"/>
          <ac:spMkLst>
            <pc:docMk/>
            <pc:sldMk cId="3631419491" sldId="263"/>
            <ac:spMk id="62" creationId="{88644683-DBE6-A8A9-A62E-0CEE6BAEADAC}"/>
          </ac:spMkLst>
        </pc:spChg>
        <pc:spChg chg="add mod">
          <ac:chgData name="Ziller, Andreas (FT RPD CED INW-DE)" userId="397c2c94-111a-4daf-b3c2-26e7e2877cd2" providerId="ADAL" clId="{A1AFEDEF-8D1D-314B-A631-FEEE9206A052}" dt="2025-03-26T07:30:07.726" v="3527" actId="1076"/>
          <ac:spMkLst>
            <pc:docMk/>
            <pc:sldMk cId="3631419491" sldId="263"/>
            <ac:spMk id="63" creationId="{205AFF19-BD8A-CFE6-32E1-A83711206688}"/>
          </ac:spMkLst>
        </pc:spChg>
        <pc:spChg chg="add mod">
          <ac:chgData name="Ziller, Andreas (FT RPD CED INW-DE)" userId="397c2c94-111a-4daf-b3c2-26e7e2877cd2" providerId="ADAL" clId="{A1AFEDEF-8D1D-314B-A631-FEEE9206A052}" dt="2025-03-26T07:30:07.726" v="3527" actId="1076"/>
          <ac:spMkLst>
            <pc:docMk/>
            <pc:sldMk cId="3631419491" sldId="263"/>
            <ac:spMk id="1024" creationId="{D006798D-3156-83FC-C457-3E1AF0777779}"/>
          </ac:spMkLst>
        </pc:spChg>
        <pc:spChg chg="add mod">
          <ac:chgData name="Ziller, Andreas (FT RPD CED INW-DE)" userId="397c2c94-111a-4daf-b3c2-26e7e2877cd2" providerId="ADAL" clId="{A1AFEDEF-8D1D-314B-A631-FEEE9206A052}" dt="2025-03-26T07:30:16.984" v="3529" actId="1076"/>
          <ac:spMkLst>
            <pc:docMk/>
            <pc:sldMk cId="3631419491" sldId="263"/>
            <ac:spMk id="1025" creationId="{E50920FF-1CE2-EAB2-6512-89F3FBE4766C}"/>
          </ac:spMkLst>
        </pc:spChg>
        <pc:grpChg chg="mod">
          <ac:chgData name="Ziller, Andreas (FT RPD CED INW-DE)" userId="397c2c94-111a-4daf-b3c2-26e7e2877cd2" providerId="ADAL" clId="{A1AFEDEF-8D1D-314B-A631-FEEE9206A052}" dt="2025-03-28T13:10:16.624" v="4773" actId="1076"/>
          <ac:grpSpMkLst>
            <pc:docMk/>
            <pc:sldMk cId="3631419491" sldId="263"/>
            <ac:grpSpMk id="52" creationId="{FB269D0E-EB11-DDB3-BF15-5393E7019B85}"/>
          </ac:grpSpMkLst>
        </pc:grpChg>
        <pc:picChg chg="add del mod">
          <ac:chgData name="Ziller, Andreas (FT RPD CED INW-DE)" userId="397c2c94-111a-4daf-b3c2-26e7e2877cd2" providerId="ADAL" clId="{A1AFEDEF-8D1D-314B-A631-FEEE9206A052}" dt="2025-03-28T13:27:07.212" v="4811" actId="1076"/>
          <ac:picMkLst>
            <pc:docMk/>
            <pc:sldMk cId="3631419491" sldId="263"/>
            <ac:picMk id="1032" creationId="{65F700EB-A16C-34BA-4D84-A241FF310B65}"/>
          </ac:picMkLst>
        </pc:picChg>
      </pc:sldChg>
      <pc:sldChg chg="modSp del mod ord">
        <pc:chgData name="Ziller, Andreas (FT RPD CED INW-DE)" userId="397c2c94-111a-4daf-b3c2-26e7e2877cd2" providerId="ADAL" clId="{A1AFEDEF-8D1D-314B-A631-FEEE9206A052}" dt="2025-03-25T13:25:02.910" v="3183" actId="2696"/>
        <pc:sldMkLst>
          <pc:docMk/>
          <pc:sldMk cId="2234528699" sldId="264"/>
        </pc:sldMkLst>
      </pc:sldChg>
      <pc:sldChg chg="add del">
        <pc:chgData name="Ziller, Andreas (FT RPD CED INW-DE)" userId="397c2c94-111a-4daf-b3c2-26e7e2877cd2" providerId="ADAL" clId="{A1AFEDEF-8D1D-314B-A631-FEEE9206A052}" dt="2025-03-25T11:02:24.694" v="581" actId="2696"/>
        <pc:sldMkLst>
          <pc:docMk/>
          <pc:sldMk cId="2882175636" sldId="265"/>
        </pc:sldMkLst>
      </pc:sldChg>
      <pc:sldChg chg="addSp delSp modSp new del mod modClrScheme chgLayout">
        <pc:chgData name="Ziller, Andreas (FT RPD CED INW-DE)" userId="397c2c94-111a-4daf-b3c2-26e7e2877cd2" providerId="ADAL" clId="{A1AFEDEF-8D1D-314B-A631-FEEE9206A052}" dt="2025-03-28T12:52:38.856" v="4438" actId="2696"/>
        <pc:sldMkLst>
          <pc:docMk/>
          <pc:sldMk cId="4096305012" sldId="265"/>
        </pc:sldMkLst>
      </pc:sldChg>
      <pc:sldChg chg="new del">
        <pc:chgData name="Ziller, Andreas (FT RPD CED INW-DE)" userId="397c2c94-111a-4daf-b3c2-26e7e2877cd2" providerId="ADAL" clId="{A1AFEDEF-8D1D-314B-A631-FEEE9206A052}" dt="2025-03-25T13:16:38.799" v="2905" actId="2696"/>
        <pc:sldMkLst>
          <pc:docMk/>
          <pc:sldMk cId="2105258869" sldId="266"/>
        </pc:sldMkLst>
      </pc:sldChg>
      <pc:sldChg chg="addSp delSp modSp add del mod ord setBg delAnim modAnim chgLayout">
        <pc:chgData name="Ziller, Andreas (FT RPD CED INW-DE)" userId="397c2c94-111a-4daf-b3c2-26e7e2877cd2" providerId="ADAL" clId="{A1AFEDEF-8D1D-314B-A631-FEEE9206A052}" dt="2025-03-28T14:25:55.553" v="5878" actId="2696"/>
        <pc:sldMkLst>
          <pc:docMk/>
          <pc:sldMk cId="2270012144" sldId="268"/>
        </pc:sldMkLst>
        <pc:spChg chg="add del mod ord">
          <ac:chgData name="Ziller, Andreas (FT RPD CED INW-DE)" userId="397c2c94-111a-4daf-b3c2-26e7e2877cd2" providerId="ADAL" clId="{A1AFEDEF-8D1D-314B-A631-FEEE9206A052}" dt="2025-03-28T14:19:18.377" v="5832" actId="478"/>
          <ac:spMkLst>
            <pc:docMk/>
            <pc:sldMk cId="2270012144" sldId="268"/>
            <ac:spMk id="3" creationId="{90402240-168B-9F88-CF9E-B0BF8B652D78}"/>
          </ac:spMkLst>
        </pc:spChg>
        <pc:spChg chg="add mod">
          <ac:chgData name="Ziller, Andreas (FT RPD CED INW-DE)" userId="397c2c94-111a-4daf-b3c2-26e7e2877cd2" providerId="ADAL" clId="{A1AFEDEF-8D1D-314B-A631-FEEE9206A052}" dt="2025-03-28T10:20:22.659" v="3786" actId="20577"/>
          <ac:spMkLst>
            <pc:docMk/>
            <pc:sldMk cId="2270012144" sldId="268"/>
            <ac:spMk id="16" creationId="{90549093-291A-1F4E-9230-84FB67E42AF5}"/>
          </ac:spMkLst>
        </pc:spChg>
        <pc:spChg chg="add mod">
          <ac:chgData name="Ziller, Andreas (FT RPD CED INW-DE)" userId="397c2c94-111a-4daf-b3c2-26e7e2877cd2" providerId="ADAL" clId="{A1AFEDEF-8D1D-314B-A631-FEEE9206A052}" dt="2025-03-28T10:20:25.900" v="3788" actId="20577"/>
          <ac:spMkLst>
            <pc:docMk/>
            <pc:sldMk cId="2270012144" sldId="268"/>
            <ac:spMk id="17" creationId="{0EC7AA90-4385-1AB0-F721-FB1EC79879DB}"/>
          </ac:spMkLst>
        </pc:spChg>
        <pc:spChg chg="mod">
          <ac:chgData name="Ziller, Andreas (FT RPD CED INW-DE)" userId="397c2c94-111a-4daf-b3c2-26e7e2877cd2" providerId="ADAL" clId="{A1AFEDEF-8D1D-314B-A631-FEEE9206A052}" dt="2025-03-28T10:19:58.800" v="3780" actId="14100"/>
          <ac:spMkLst>
            <pc:docMk/>
            <pc:sldMk cId="2270012144" sldId="268"/>
            <ac:spMk id="55" creationId="{42B7D7E8-97BD-A467-A4E2-345593D8D361}"/>
          </ac:spMkLst>
        </pc:spChg>
        <pc:spChg chg="mod">
          <ac:chgData name="Ziller, Andreas (FT RPD CED INW-DE)" userId="397c2c94-111a-4daf-b3c2-26e7e2877cd2" providerId="ADAL" clId="{A1AFEDEF-8D1D-314B-A631-FEEE9206A052}" dt="2025-03-28T10:20:05.294" v="3782" actId="1076"/>
          <ac:spMkLst>
            <pc:docMk/>
            <pc:sldMk cId="2270012144" sldId="268"/>
            <ac:spMk id="60" creationId="{22C07D48-2240-4B3F-EF9C-9F714096B499}"/>
          </ac:spMkLst>
        </pc:spChg>
        <pc:spChg chg="mod">
          <ac:chgData name="Ziller, Andreas (FT RPD CED INW-DE)" userId="397c2c94-111a-4daf-b3c2-26e7e2877cd2" providerId="ADAL" clId="{A1AFEDEF-8D1D-314B-A631-FEEE9206A052}" dt="2025-03-28T10:20:31.411" v="3790" actId="20577"/>
          <ac:spMkLst>
            <pc:docMk/>
            <pc:sldMk cId="2270012144" sldId="268"/>
            <ac:spMk id="131" creationId="{7593D5C7-D711-6C5B-19E9-4FACC28762DE}"/>
          </ac:spMkLst>
        </pc:spChg>
        <pc:spChg chg="mod">
          <ac:chgData name="Ziller, Andreas (FT RPD CED INW-DE)" userId="397c2c94-111a-4daf-b3c2-26e7e2877cd2" providerId="ADAL" clId="{A1AFEDEF-8D1D-314B-A631-FEEE9206A052}" dt="2025-03-28T10:05:46.700" v="3705" actId="164"/>
          <ac:spMkLst>
            <pc:docMk/>
            <pc:sldMk cId="2270012144" sldId="268"/>
            <ac:spMk id="132" creationId="{437B7565-EBCB-9D16-8BCF-D8D9D9E26BB5}"/>
          </ac:spMkLst>
        </pc:spChg>
        <pc:spChg chg="mod ord">
          <ac:chgData name="Ziller, Andreas (FT RPD CED INW-DE)" userId="397c2c94-111a-4daf-b3c2-26e7e2877cd2" providerId="ADAL" clId="{A1AFEDEF-8D1D-314B-A631-FEEE9206A052}" dt="2025-03-28T14:19:13.724" v="5831" actId="700"/>
          <ac:spMkLst>
            <pc:docMk/>
            <pc:sldMk cId="2270012144" sldId="268"/>
            <ac:spMk id="159" creationId="{00000000-0000-0000-0000-000000000000}"/>
          </ac:spMkLst>
        </pc:spChg>
        <pc:spChg chg="mod">
          <ac:chgData name="Ziller, Andreas (FT RPD CED INW-DE)" userId="397c2c94-111a-4daf-b3c2-26e7e2877cd2" providerId="ADAL" clId="{A1AFEDEF-8D1D-314B-A631-FEEE9206A052}" dt="2025-03-28T10:17:48.681" v="3758" actId="12789"/>
          <ac:spMkLst>
            <pc:docMk/>
            <pc:sldMk cId="2270012144" sldId="268"/>
            <ac:spMk id="164" creationId="{9CD19A23-2D02-26E3-28F1-4CCC7367C805}"/>
          </ac:spMkLst>
        </pc:spChg>
        <pc:grpChg chg="add mod">
          <ac:chgData name="Ziller, Andreas (FT RPD CED INW-DE)" userId="397c2c94-111a-4daf-b3c2-26e7e2877cd2" providerId="ADAL" clId="{A1AFEDEF-8D1D-314B-A631-FEEE9206A052}" dt="2025-03-28T10:05:46.700" v="3705" actId="164"/>
          <ac:grpSpMkLst>
            <pc:docMk/>
            <pc:sldMk cId="2270012144" sldId="268"/>
            <ac:grpSpMk id="2" creationId="{34EF74AB-C9CB-5503-7ADE-DA809E47AA15}"/>
          </ac:grpSpMkLst>
        </pc:grpChg>
        <pc:grpChg chg="add mod">
          <ac:chgData name="Ziller, Andreas (FT RPD CED INW-DE)" userId="397c2c94-111a-4daf-b3c2-26e7e2877cd2" providerId="ADAL" clId="{A1AFEDEF-8D1D-314B-A631-FEEE9206A052}" dt="2025-03-28T10:21:18.741" v="3793" actId="164"/>
          <ac:grpSpMkLst>
            <pc:docMk/>
            <pc:sldMk cId="2270012144" sldId="268"/>
            <ac:grpSpMk id="18" creationId="{85625C66-3900-9619-BC8D-0637D57C77DB}"/>
          </ac:grpSpMkLst>
        </pc:grpChg>
        <pc:picChg chg="mod">
          <ac:chgData name="Ziller, Andreas (FT RPD CED INW-DE)" userId="397c2c94-111a-4daf-b3c2-26e7e2877cd2" providerId="ADAL" clId="{A1AFEDEF-8D1D-314B-A631-FEEE9206A052}" dt="2025-03-28T10:05:46.700" v="3705" actId="164"/>
          <ac:picMkLst>
            <pc:docMk/>
            <pc:sldMk cId="2270012144" sldId="268"/>
            <ac:picMk id="54" creationId="{AE73BB39-334A-0905-CBA1-0771DF959E68}"/>
          </ac:picMkLst>
        </pc:picChg>
        <pc:picChg chg="mod">
          <ac:chgData name="Ziller, Andreas (FT RPD CED INW-DE)" userId="397c2c94-111a-4daf-b3c2-26e7e2877cd2" providerId="ADAL" clId="{A1AFEDEF-8D1D-314B-A631-FEEE9206A052}" dt="2025-03-28T10:25:18.557" v="3808" actId="166"/>
          <ac:picMkLst>
            <pc:docMk/>
            <pc:sldMk cId="2270012144" sldId="268"/>
            <ac:picMk id="135" creationId="{C2BB9E76-03E4-CB5D-6253-B1E151A18D22}"/>
          </ac:picMkLst>
        </pc:picChg>
        <pc:picChg chg="mod">
          <ac:chgData name="Ziller, Andreas (FT RPD CED INW-DE)" userId="397c2c94-111a-4daf-b3c2-26e7e2877cd2" providerId="ADAL" clId="{A1AFEDEF-8D1D-314B-A631-FEEE9206A052}" dt="2025-03-28T10:21:18.741" v="3793" actId="164"/>
          <ac:picMkLst>
            <pc:docMk/>
            <pc:sldMk cId="2270012144" sldId="268"/>
            <ac:picMk id="144" creationId="{7327B8DD-D01F-BB41-6458-98E6BCAD37D2}"/>
          </ac:picMkLst>
        </pc:picChg>
        <pc:cxnChg chg="add del mod">
          <ac:chgData name="Ziller, Andreas (FT RPD CED INW-DE)" userId="397c2c94-111a-4daf-b3c2-26e7e2877cd2" providerId="ADAL" clId="{A1AFEDEF-8D1D-314B-A631-FEEE9206A052}" dt="2025-03-28T10:13:24.970" v="3736" actId="478"/>
          <ac:cxnSpMkLst>
            <pc:docMk/>
            <pc:sldMk cId="2270012144" sldId="268"/>
            <ac:cxnSpMk id="3" creationId="{69FB652F-CEA0-D827-AB07-B7F896CCAB27}"/>
          </ac:cxnSpMkLst>
        </pc:cxnChg>
        <pc:cxnChg chg="add mod">
          <ac:chgData name="Ziller, Andreas (FT RPD CED INW-DE)" userId="397c2c94-111a-4daf-b3c2-26e7e2877cd2" providerId="ADAL" clId="{A1AFEDEF-8D1D-314B-A631-FEEE9206A052}" dt="2025-03-28T10:15:26.349" v="3748" actId="14100"/>
          <ac:cxnSpMkLst>
            <pc:docMk/>
            <pc:sldMk cId="2270012144" sldId="268"/>
            <ac:cxnSpMk id="8" creationId="{556124B6-9E64-79AD-35A9-E8FD01517906}"/>
          </ac:cxnSpMkLst>
        </pc:cxnChg>
        <pc:cxnChg chg="del mod">
          <ac:chgData name="Ziller, Andreas (FT RPD CED INW-DE)" userId="397c2c94-111a-4daf-b3c2-26e7e2877cd2" providerId="ADAL" clId="{A1AFEDEF-8D1D-314B-A631-FEEE9206A052}" dt="2025-03-28T10:11:36.369" v="3723" actId="478"/>
          <ac:cxnSpMkLst>
            <pc:docMk/>
            <pc:sldMk cId="2270012144" sldId="268"/>
            <ac:cxnSpMk id="56" creationId="{F5D7D57D-7A62-8FC5-2B0A-0794BEA380A8}"/>
          </ac:cxnSpMkLst>
        </pc:cxnChg>
        <pc:cxnChg chg="mod">
          <ac:chgData name="Ziller, Andreas (FT RPD CED INW-DE)" userId="397c2c94-111a-4daf-b3c2-26e7e2877cd2" providerId="ADAL" clId="{A1AFEDEF-8D1D-314B-A631-FEEE9206A052}" dt="2025-03-28T10:12:37.636" v="3732" actId="14100"/>
          <ac:cxnSpMkLst>
            <pc:docMk/>
            <pc:sldMk cId="2270012144" sldId="268"/>
            <ac:cxnSpMk id="57" creationId="{8C2215D4-2E80-4D09-FF97-77EB6C9C74D0}"/>
          </ac:cxnSpMkLst>
        </pc:cxnChg>
        <pc:cxnChg chg="mod">
          <ac:chgData name="Ziller, Andreas (FT RPD CED INW-DE)" userId="397c2c94-111a-4daf-b3c2-26e7e2877cd2" providerId="ADAL" clId="{A1AFEDEF-8D1D-314B-A631-FEEE9206A052}" dt="2025-03-28T10:12:33.605" v="3731" actId="14100"/>
          <ac:cxnSpMkLst>
            <pc:docMk/>
            <pc:sldMk cId="2270012144" sldId="268"/>
            <ac:cxnSpMk id="59" creationId="{19DC9453-4BA0-8484-A63E-3B1627174B5B}"/>
          </ac:cxnSpMkLst>
        </pc:cxnChg>
        <pc:cxnChg chg="del mod">
          <ac:chgData name="Ziller, Andreas (FT RPD CED INW-DE)" userId="397c2c94-111a-4daf-b3c2-26e7e2877cd2" providerId="ADAL" clId="{A1AFEDEF-8D1D-314B-A631-FEEE9206A052}" dt="2025-03-28T10:17:24.882" v="3756" actId="478"/>
          <ac:cxnSpMkLst>
            <pc:docMk/>
            <pc:sldMk cId="2270012144" sldId="268"/>
            <ac:cxnSpMk id="149" creationId="{2EC6191A-6153-C682-8E70-32334FE9D3B1}"/>
          </ac:cxnSpMkLst>
        </pc:cxnChg>
        <pc:cxnChg chg="mod">
          <ac:chgData name="Ziller, Andreas (FT RPD CED INW-DE)" userId="397c2c94-111a-4daf-b3c2-26e7e2877cd2" providerId="ADAL" clId="{A1AFEDEF-8D1D-314B-A631-FEEE9206A052}" dt="2025-03-28T10:21:18.741" v="3793" actId="164"/>
          <ac:cxnSpMkLst>
            <pc:docMk/>
            <pc:sldMk cId="2270012144" sldId="268"/>
            <ac:cxnSpMk id="166" creationId="{A8CEA5F3-DD0D-97CB-26C7-CBE1F29F2B80}"/>
          </ac:cxnSpMkLst>
        </pc:cxnChg>
      </pc:sldChg>
      <pc:sldChg chg="addSp delSp modSp add del mod ord setBg modAnim chgLayout">
        <pc:chgData name="Ziller, Andreas (FT RPD CED INW-DE)" userId="397c2c94-111a-4daf-b3c2-26e7e2877cd2" providerId="ADAL" clId="{A1AFEDEF-8D1D-314B-A631-FEEE9206A052}" dt="2025-03-28T14:25:25.467" v="5874" actId="2696"/>
        <pc:sldMkLst>
          <pc:docMk/>
          <pc:sldMk cId="0" sldId="269"/>
        </pc:sldMkLst>
        <pc:spChg chg="mod">
          <ac:chgData name="Ziller, Andreas (FT RPD CED INW-DE)" userId="397c2c94-111a-4daf-b3c2-26e7e2877cd2" providerId="ADAL" clId="{A1AFEDEF-8D1D-314B-A631-FEEE9206A052}" dt="2025-03-28T09:57:34.220" v="3682" actId="164"/>
          <ac:spMkLst>
            <pc:docMk/>
            <pc:sldMk cId="0" sldId="269"/>
            <ac:spMk id="2" creationId="{A1A9CEBA-ADED-37E3-D0FF-C50AE6023284}"/>
          </ac:spMkLst>
        </pc:spChg>
        <pc:spChg chg="mod">
          <ac:chgData name="Ziller, Andreas (FT RPD CED INW-DE)" userId="397c2c94-111a-4daf-b3c2-26e7e2877cd2" providerId="ADAL" clId="{A1AFEDEF-8D1D-314B-A631-FEEE9206A052}" dt="2025-03-28T09:57:51.656" v="3684" actId="164"/>
          <ac:spMkLst>
            <pc:docMk/>
            <pc:sldMk cId="0" sldId="269"/>
            <ac:spMk id="3" creationId="{02A2E527-6CDE-646B-94C6-9B9FAC59B806}"/>
          </ac:spMkLst>
        </pc:spChg>
        <pc:spChg chg="add del mod ord">
          <ac:chgData name="Ziller, Andreas (FT RPD CED INW-DE)" userId="397c2c94-111a-4daf-b3c2-26e7e2877cd2" providerId="ADAL" clId="{A1AFEDEF-8D1D-314B-A631-FEEE9206A052}" dt="2025-03-28T14:23:19.206" v="5846" actId="478"/>
          <ac:spMkLst>
            <pc:docMk/>
            <pc:sldMk cId="0" sldId="269"/>
            <ac:spMk id="10" creationId="{14E46AD0-F2F3-AF68-64CF-2F5179B45F0E}"/>
          </ac:spMkLst>
        </pc:spChg>
        <pc:spChg chg="mod">
          <ac:chgData name="Ziller, Andreas (FT RPD CED INW-DE)" userId="397c2c94-111a-4daf-b3c2-26e7e2877cd2" providerId="ADAL" clId="{A1AFEDEF-8D1D-314B-A631-FEEE9206A052}" dt="2025-03-26T17:11:22.161" v="3679" actId="5793"/>
          <ac:spMkLst>
            <pc:docMk/>
            <pc:sldMk cId="0" sldId="269"/>
            <ac:spMk id="11" creationId="{0C38151C-4EAB-CC92-CDED-058E8CAAF59F}"/>
          </ac:spMkLst>
        </pc:spChg>
        <pc:spChg chg="mod">
          <ac:chgData name="Ziller, Andreas (FT RPD CED INW-DE)" userId="397c2c94-111a-4daf-b3c2-26e7e2877cd2" providerId="ADAL" clId="{A1AFEDEF-8D1D-314B-A631-FEEE9206A052}" dt="2025-03-28T09:57:20.793" v="3681" actId="164"/>
          <ac:spMkLst>
            <pc:docMk/>
            <pc:sldMk cId="0" sldId="269"/>
            <ac:spMk id="26" creationId="{3EF230CC-D998-8AFD-D9A8-A4FE98227F09}"/>
          </ac:spMkLst>
        </pc:spChg>
        <pc:spChg chg="mod">
          <ac:chgData name="Ziller, Andreas (FT RPD CED INW-DE)" userId="397c2c94-111a-4daf-b3c2-26e7e2877cd2" providerId="ADAL" clId="{A1AFEDEF-8D1D-314B-A631-FEEE9206A052}" dt="2025-03-28T09:57:43.092" v="3683" actId="164"/>
          <ac:spMkLst>
            <pc:docMk/>
            <pc:sldMk cId="0" sldId="269"/>
            <ac:spMk id="31" creationId="{1BE0C2A7-C59C-0E0D-B262-B76E6D74BD05}"/>
          </ac:spMkLst>
        </pc:spChg>
        <pc:spChg chg="mod">
          <ac:chgData name="Ziller, Andreas (FT RPD CED INW-DE)" userId="397c2c94-111a-4daf-b3c2-26e7e2877cd2" providerId="ADAL" clId="{A1AFEDEF-8D1D-314B-A631-FEEE9206A052}" dt="2025-03-28T09:57:34.220" v="3682" actId="164"/>
          <ac:spMkLst>
            <pc:docMk/>
            <pc:sldMk cId="0" sldId="269"/>
            <ac:spMk id="35" creationId="{AC61B4E5-0780-012C-9204-096B1DABD8EE}"/>
          </ac:spMkLst>
        </pc:spChg>
        <pc:spChg chg="mod">
          <ac:chgData name="Ziller, Andreas (FT RPD CED INW-DE)" userId="397c2c94-111a-4daf-b3c2-26e7e2877cd2" providerId="ADAL" clId="{A1AFEDEF-8D1D-314B-A631-FEEE9206A052}" dt="2025-03-28T09:57:51.656" v="3684" actId="164"/>
          <ac:spMkLst>
            <pc:docMk/>
            <pc:sldMk cId="0" sldId="269"/>
            <ac:spMk id="36" creationId="{9F5F1999-F725-1A37-B6D2-C72D8AE5070C}"/>
          </ac:spMkLst>
        </pc:spChg>
        <pc:spChg chg="mod ord">
          <ac:chgData name="Ziller, Andreas (FT RPD CED INW-DE)" userId="397c2c94-111a-4daf-b3c2-26e7e2877cd2" providerId="ADAL" clId="{A1AFEDEF-8D1D-314B-A631-FEEE9206A052}" dt="2025-03-28T14:19:06.281" v="5830" actId="700"/>
          <ac:spMkLst>
            <pc:docMk/>
            <pc:sldMk cId="0" sldId="269"/>
            <ac:spMk id="159" creationId="{00000000-0000-0000-0000-000000000000}"/>
          </ac:spMkLst>
        </pc:spChg>
        <pc:grpChg chg="add mod">
          <ac:chgData name="Ziller, Andreas (FT RPD CED INW-DE)" userId="397c2c94-111a-4daf-b3c2-26e7e2877cd2" providerId="ADAL" clId="{A1AFEDEF-8D1D-314B-A631-FEEE9206A052}" dt="2025-03-28T09:57:34.220" v="3682" actId="164"/>
          <ac:grpSpMkLst>
            <pc:docMk/>
            <pc:sldMk cId="0" sldId="269"/>
            <ac:grpSpMk id="4" creationId="{622F6F9A-9F15-D3AD-28F6-27DF5A5C775C}"/>
          </ac:grpSpMkLst>
        </pc:grpChg>
        <pc:grpChg chg="add mod">
          <ac:chgData name="Ziller, Andreas (FT RPD CED INW-DE)" userId="397c2c94-111a-4daf-b3c2-26e7e2877cd2" providerId="ADAL" clId="{A1AFEDEF-8D1D-314B-A631-FEEE9206A052}" dt="2025-03-28T09:57:34.220" v="3682" actId="164"/>
          <ac:grpSpMkLst>
            <pc:docMk/>
            <pc:sldMk cId="0" sldId="269"/>
            <ac:grpSpMk id="6" creationId="{FE48151B-3133-D2DD-F26B-AA098B880EB0}"/>
          </ac:grpSpMkLst>
        </pc:grpChg>
        <pc:grpChg chg="add mod">
          <ac:chgData name="Ziller, Andreas (FT RPD CED INW-DE)" userId="397c2c94-111a-4daf-b3c2-26e7e2877cd2" providerId="ADAL" clId="{A1AFEDEF-8D1D-314B-A631-FEEE9206A052}" dt="2025-03-28T09:57:51.656" v="3684" actId="164"/>
          <ac:grpSpMkLst>
            <pc:docMk/>
            <pc:sldMk cId="0" sldId="269"/>
            <ac:grpSpMk id="8" creationId="{84EC6556-BA15-72AA-8DF9-69089BE8962B}"/>
          </ac:grpSpMkLst>
        </pc:grpChg>
        <pc:grpChg chg="add mod">
          <ac:chgData name="Ziller, Andreas (FT RPD CED INW-DE)" userId="397c2c94-111a-4daf-b3c2-26e7e2877cd2" providerId="ADAL" clId="{A1AFEDEF-8D1D-314B-A631-FEEE9206A052}" dt="2025-03-28T09:57:51.656" v="3684" actId="164"/>
          <ac:grpSpMkLst>
            <pc:docMk/>
            <pc:sldMk cId="0" sldId="269"/>
            <ac:grpSpMk id="9" creationId="{F446D5CA-B26B-02C3-BB0D-6414A0F33B84}"/>
          </ac:grpSpMkLst>
        </pc:grpChg>
        <pc:picChg chg="mod">
          <ac:chgData name="Ziller, Andreas (FT RPD CED INW-DE)" userId="397c2c94-111a-4daf-b3c2-26e7e2877cd2" providerId="ADAL" clId="{A1AFEDEF-8D1D-314B-A631-FEEE9206A052}" dt="2025-03-28T09:57:43.092" v="3683" actId="164"/>
          <ac:picMkLst>
            <pc:docMk/>
            <pc:sldMk cId="0" sldId="269"/>
            <ac:picMk id="5" creationId="{C6526235-2D93-CA89-FA77-568200D2BF45}"/>
          </ac:picMkLst>
        </pc:picChg>
        <pc:picChg chg="mod">
          <ac:chgData name="Ziller, Andreas (FT RPD CED INW-DE)" userId="397c2c94-111a-4daf-b3c2-26e7e2877cd2" providerId="ADAL" clId="{A1AFEDEF-8D1D-314B-A631-FEEE9206A052}" dt="2025-03-28T09:57:34.220" v="3682" actId="164"/>
          <ac:picMkLst>
            <pc:docMk/>
            <pc:sldMk cId="0" sldId="269"/>
            <ac:picMk id="7" creationId="{0EC79D93-E166-ECA5-D429-661642FA61C1}"/>
          </ac:picMkLst>
        </pc:picChg>
        <pc:picChg chg="mod">
          <ac:chgData name="Ziller, Andreas (FT RPD CED INW-DE)" userId="397c2c94-111a-4daf-b3c2-26e7e2877cd2" providerId="ADAL" clId="{A1AFEDEF-8D1D-314B-A631-FEEE9206A052}" dt="2025-03-28T09:57:43.092" v="3683" actId="164"/>
          <ac:picMkLst>
            <pc:docMk/>
            <pc:sldMk cId="0" sldId="269"/>
            <ac:picMk id="14" creationId="{8F3011C3-D675-3115-3149-93227C222FEA}"/>
          </ac:picMkLst>
        </pc:picChg>
        <pc:picChg chg="mod">
          <ac:chgData name="Ziller, Andreas (FT RPD CED INW-DE)" userId="397c2c94-111a-4daf-b3c2-26e7e2877cd2" providerId="ADAL" clId="{A1AFEDEF-8D1D-314B-A631-FEEE9206A052}" dt="2025-03-28T09:57:20.793" v="3681" actId="164"/>
          <ac:picMkLst>
            <pc:docMk/>
            <pc:sldMk cId="0" sldId="269"/>
            <ac:picMk id="18" creationId="{EACB0826-C7AF-1E09-A8E9-3829AB447940}"/>
          </ac:picMkLst>
        </pc:picChg>
        <pc:picChg chg="mod">
          <ac:chgData name="Ziller, Andreas (FT RPD CED INW-DE)" userId="397c2c94-111a-4daf-b3c2-26e7e2877cd2" providerId="ADAL" clId="{A1AFEDEF-8D1D-314B-A631-FEEE9206A052}" dt="2025-03-28T09:57:20.793" v="3681" actId="164"/>
          <ac:picMkLst>
            <pc:docMk/>
            <pc:sldMk cId="0" sldId="269"/>
            <ac:picMk id="19" creationId="{6BCE4662-8E6E-1CDA-EC22-DB1BF3E9E5A6}"/>
          </ac:picMkLst>
        </pc:picChg>
        <pc:picChg chg="mod">
          <ac:chgData name="Ziller, Andreas (FT RPD CED INW-DE)" userId="397c2c94-111a-4daf-b3c2-26e7e2877cd2" providerId="ADAL" clId="{A1AFEDEF-8D1D-314B-A631-FEEE9206A052}" dt="2025-03-28T09:57:20.793" v="3681" actId="164"/>
          <ac:picMkLst>
            <pc:docMk/>
            <pc:sldMk cId="0" sldId="269"/>
            <ac:picMk id="20" creationId="{CF10561E-63F7-D0CF-9B44-F1676FA93A86}"/>
          </ac:picMkLst>
        </pc:picChg>
        <pc:picChg chg="mod">
          <ac:chgData name="Ziller, Andreas (FT RPD CED INW-DE)" userId="397c2c94-111a-4daf-b3c2-26e7e2877cd2" providerId="ADAL" clId="{A1AFEDEF-8D1D-314B-A631-FEEE9206A052}" dt="2025-03-28T09:57:20.793" v="3681" actId="164"/>
          <ac:picMkLst>
            <pc:docMk/>
            <pc:sldMk cId="0" sldId="269"/>
            <ac:picMk id="21" creationId="{131430C9-AD41-98B6-55FF-CB956D476BF9}"/>
          </ac:picMkLst>
        </pc:picChg>
        <pc:picChg chg="mod">
          <ac:chgData name="Ziller, Andreas (FT RPD CED INW-DE)" userId="397c2c94-111a-4daf-b3c2-26e7e2877cd2" providerId="ADAL" clId="{A1AFEDEF-8D1D-314B-A631-FEEE9206A052}" dt="2025-03-28T09:57:43.092" v="3683" actId="164"/>
          <ac:picMkLst>
            <pc:docMk/>
            <pc:sldMk cId="0" sldId="269"/>
            <ac:picMk id="22" creationId="{B7344C28-A3B3-926B-4603-3E54E62B65C5}"/>
          </ac:picMkLst>
        </pc:picChg>
        <pc:picChg chg="mod">
          <ac:chgData name="Ziller, Andreas (FT RPD CED INW-DE)" userId="397c2c94-111a-4daf-b3c2-26e7e2877cd2" providerId="ADAL" clId="{A1AFEDEF-8D1D-314B-A631-FEEE9206A052}" dt="2025-03-28T09:57:43.092" v="3683" actId="164"/>
          <ac:picMkLst>
            <pc:docMk/>
            <pc:sldMk cId="0" sldId="269"/>
            <ac:picMk id="27" creationId="{3576DAA1-97E3-088B-0357-2C2B2E073F6A}"/>
          </ac:picMkLst>
        </pc:picChg>
        <pc:picChg chg="mod">
          <ac:chgData name="Ziller, Andreas (FT RPD CED INW-DE)" userId="397c2c94-111a-4daf-b3c2-26e7e2877cd2" providerId="ADAL" clId="{A1AFEDEF-8D1D-314B-A631-FEEE9206A052}" dt="2025-03-28T09:57:51.656" v="3684" actId="164"/>
          <ac:picMkLst>
            <pc:docMk/>
            <pc:sldMk cId="0" sldId="269"/>
            <ac:picMk id="33" creationId="{6D3E0D0B-D594-BC28-FCE8-1883037D4A12}"/>
          </ac:picMkLst>
        </pc:picChg>
        <pc:picChg chg="mod">
          <ac:chgData name="Ziller, Andreas (FT RPD CED INW-DE)" userId="397c2c94-111a-4daf-b3c2-26e7e2877cd2" providerId="ADAL" clId="{A1AFEDEF-8D1D-314B-A631-FEEE9206A052}" dt="2025-03-28T09:57:34.220" v="3682" actId="164"/>
          <ac:picMkLst>
            <pc:docMk/>
            <pc:sldMk cId="0" sldId="269"/>
            <ac:picMk id="34" creationId="{933E9B23-86AC-1B34-02FB-6BC1409B4FB1}"/>
          </ac:picMkLst>
        </pc:picChg>
        <pc:picChg chg="mod">
          <ac:chgData name="Ziller, Andreas (FT RPD CED INW-DE)" userId="397c2c94-111a-4daf-b3c2-26e7e2877cd2" providerId="ADAL" clId="{A1AFEDEF-8D1D-314B-A631-FEEE9206A052}" dt="2025-03-28T09:57:51.656" v="3684" actId="164"/>
          <ac:picMkLst>
            <pc:docMk/>
            <pc:sldMk cId="0" sldId="269"/>
            <ac:picMk id="37" creationId="{E4CA3221-0518-6FFF-3401-8FC072DADDD4}"/>
          </ac:picMkLst>
        </pc:picChg>
        <pc:cxnChg chg="mod">
          <ac:chgData name="Ziller, Andreas (FT RPD CED INW-DE)" userId="397c2c94-111a-4daf-b3c2-26e7e2877cd2" providerId="ADAL" clId="{A1AFEDEF-8D1D-314B-A631-FEEE9206A052}" dt="2025-03-28T09:57:20.793" v="3681" actId="164"/>
          <ac:cxnSpMkLst>
            <pc:docMk/>
            <pc:sldMk cId="0" sldId="269"/>
            <ac:cxnSpMk id="23" creationId="{47CCD4C1-163C-4E5A-05CD-5F4185EAA1D1}"/>
          </ac:cxnSpMkLst>
        </pc:cxnChg>
        <pc:cxnChg chg="mod">
          <ac:chgData name="Ziller, Andreas (FT RPD CED INW-DE)" userId="397c2c94-111a-4daf-b3c2-26e7e2877cd2" providerId="ADAL" clId="{A1AFEDEF-8D1D-314B-A631-FEEE9206A052}" dt="2025-03-28T09:57:20.793" v="3681" actId="164"/>
          <ac:cxnSpMkLst>
            <pc:docMk/>
            <pc:sldMk cId="0" sldId="269"/>
            <ac:cxnSpMk id="24" creationId="{4028B063-823D-85FE-791E-DD847B16E5E2}"/>
          </ac:cxnSpMkLst>
        </pc:cxnChg>
        <pc:cxnChg chg="mod">
          <ac:chgData name="Ziller, Andreas (FT RPD CED INW-DE)" userId="397c2c94-111a-4daf-b3c2-26e7e2877cd2" providerId="ADAL" clId="{A1AFEDEF-8D1D-314B-A631-FEEE9206A052}" dt="2025-03-28T09:57:20.793" v="3681" actId="164"/>
          <ac:cxnSpMkLst>
            <pc:docMk/>
            <pc:sldMk cId="0" sldId="269"/>
            <ac:cxnSpMk id="25" creationId="{253331E6-937E-3308-4E39-697FE00BD1EE}"/>
          </ac:cxnSpMkLst>
        </pc:cxnChg>
        <pc:cxnChg chg="mod">
          <ac:chgData name="Ziller, Andreas (FT RPD CED INW-DE)" userId="397c2c94-111a-4daf-b3c2-26e7e2877cd2" providerId="ADAL" clId="{A1AFEDEF-8D1D-314B-A631-FEEE9206A052}" dt="2025-03-28T09:57:43.092" v="3683" actId="164"/>
          <ac:cxnSpMkLst>
            <pc:docMk/>
            <pc:sldMk cId="0" sldId="269"/>
            <ac:cxnSpMk id="28" creationId="{7D9B6C52-43D3-BD0A-AD47-354624872688}"/>
          </ac:cxnSpMkLst>
        </pc:cxnChg>
        <pc:cxnChg chg="mod">
          <ac:chgData name="Ziller, Andreas (FT RPD CED INW-DE)" userId="397c2c94-111a-4daf-b3c2-26e7e2877cd2" providerId="ADAL" clId="{A1AFEDEF-8D1D-314B-A631-FEEE9206A052}" dt="2025-03-28T09:57:43.092" v="3683" actId="164"/>
          <ac:cxnSpMkLst>
            <pc:docMk/>
            <pc:sldMk cId="0" sldId="269"/>
            <ac:cxnSpMk id="29" creationId="{6D84C558-46F0-CA56-0636-752D5662B62A}"/>
          </ac:cxnSpMkLst>
        </pc:cxnChg>
        <pc:cxnChg chg="mod">
          <ac:chgData name="Ziller, Andreas (FT RPD CED INW-DE)" userId="397c2c94-111a-4daf-b3c2-26e7e2877cd2" providerId="ADAL" clId="{A1AFEDEF-8D1D-314B-A631-FEEE9206A052}" dt="2025-03-28T09:57:43.092" v="3683" actId="164"/>
          <ac:cxnSpMkLst>
            <pc:docMk/>
            <pc:sldMk cId="0" sldId="269"/>
            <ac:cxnSpMk id="30" creationId="{C499919C-FB27-D1DE-4047-C7F813951815}"/>
          </ac:cxnSpMkLst>
        </pc:cxnChg>
      </pc:sldChg>
      <pc:sldChg chg="addSp delSp modSp new mod ord modClrScheme chgLayout">
        <pc:chgData name="Ziller, Andreas (FT RPD CED INW-DE)" userId="397c2c94-111a-4daf-b3c2-26e7e2877cd2" providerId="ADAL" clId="{A1AFEDEF-8D1D-314B-A631-FEEE9206A052}" dt="2025-03-28T14:09:52.523" v="5403" actId="20577"/>
        <pc:sldMkLst>
          <pc:docMk/>
          <pc:sldMk cId="1226222730" sldId="270"/>
        </pc:sldMkLst>
        <pc:spChg chg="add mod">
          <ac:chgData name="Ziller, Andreas (FT RPD CED INW-DE)" userId="397c2c94-111a-4daf-b3c2-26e7e2877cd2" providerId="ADAL" clId="{A1AFEDEF-8D1D-314B-A631-FEEE9206A052}" dt="2025-03-28T14:09:52.523" v="5403" actId="20577"/>
          <ac:spMkLst>
            <pc:docMk/>
            <pc:sldMk cId="1226222730" sldId="270"/>
            <ac:spMk id="2" creationId="{BDE441A6-6550-D204-F1F0-8037596B4799}"/>
          </ac:spMkLst>
        </pc:spChg>
        <pc:picChg chg="add mod">
          <ac:chgData name="Ziller, Andreas (FT RPD CED INW-DE)" userId="397c2c94-111a-4daf-b3c2-26e7e2877cd2" providerId="ADAL" clId="{A1AFEDEF-8D1D-314B-A631-FEEE9206A052}" dt="2025-03-25T13:47:17.947" v="3369" actId="14100"/>
          <ac:picMkLst>
            <pc:docMk/>
            <pc:sldMk cId="1226222730" sldId="270"/>
            <ac:picMk id="4" creationId="{5079F3E6-095B-8E4C-DE9B-3DB7C3DD591C}"/>
          </ac:picMkLst>
        </pc:picChg>
      </pc:sldChg>
      <pc:sldChg chg="delSp modSp add del mod ord modAnim">
        <pc:chgData name="Ziller, Andreas (FT RPD CED INW-DE)" userId="397c2c94-111a-4daf-b3c2-26e7e2877cd2" providerId="ADAL" clId="{A1AFEDEF-8D1D-314B-A631-FEEE9206A052}" dt="2025-03-25T13:32:23.959" v="3236" actId="2696"/>
        <pc:sldMkLst>
          <pc:docMk/>
          <pc:sldMk cId="1989390826" sldId="271"/>
        </pc:sldMkLst>
      </pc:sldChg>
      <pc:sldChg chg="modSp new del mod">
        <pc:chgData name="Ziller, Andreas (FT RPD CED INW-DE)" userId="397c2c94-111a-4daf-b3c2-26e7e2877cd2" providerId="ADAL" clId="{A1AFEDEF-8D1D-314B-A631-FEEE9206A052}" dt="2025-03-28T12:51:39.549" v="4435" actId="2696"/>
        <pc:sldMkLst>
          <pc:docMk/>
          <pc:sldMk cId="3947280250" sldId="271"/>
        </pc:sldMkLst>
      </pc:sldChg>
      <pc:sldChg chg="add del setBg">
        <pc:chgData name="Ziller, Andreas (FT RPD CED INW-DE)" userId="397c2c94-111a-4daf-b3c2-26e7e2877cd2" providerId="ADAL" clId="{A1AFEDEF-8D1D-314B-A631-FEEE9206A052}" dt="2025-03-28T13:53:01.812" v="5073" actId="2696"/>
        <pc:sldMkLst>
          <pc:docMk/>
          <pc:sldMk cId="0" sldId="272"/>
        </pc:sldMkLst>
      </pc:sldChg>
      <pc:sldChg chg="addSp modSp new del mod">
        <pc:chgData name="Ziller, Andreas (FT RPD CED INW-DE)" userId="397c2c94-111a-4daf-b3c2-26e7e2877cd2" providerId="ADAL" clId="{A1AFEDEF-8D1D-314B-A631-FEEE9206A052}" dt="2025-03-28T11:25:39.171" v="3809" actId="2696"/>
        <pc:sldMkLst>
          <pc:docMk/>
          <pc:sldMk cId="3650821505" sldId="273"/>
        </pc:sldMkLst>
      </pc:sldChg>
      <pc:sldChg chg="addSp delSp modSp add del mod modClrScheme modAnim chgLayout">
        <pc:chgData name="Ziller, Andreas (FT RPD CED INW-DE)" userId="397c2c94-111a-4daf-b3c2-26e7e2877cd2" providerId="ADAL" clId="{A1AFEDEF-8D1D-314B-A631-FEEE9206A052}" dt="2025-03-28T14:26:24.933" v="5882" actId="2696"/>
        <pc:sldMkLst>
          <pc:docMk/>
          <pc:sldMk cId="1184002817" sldId="274"/>
        </pc:sldMkLst>
        <pc:spChg chg="mod">
          <ac:chgData name="Ziller, Andreas (FT RPD CED INW-DE)" userId="397c2c94-111a-4daf-b3c2-26e7e2877cd2" providerId="ADAL" clId="{A1AFEDEF-8D1D-314B-A631-FEEE9206A052}" dt="2025-03-28T11:35:20.428" v="3857" actId="207"/>
          <ac:spMkLst>
            <pc:docMk/>
            <pc:sldMk cId="1184002817" sldId="274"/>
            <ac:spMk id="12" creationId="{D396F251-13C9-780D-84AD-8BE633825132}"/>
          </ac:spMkLst>
        </pc:spChg>
        <pc:spChg chg="mod">
          <ac:chgData name="Ziller, Andreas (FT RPD CED INW-DE)" userId="397c2c94-111a-4daf-b3c2-26e7e2877cd2" providerId="ADAL" clId="{A1AFEDEF-8D1D-314B-A631-FEEE9206A052}" dt="2025-03-28T11:35:41.876" v="3861"/>
          <ac:spMkLst>
            <pc:docMk/>
            <pc:sldMk cId="1184002817" sldId="274"/>
            <ac:spMk id="29" creationId="{02631550-6D70-4981-1AEF-4F04BA53D881}"/>
          </ac:spMkLst>
        </pc:spChg>
        <pc:spChg chg="add mod">
          <ac:chgData name="Ziller, Andreas (FT RPD CED INW-DE)" userId="397c2c94-111a-4daf-b3c2-26e7e2877cd2" providerId="ADAL" clId="{A1AFEDEF-8D1D-314B-A631-FEEE9206A052}" dt="2025-03-28T11:35:20.428" v="3857" actId="207"/>
          <ac:spMkLst>
            <pc:docMk/>
            <pc:sldMk cId="1184002817" sldId="274"/>
            <ac:spMk id="32" creationId="{43D14B4D-7296-1A3D-264A-55D2057117D5}"/>
          </ac:spMkLst>
        </pc:spChg>
        <pc:spChg chg="add del mod ord">
          <ac:chgData name="Ziller, Andreas (FT RPD CED INW-DE)" userId="397c2c94-111a-4daf-b3c2-26e7e2877cd2" providerId="ADAL" clId="{A1AFEDEF-8D1D-314B-A631-FEEE9206A052}" dt="2025-03-28T14:19:29.965" v="5835" actId="478"/>
          <ac:spMkLst>
            <pc:docMk/>
            <pc:sldMk cId="1184002817" sldId="274"/>
            <ac:spMk id="34" creationId="{FE1DCBFB-6B74-6820-70A9-3ADB23D1ED54}"/>
          </ac:spMkLst>
        </pc:spChg>
        <pc:spChg chg="mod">
          <ac:chgData name="Ziller, Andreas (FT RPD CED INW-DE)" userId="397c2c94-111a-4daf-b3c2-26e7e2877cd2" providerId="ADAL" clId="{A1AFEDEF-8D1D-314B-A631-FEEE9206A052}" dt="2025-03-28T11:35:20.428" v="3857" actId="207"/>
          <ac:spMkLst>
            <pc:docMk/>
            <pc:sldMk cId="1184002817" sldId="274"/>
            <ac:spMk id="42" creationId="{BC19AB71-6031-42EA-B4F5-36ACA0F39620}"/>
          </ac:spMkLst>
        </pc:spChg>
        <pc:spChg chg="mod">
          <ac:chgData name="Ziller, Andreas (FT RPD CED INW-DE)" userId="397c2c94-111a-4daf-b3c2-26e7e2877cd2" providerId="ADAL" clId="{A1AFEDEF-8D1D-314B-A631-FEEE9206A052}" dt="2025-03-28T11:37:10.543" v="3864" actId="164"/>
          <ac:spMkLst>
            <pc:docMk/>
            <pc:sldMk cId="1184002817" sldId="274"/>
            <ac:spMk id="44" creationId="{AF1F5190-3723-7E64-7A11-3CFCDCEC1D29}"/>
          </ac:spMkLst>
        </pc:spChg>
        <pc:spChg chg="mod">
          <ac:chgData name="Ziller, Andreas (FT RPD CED INW-DE)" userId="397c2c94-111a-4daf-b3c2-26e7e2877cd2" providerId="ADAL" clId="{A1AFEDEF-8D1D-314B-A631-FEEE9206A052}" dt="2025-03-28T11:37:10.543" v="3864" actId="164"/>
          <ac:spMkLst>
            <pc:docMk/>
            <pc:sldMk cId="1184002817" sldId="274"/>
            <ac:spMk id="47" creationId="{4B2076D9-6E4F-7376-310A-1CC5F6853AC7}"/>
          </ac:spMkLst>
        </pc:spChg>
        <pc:spChg chg="mod">
          <ac:chgData name="Ziller, Andreas (FT RPD CED INW-DE)" userId="397c2c94-111a-4daf-b3c2-26e7e2877cd2" providerId="ADAL" clId="{A1AFEDEF-8D1D-314B-A631-FEEE9206A052}" dt="2025-03-28T11:37:10.543" v="3864" actId="164"/>
          <ac:spMkLst>
            <pc:docMk/>
            <pc:sldMk cId="1184002817" sldId="274"/>
            <ac:spMk id="48" creationId="{8B1F86CB-5A89-60D1-6ECE-337721F8D057}"/>
          </ac:spMkLst>
        </pc:spChg>
        <pc:spChg chg="mod">
          <ac:chgData name="Ziller, Andreas (FT RPD CED INW-DE)" userId="397c2c94-111a-4daf-b3c2-26e7e2877cd2" providerId="ADAL" clId="{A1AFEDEF-8D1D-314B-A631-FEEE9206A052}" dt="2025-03-28T11:34:07.943" v="3841" actId="1076"/>
          <ac:spMkLst>
            <pc:docMk/>
            <pc:sldMk cId="1184002817" sldId="274"/>
            <ac:spMk id="49" creationId="{2ADA6C8D-9F33-F754-05D9-EC6582091CD8}"/>
          </ac:spMkLst>
        </pc:spChg>
        <pc:spChg chg="mod">
          <ac:chgData name="Ziller, Andreas (FT RPD CED INW-DE)" userId="397c2c94-111a-4daf-b3c2-26e7e2877cd2" providerId="ADAL" clId="{A1AFEDEF-8D1D-314B-A631-FEEE9206A052}" dt="2025-03-28T11:34:07.943" v="3841" actId="1076"/>
          <ac:spMkLst>
            <pc:docMk/>
            <pc:sldMk cId="1184002817" sldId="274"/>
            <ac:spMk id="50" creationId="{796A4574-A0E4-A957-0BBC-D8192B321C34}"/>
          </ac:spMkLst>
        </pc:spChg>
        <pc:spChg chg="mod">
          <ac:chgData name="Ziller, Andreas (FT RPD CED INW-DE)" userId="397c2c94-111a-4daf-b3c2-26e7e2877cd2" providerId="ADAL" clId="{A1AFEDEF-8D1D-314B-A631-FEEE9206A052}" dt="2025-03-28T11:34:07.943" v="3841" actId="1076"/>
          <ac:spMkLst>
            <pc:docMk/>
            <pc:sldMk cId="1184002817" sldId="274"/>
            <ac:spMk id="51" creationId="{FE10A3DF-37CA-9070-21A2-AEC7EEA2731F}"/>
          </ac:spMkLst>
        </pc:spChg>
        <pc:spChg chg="mod">
          <ac:chgData name="Ziller, Andreas (FT RPD CED INW-DE)" userId="397c2c94-111a-4daf-b3c2-26e7e2877cd2" providerId="ADAL" clId="{A1AFEDEF-8D1D-314B-A631-FEEE9206A052}" dt="2025-03-28T11:34:07.943" v="3841" actId="1076"/>
          <ac:spMkLst>
            <pc:docMk/>
            <pc:sldMk cId="1184002817" sldId="274"/>
            <ac:spMk id="52" creationId="{862D71BF-4500-A19E-17DE-A88809E34AC9}"/>
          </ac:spMkLst>
        </pc:spChg>
        <pc:spChg chg="mod ord">
          <ac:chgData name="Ziller, Andreas (FT RPD CED INW-DE)" userId="397c2c94-111a-4daf-b3c2-26e7e2877cd2" providerId="ADAL" clId="{A1AFEDEF-8D1D-314B-A631-FEEE9206A052}" dt="2025-03-28T14:19:26.389" v="5834" actId="27636"/>
          <ac:spMkLst>
            <pc:docMk/>
            <pc:sldMk cId="1184002817" sldId="274"/>
            <ac:spMk id="159" creationId="{00000000-0000-0000-0000-000000000000}"/>
          </ac:spMkLst>
        </pc:spChg>
        <pc:grpChg chg="add mod">
          <ac:chgData name="Ziller, Andreas (FT RPD CED INW-DE)" userId="397c2c94-111a-4daf-b3c2-26e7e2877cd2" providerId="ADAL" clId="{A1AFEDEF-8D1D-314B-A631-FEEE9206A052}" dt="2025-03-28T11:37:10.543" v="3864" actId="164"/>
          <ac:grpSpMkLst>
            <pc:docMk/>
            <pc:sldMk cId="1184002817" sldId="274"/>
            <ac:grpSpMk id="33" creationId="{4DDBBB97-595F-EEF8-B67E-44E1F67A79B3}"/>
          </ac:grpSpMkLst>
        </pc:grpChg>
        <pc:picChg chg="add mod">
          <ac:chgData name="Ziller, Andreas (FT RPD CED INW-DE)" userId="397c2c94-111a-4daf-b3c2-26e7e2877cd2" providerId="ADAL" clId="{A1AFEDEF-8D1D-314B-A631-FEEE9206A052}" dt="2025-03-28T11:34:07.943" v="3841" actId="1076"/>
          <ac:picMkLst>
            <pc:docMk/>
            <pc:sldMk cId="1184002817" sldId="274"/>
            <ac:picMk id="3" creationId="{764EC122-E2B7-084F-AFD1-8FAD65E2971E}"/>
          </ac:picMkLst>
        </pc:picChg>
        <pc:picChg chg="mod">
          <ac:chgData name="Ziller, Andreas (FT RPD CED INW-DE)" userId="397c2c94-111a-4daf-b3c2-26e7e2877cd2" providerId="ADAL" clId="{A1AFEDEF-8D1D-314B-A631-FEEE9206A052}" dt="2025-03-28T11:34:07.943" v="3841" actId="1076"/>
          <ac:picMkLst>
            <pc:docMk/>
            <pc:sldMk cId="1184002817" sldId="274"/>
            <ac:picMk id="6" creationId="{25A14466-664D-9DDB-E6F8-3D63578A3A91}"/>
          </ac:picMkLst>
        </pc:picChg>
        <pc:picChg chg="mod">
          <ac:chgData name="Ziller, Andreas (FT RPD CED INW-DE)" userId="397c2c94-111a-4daf-b3c2-26e7e2877cd2" providerId="ADAL" clId="{A1AFEDEF-8D1D-314B-A631-FEEE9206A052}" dt="2025-03-28T11:34:07.943" v="3841" actId="1076"/>
          <ac:picMkLst>
            <pc:docMk/>
            <pc:sldMk cId="1184002817" sldId="274"/>
            <ac:picMk id="11" creationId="{5326AC89-3F48-47B8-069B-385EFE3B6C16}"/>
          </ac:picMkLst>
        </pc:picChg>
        <pc:picChg chg="add del">
          <ac:chgData name="Ziller, Andreas (FT RPD CED INW-DE)" userId="397c2c94-111a-4daf-b3c2-26e7e2877cd2" providerId="ADAL" clId="{A1AFEDEF-8D1D-314B-A631-FEEE9206A052}" dt="2025-03-28T11:35:58.770" v="3863" actId="478"/>
          <ac:picMkLst>
            <pc:docMk/>
            <pc:sldMk cId="1184002817" sldId="274"/>
            <ac:picMk id="15" creationId="{497E9922-826D-E69A-BF3A-923120B7090A}"/>
          </ac:picMkLst>
        </pc:picChg>
        <pc:picChg chg="mod">
          <ac:chgData name="Ziller, Andreas (FT RPD CED INW-DE)" userId="397c2c94-111a-4daf-b3c2-26e7e2877cd2" providerId="ADAL" clId="{A1AFEDEF-8D1D-314B-A631-FEEE9206A052}" dt="2025-03-28T11:34:07.943" v="3841" actId="1076"/>
          <ac:picMkLst>
            <pc:docMk/>
            <pc:sldMk cId="1184002817" sldId="274"/>
            <ac:picMk id="25" creationId="{CACAFCBB-1544-070B-F129-0BA40D217101}"/>
          </ac:picMkLst>
        </pc:picChg>
        <pc:picChg chg="mod">
          <ac:chgData name="Ziller, Andreas (FT RPD CED INW-DE)" userId="397c2c94-111a-4daf-b3c2-26e7e2877cd2" providerId="ADAL" clId="{A1AFEDEF-8D1D-314B-A631-FEEE9206A052}" dt="2025-03-28T11:37:10.543" v="3864" actId="164"/>
          <ac:picMkLst>
            <pc:docMk/>
            <pc:sldMk cId="1184002817" sldId="274"/>
            <ac:picMk id="30" creationId="{B776CFBD-DCB5-C028-26BB-58FC0359C18A}"/>
          </ac:picMkLst>
        </pc:picChg>
        <pc:cxnChg chg="add mod">
          <ac:chgData name="Ziller, Andreas (FT RPD CED INW-DE)" userId="397c2c94-111a-4daf-b3c2-26e7e2877cd2" providerId="ADAL" clId="{A1AFEDEF-8D1D-314B-A631-FEEE9206A052}" dt="2025-03-28T11:31:58.120" v="3832"/>
          <ac:cxnSpMkLst>
            <pc:docMk/>
            <pc:sldMk cId="1184002817" sldId="274"/>
            <ac:cxnSpMk id="23" creationId="{2415EEA4-5161-8B63-8F19-4D3C7F9D19A3}"/>
          </ac:cxnSpMkLst>
        </pc:cxnChg>
        <pc:cxnChg chg="add mod">
          <ac:chgData name="Ziller, Andreas (FT RPD CED INW-DE)" userId="397c2c94-111a-4daf-b3c2-26e7e2877cd2" providerId="ADAL" clId="{A1AFEDEF-8D1D-314B-A631-FEEE9206A052}" dt="2025-03-28T11:32:12.394" v="3835" actId="14100"/>
          <ac:cxnSpMkLst>
            <pc:docMk/>
            <pc:sldMk cId="1184002817" sldId="274"/>
            <ac:cxnSpMk id="24" creationId="{B72286E3-B564-DD72-4B5F-05C423B0CE77}"/>
          </ac:cxnSpMkLst>
        </pc:cxnChg>
        <pc:cxnChg chg="mod">
          <ac:chgData name="Ziller, Andreas (FT RPD CED INW-DE)" userId="397c2c94-111a-4daf-b3c2-26e7e2877cd2" providerId="ADAL" clId="{A1AFEDEF-8D1D-314B-A631-FEEE9206A052}" dt="2025-03-28T11:31:57.268" v="3831" actId="1076"/>
          <ac:cxnSpMkLst>
            <pc:docMk/>
            <pc:sldMk cId="1184002817" sldId="274"/>
            <ac:cxnSpMk id="26" creationId="{08EDA2FD-7A67-A617-18C1-C9E3491FB0F2}"/>
          </ac:cxnSpMkLst>
        </pc:cxnChg>
        <pc:cxnChg chg="mod">
          <ac:chgData name="Ziller, Andreas (FT RPD CED INW-DE)" userId="397c2c94-111a-4daf-b3c2-26e7e2877cd2" providerId="ADAL" clId="{A1AFEDEF-8D1D-314B-A631-FEEE9206A052}" dt="2025-03-28T11:31:45.575" v="3828" actId="1076"/>
          <ac:cxnSpMkLst>
            <pc:docMk/>
            <pc:sldMk cId="1184002817" sldId="274"/>
            <ac:cxnSpMk id="27" creationId="{80F07488-92C4-646B-9814-DE7068C60208}"/>
          </ac:cxnSpMkLst>
        </pc:cxnChg>
        <pc:cxnChg chg="mod">
          <ac:chgData name="Ziller, Andreas (FT RPD CED INW-DE)" userId="397c2c94-111a-4daf-b3c2-26e7e2877cd2" providerId="ADAL" clId="{A1AFEDEF-8D1D-314B-A631-FEEE9206A052}" dt="2025-03-28T11:31:45.575" v="3828" actId="1076"/>
          <ac:cxnSpMkLst>
            <pc:docMk/>
            <pc:sldMk cId="1184002817" sldId="274"/>
            <ac:cxnSpMk id="28" creationId="{995C2638-1973-3CE2-A852-0612AA04714E}"/>
          </ac:cxnSpMkLst>
        </pc:cxnChg>
      </pc:sldChg>
      <pc:sldChg chg="new del">
        <pc:chgData name="Ziller, Andreas (FT RPD CED INW-DE)" userId="397c2c94-111a-4daf-b3c2-26e7e2877cd2" providerId="ADAL" clId="{A1AFEDEF-8D1D-314B-A631-FEEE9206A052}" dt="2025-03-28T11:26:09.361" v="3813" actId="2696"/>
        <pc:sldMkLst>
          <pc:docMk/>
          <pc:sldMk cId="1271975411" sldId="275"/>
        </pc:sldMkLst>
      </pc:sldChg>
      <pc:sldChg chg="addSp delSp modSp new mod">
        <pc:chgData name="Ziller, Andreas (FT RPD CED INW-DE)" userId="397c2c94-111a-4daf-b3c2-26e7e2877cd2" providerId="ADAL" clId="{A1AFEDEF-8D1D-314B-A631-FEEE9206A052}" dt="2025-03-28T14:01:35.745" v="5166" actId="1440"/>
        <pc:sldMkLst>
          <pc:docMk/>
          <pc:sldMk cId="4001744578" sldId="275"/>
        </pc:sldMkLst>
        <pc:spChg chg="mod">
          <ac:chgData name="Ziller, Andreas (FT RPD CED INW-DE)" userId="397c2c94-111a-4daf-b3c2-26e7e2877cd2" providerId="ADAL" clId="{A1AFEDEF-8D1D-314B-A631-FEEE9206A052}" dt="2025-03-28T12:18:19.175" v="3898" actId="20577"/>
          <ac:spMkLst>
            <pc:docMk/>
            <pc:sldMk cId="4001744578" sldId="275"/>
            <ac:spMk id="2" creationId="{7EBA4CC6-A49D-AF82-6D08-9866C6E7559B}"/>
          </ac:spMkLst>
        </pc:spChg>
        <pc:spChg chg="mod">
          <ac:chgData name="Ziller, Andreas (FT RPD CED INW-DE)" userId="397c2c94-111a-4daf-b3c2-26e7e2877cd2" providerId="ADAL" clId="{A1AFEDEF-8D1D-314B-A631-FEEE9206A052}" dt="2025-03-28T13:58:22.046" v="5140" actId="404"/>
          <ac:spMkLst>
            <pc:docMk/>
            <pc:sldMk cId="4001744578" sldId="275"/>
            <ac:spMk id="3" creationId="{473F2A39-FA24-D101-572D-B8EE25A1C913}"/>
          </ac:spMkLst>
        </pc:spChg>
        <pc:picChg chg="add mod">
          <ac:chgData name="Ziller, Andreas (FT RPD CED INW-DE)" userId="397c2c94-111a-4daf-b3c2-26e7e2877cd2" providerId="ADAL" clId="{A1AFEDEF-8D1D-314B-A631-FEEE9206A052}" dt="2025-03-28T13:58:41.247" v="5146"/>
          <ac:picMkLst>
            <pc:docMk/>
            <pc:sldMk cId="4001744578" sldId="275"/>
            <ac:picMk id="4" creationId="{EDCA32FC-F746-01ED-4056-8A50AABC0B9C}"/>
          </ac:picMkLst>
        </pc:picChg>
        <pc:picChg chg="add del mod">
          <ac:chgData name="Ziller, Andreas (FT RPD CED INW-DE)" userId="397c2c94-111a-4daf-b3c2-26e7e2877cd2" providerId="ADAL" clId="{A1AFEDEF-8D1D-314B-A631-FEEE9206A052}" dt="2025-03-28T13:59:49.390" v="5149" actId="478"/>
          <ac:picMkLst>
            <pc:docMk/>
            <pc:sldMk cId="4001744578" sldId="275"/>
            <ac:picMk id="5" creationId="{4F742821-06C5-9130-B42E-51A79D3F5812}"/>
          </ac:picMkLst>
        </pc:picChg>
        <pc:picChg chg="add mod modCrop">
          <ac:chgData name="Ziller, Andreas (FT RPD CED INW-DE)" userId="397c2c94-111a-4daf-b3c2-26e7e2877cd2" providerId="ADAL" clId="{A1AFEDEF-8D1D-314B-A631-FEEE9206A052}" dt="2025-03-28T14:01:35.745" v="5166" actId="1440"/>
          <ac:picMkLst>
            <pc:docMk/>
            <pc:sldMk cId="4001744578" sldId="275"/>
            <ac:picMk id="6" creationId="{885914BA-A8D0-9DD2-8466-B173523BA37D}"/>
          </ac:picMkLst>
        </pc:picChg>
      </pc:sldChg>
      <pc:sldChg chg="new del">
        <pc:chgData name="Ziller, Andreas (FT RPD CED INW-DE)" userId="397c2c94-111a-4daf-b3c2-26e7e2877cd2" providerId="ADAL" clId="{A1AFEDEF-8D1D-314B-A631-FEEE9206A052}" dt="2025-03-28T14:02:10.790" v="5169" actId="680"/>
        <pc:sldMkLst>
          <pc:docMk/>
          <pc:sldMk cId="300085664" sldId="276"/>
        </pc:sldMkLst>
      </pc:sldChg>
      <pc:sldChg chg="new del">
        <pc:chgData name="Ziller, Andreas (FT RPD CED INW-DE)" userId="397c2c94-111a-4daf-b3c2-26e7e2877cd2" providerId="ADAL" clId="{A1AFEDEF-8D1D-314B-A631-FEEE9206A052}" dt="2025-03-28T14:01:52.618" v="5167" actId="2696"/>
        <pc:sldMkLst>
          <pc:docMk/>
          <pc:sldMk cId="2042886704" sldId="276"/>
        </pc:sldMkLst>
      </pc:sldChg>
      <pc:sldChg chg="modSp new mod ord">
        <pc:chgData name="Ziller, Andreas (FT RPD CED INW-DE)" userId="397c2c94-111a-4daf-b3c2-26e7e2877cd2" providerId="ADAL" clId="{A1AFEDEF-8D1D-314B-A631-FEEE9206A052}" dt="2025-03-28T14:15:48.298" v="5610" actId="20577"/>
        <pc:sldMkLst>
          <pc:docMk/>
          <pc:sldMk cId="4277259811" sldId="276"/>
        </pc:sldMkLst>
        <pc:spChg chg="mod">
          <ac:chgData name="Ziller, Andreas (FT RPD CED INW-DE)" userId="397c2c94-111a-4daf-b3c2-26e7e2877cd2" providerId="ADAL" clId="{A1AFEDEF-8D1D-314B-A631-FEEE9206A052}" dt="2025-03-28T14:02:27.549" v="5211" actId="20577"/>
          <ac:spMkLst>
            <pc:docMk/>
            <pc:sldMk cId="4277259811" sldId="276"/>
            <ac:spMk id="2" creationId="{81BC214E-E9D9-E24D-5D1F-A48EF5F985E5}"/>
          </ac:spMkLst>
        </pc:spChg>
        <pc:spChg chg="mod">
          <ac:chgData name="Ziller, Andreas (FT RPD CED INW-DE)" userId="397c2c94-111a-4daf-b3c2-26e7e2877cd2" providerId="ADAL" clId="{A1AFEDEF-8D1D-314B-A631-FEEE9206A052}" dt="2025-03-28T14:15:48.298" v="5610" actId="20577"/>
          <ac:spMkLst>
            <pc:docMk/>
            <pc:sldMk cId="4277259811" sldId="276"/>
            <ac:spMk id="3" creationId="{9D01AAF8-CA9F-D526-163D-B9730FE73CCB}"/>
          </ac:spMkLst>
        </pc:spChg>
      </pc:sldChg>
      <pc:sldChg chg="add del">
        <pc:chgData name="Ziller, Andreas (FT RPD CED INW-DE)" userId="397c2c94-111a-4daf-b3c2-26e7e2877cd2" providerId="ADAL" clId="{A1AFEDEF-8D1D-314B-A631-FEEE9206A052}" dt="2025-03-28T14:22:53.979" v="5839"/>
        <pc:sldMkLst>
          <pc:docMk/>
          <pc:sldMk cId="208878650" sldId="277"/>
        </pc:sldMkLst>
      </pc:sldChg>
      <pc:sldChg chg="add del">
        <pc:chgData name="Ziller, Andreas (FT RPD CED INW-DE)" userId="397c2c94-111a-4daf-b3c2-26e7e2877cd2" providerId="ADAL" clId="{A1AFEDEF-8D1D-314B-A631-FEEE9206A052}" dt="2025-03-28T14:22:51.405" v="5837"/>
        <pc:sldMkLst>
          <pc:docMk/>
          <pc:sldMk cId="978288608" sldId="277"/>
        </pc:sldMkLst>
      </pc:sldChg>
      <pc:sldChg chg="new del">
        <pc:chgData name="Ziller, Andreas (FT RPD CED INW-DE)" userId="397c2c94-111a-4daf-b3c2-26e7e2877cd2" providerId="ADAL" clId="{A1AFEDEF-8D1D-314B-A631-FEEE9206A052}" dt="2025-03-28T14:22:59.516" v="5841" actId="680"/>
        <pc:sldMkLst>
          <pc:docMk/>
          <pc:sldMk cId="1609878070" sldId="277"/>
        </pc:sldMkLst>
      </pc:sldChg>
      <pc:sldChg chg="add del">
        <pc:chgData name="Ziller, Andreas (FT RPD CED INW-DE)" userId="397c2c94-111a-4daf-b3c2-26e7e2877cd2" providerId="ADAL" clId="{A1AFEDEF-8D1D-314B-A631-FEEE9206A052}" dt="2025-03-28T14:23:08.553" v="5843"/>
        <pc:sldMkLst>
          <pc:docMk/>
          <pc:sldMk cId="2780315599" sldId="277"/>
        </pc:sldMkLst>
      </pc:sldChg>
      <pc:sldChg chg="add del">
        <pc:chgData name="Ziller, Andreas (FT RPD CED INW-DE)" userId="397c2c94-111a-4daf-b3c2-26e7e2877cd2" providerId="ADAL" clId="{A1AFEDEF-8D1D-314B-A631-FEEE9206A052}" dt="2025-03-28T14:23:11.737" v="5845"/>
        <pc:sldMkLst>
          <pc:docMk/>
          <pc:sldMk cId="3350965014" sldId="277"/>
        </pc:sldMkLst>
      </pc:sldChg>
      <pc:sldChg chg="new del">
        <pc:chgData name="Ziller, Andreas (FT RPD CED INW-DE)" userId="397c2c94-111a-4daf-b3c2-26e7e2877cd2" providerId="ADAL" clId="{A1AFEDEF-8D1D-314B-A631-FEEE9206A052}" dt="2025-03-28T14:17:56.875" v="5640" actId="2696"/>
        <pc:sldMkLst>
          <pc:docMk/>
          <pc:sldMk cId="3522410261" sldId="277"/>
        </pc:sldMkLst>
      </pc:sldChg>
      <pc:sldChg chg="addSp delSp modSp new mod modAnim">
        <pc:chgData name="Ziller, Andreas (FT RPD CED INW-DE)" userId="397c2c94-111a-4daf-b3c2-26e7e2877cd2" providerId="ADAL" clId="{A1AFEDEF-8D1D-314B-A631-FEEE9206A052}" dt="2025-03-28T14:25:05.209" v="5873" actId="20577"/>
        <pc:sldMkLst>
          <pc:docMk/>
          <pc:sldMk cId="3589088436" sldId="277"/>
        </pc:sldMkLst>
        <pc:spChg chg="mod">
          <ac:chgData name="Ziller, Andreas (FT RPD CED INW-DE)" userId="397c2c94-111a-4daf-b3c2-26e7e2877cd2" providerId="ADAL" clId="{A1AFEDEF-8D1D-314B-A631-FEEE9206A052}" dt="2025-03-28T14:25:05.209" v="5873" actId="20577"/>
          <ac:spMkLst>
            <pc:docMk/>
            <pc:sldMk cId="3589088436" sldId="277"/>
            <ac:spMk id="2" creationId="{4FDB8C7B-5DB5-C828-BE0D-08E0D42E512B}"/>
          </ac:spMkLst>
        </pc:spChg>
        <pc:spChg chg="del">
          <ac:chgData name="Ziller, Andreas (FT RPD CED INW-DE)" userId="397c2c94-111a-4daf-b3c2-26e7e2877cd2" providerId="ADAL" clId="{A1AFEDEF-8D1D-314B-A631-FEEE9206A052}" dt="2025-03-28T14:24:51.617" v="5848" actId="478"/>
          <ac:spMkLst>
            <pc:docMk/>
            <pc:sldMk cId="3589088436" sldId="277"/>
            <ac:spMk id="3" creationId="{CF6392DB-7FA1-4AF2-A921-E7F4B858118D}"/>
          </ac:spMkLst>
        </pc:spChg>
        <pc:spChg chg="add mod">
          <ac:chgData name="Ziller, Andreas (FT RPD CED INW-DE)" userId="397c2c94-111a-4daf-b3c2-26e7e2877cd2" providerId="ADAL" clId="{A1AFEDEF-8D1D-314B-A631-FEEE9206A052}" dt="2025-03-28T14:24:53.325" v="5849"/>
          <ac:spMkLst>
            <pc:docMk/>
            <pc:sldMk cId="3589088436" sldId="277"/>
            <ac:spMk id="4" creationId="{30F49DB9-54A4-A20D-4150-456B10EC059B}"/>
          </ac:spMkLst>
        </pc:spChg>
        <pc:spChg chg="mod">
          <ac:chgData name="Ziller, Andreas (FT RPD CED INW-DE)" userId="397c2c94-111a-4daf-b3c2-26e7e2877cd2" providerId="ADAL" clId="{A1AFEDEF-8D1D-314B-A631-FEEE9206A052}" dt="2025-03-28T14:24:53.325" v="5849"/>
          <ac:spMkLst>
            <pc:docMk/>
            <pc:sldMk cId="3589088436" sldId="277"/>
            <ac:spMk id="7" creationId="{0EF04053-D03A-184A-330B-DF97DB25F23C}"/>
          </ac:spMkLst>
        </pc:spChg>
        <pc:spChg chg="mod">
          <ac:chgData name="Ziller, Andreas (FT RPD CED INW-DE)" userId="397c2c94-111a-4daf-b3c2-26e7e2877cd2" providerId="ADAL" clId="{A1AFEDEF-8D1D-314B-A631-FEEE9206A052}" dt="2025-03-28T14:24:53.325" v="5849"/>
          <ac:spMkLst>
            <pc:docMk/>
            <pc:sldMk cId="3589088436" sldId="277"/>
            <ac:spMk id="11" creationId="{D48C566D-72FF-5F6C-A9F1-265F79103341}"/>
          </ac:spMkLst>
        </pc:spChg>
        <pc:spChg chg="mod">
          <ac:chgData name="Ziller, Andreas (FT RPD CED INW-DE)" userId="397c2c94-111a-4daf-b3c2-26e7e2877cd2" providerId="ADAL" clId="{A1AFEDEF-8D1D-314B-A631-FEEE9206A052}" dt="2025-03-28T14:24:53.325" v="5849"/>
          <ac:spMkLst>
            <pc:docMk/>
            <pc:sldMk cId="3589088436" sldId="277"/>
            <ac:spMk id="19" creationId="{5CE00D3C-FB49-A4AA-D09F-86460B77DAE3}"/>
          </ac:spMkLst>
        </pc:spChg>
        <pc:spChg chg="mod">
          <ac:chgData name="Ziller, Andreas (FT RPD CED INW-DE)" userId="397c2c94-111a-4daf-b3c2-26e7e2877cd2" providerId="ADAL" clId="{A1AFEDEF-8D1D-314B-A631-FEEE9206A052}" dt="2025-03-28T14:24:53.325" v="5849"/>
          <ac:spMkLst>
            <pc:docMk/>
            <pc:sldMk cId="3589088436" sldId="277"/>
            <ac:spMk id="21" creationId="{2DA01E65-1588-4A91-B34E-0931B4A348E5}"/>
          </ac:spMkLst>
        </pc:spChg>
        <pc:spChg chg="mod">
          <ac:chgData name="Ziller, Andreas (FT RPD CED INW-DE)" userId="397c2c94-111a-4daf-b3c2-26e7e2877cd2" providerId="ADAL" clId="{A1AFEDEF-8D1D-314B-A631-FEEE9206A052}" dt="2025-03-28T14:24:53.325" v="5849"/>
          <ac:spMkLst>
            <pc:docMk/>
            <pc:sldMk cId="3589088436" sldId="277"/>
            <ac:spMk id="24" creationId="{E1D66697-8FA9-3CB8-EC62-2A908518E22F}"/>
          </ac:spMkLst>
        </pc:spChg>
        <pc:spChg chg="mod">
          <ac:chgData name="Ziller, Andreas (FT RPD CED INW-DE)" userId="397c2c94-111a-4daf-b3c2-26e7e2877cd2" providerId="ADAL" clId="{A1AFEDEF-8D1D-314B-A631-FEEE9206A052}" dt="2025-03-28T14:24:53.325" v="5849"/>
          <ac:spMkLst>
            <pc:docMk/>
            <pc:sldMk cId="3589088436" sldId="277"/>
            <ac:spMk id="33" creationId="{03D18D40-FAFC-5B7B-245D-779909A9901E}"/>
          </ac:spMkLst>
        </pc:spChg>
        <pc:picChg chg="mod">
          <ac:chgData name="Ziller, Andreas (FT RPD CED INW-DE)" userId="397c2c94-111a-4daf-b3c2-26e7e2877cd2" providerId="ADAL" clId="{A1AFEDEF-8D1D-314B-A631-FEEE9206A052}" dt="2025-03-28T14:24:53.325" v="5849"/>
          <ac:picMkLst>
            <pc:docMk/>
            <pc:sldMk cId="3589088436" sldId="277"/>
            <ac:picMk id="12" creationId="{6160D12E-5782-57C1-9987-AC194CD0D635}"/>
          </ac:picMkLst>
        </pc:picChg>
        <pc:picChg chg="mod">
          <ac:chgData name="Ziller, Andreas (FT RPD CED INW-DE)" userId="397c2c94-111a-4daf-b3c2-26e7e2877cd2" providerId="ADAL" clId="{A1AFEDEF-8D1D-314B-A631-FEEE9206A052}" dt="2025-03-28T14:24:53.325" v="5849"/>
          <ac:picMkLst>
            <pc:docMk/>
            <pc:sldMk cId="3589088436" sldId="277"/>
            <ac:picMk id="13" creationId="{19A50FDA-C76F-7B18-AD20-AB43CC64A4B8}"/>
          </ac:picMkLst>
        </pc:picChg>
        <pc:picChg chg="mod">
          <ac:chgData name="Ziller, Andreas (FT RPD CED INW-DE)" userId="397c2c94-111a-4daf-b3c2-26e7e2877cd2" providerId="ADAL" clId="{A1AFEDEF-8D1D-314B-A631-FEEE9206A052}" dt="2025-03-28T14:24:53.325" v="5849"/>
          <ac:picMkLst>
            <pc:docMk/>
            <pc:sldMk cId="3589088436" sldId="277"/>
            <ac:picMk id="23" creationId="{D11E2ADF-4AC1-51AB-7728-6E59F495B7A3}"/>
          </ac:picMkLst>
        </pc:picChg>
      </pc:sldChg>
      <pc:sldChg chg="modSp new del mod">
        <pc:chgData name="Ziller, Andreas (FT RPD CED INW-DE)" userId="397c2c94-111a-4daf-b3c2-26e7e2877cd2" providerId="ADAL" clId="{A1AFEDEF-8D1D-314B-A631-FEEE9206A052}" dt="2025-03-28T14:18:30.452" v="5829" actId="2696"/>
        <pc:sldMkLst>
          <pc:docMk/>
          <pc:sldMk cId="3903094030" sldId="277"/>
        </pc:sldMkLst>
        <pc:spChg chg="mod">
          <ac:chgData name="Ziller, Andreas (FT RPD CED INW-DE)" userId="397c2c94-111a-4daf-b3c2-26e7e2877cd2" providerId="ADAL" clId="{A1AFEDEF-8D1D-314B-A631-FEEE9206A052}" dt="2025-03-28T14:18:17.207" v="5828" actId="20577"/>
          <ac:spMkLst>
            <pc:docMk/>
            <pc:sldMk cId="3903094030" sldId="277"/>
            <ac:spMk id="2" creationId="{5C188E88-9416-A3ED-3EF2-44D9AF4D02DD}"/>
          </ac:spMkLst>
        </pc:spChg>
      </pc:sldChg>
      <pc:sldChg chg="addSp delSp modSp new mod modAnim">
        <pc:chgData name="Ziller, Andreas (FT RPD CED INW-DE)" userId="397c2c94-111a-4daf-b3c2-26e7e2877cd2" providerId="ADAL" clId="{A1AFEDEF-8D1D-314B-A631-FEEE9206A052}" dt="2025-03-28T14:26:19.947" v="5881"/>
        <pc:sldMkLst>
          <pc:docMk/>
          <pc:sldMk cId="1568664282" sldId="278"/>
        </pc:sldMkLst>
        <pc:spChg chg="mod">
          <ac:chgData name="Ziller, Andreas (FT RPD CED INW-DE)" userId="397c2c94-111a-4daf-b3c2-26e7e2877cd2" providerId="ADAL" clId="{A1AFEDEF-8D1D-314B-A631-FEEE9206A052}" dt="2025-03-28T14:25:45.406" v="5877"/>
          <ac:spMkLst>
            <pc:docMk/>
            <pc:sldMk cId="1568664282" sldId="278"/>
            <ac:spMk id="2" creationId="{7427DCB9-6415-DF3A-60D2-71CC0289EB94}"/>
          </ac:spMkLst>
        </pc:spChg>
        <pc:spChg chg="del">
          <ac:chgData name="Ziller, Andreas (FT RPD CED INW-DE)" userId="397c2c94-111a-4daf-b3c2-26e7e2877cd2" providerId="ADAL" clId="{A1AFEDEF-8D1D-314B-A631-FEEE9206A052}" dt="2025-03-28T14:25:58.551" v="5879" actId="478"/>
          <ac:spMkLst>
            <pc:docMk/>
            <pc:sldMk cId="1568664282" sldId="278"/>
            <ac:spMk id="3" creationId="{F4504C65-44B2-A62E-E84D-2708E072BD4A}"/>
          </ac:spMkLst>
        </pc:spChg>
        <pc:spChg chg="add mod">
          <ac:chgData name="Ziller, Andreas (FT RPD CED INW-DE)" userId="397c2c94-111a-4daf-b3c2-26e7e2877cd2" providerId="ADAL" clId="{A1AFEDEF-8D1D-314B-A631-FEEE9206A052}" dt="2025-03-28T14:25:38.039" v="5876"/>
          <ac:spMkLst>
            <pc:docMk/>
            <pc:sldMk cId="1568664282" sldId="278"/>
            <ac:spMk id="7" creationId="{3550CCA2-985E-D7C2-7B4F-7A13F8ED003B}"/>
          </ac:spMkLst>
        </pc:spChg>
        <pc:spChg chg="mod">
          <ac:chgData name="Ziller, Andreas (FT RPD CED INW-DE)" userId="397c2c94-111a-4daf-b3c2-26e7e2877cd2" providerId="ADAL" clId="{A1AFEDEF-8D1D-314B-A631-FEEE9206A052}" dt="2025-03-28T14:25:38.039" v="5876"/>
          <ac:spMkLst>
            <pc:docMk/>
            <pc:sldMk cId="1568664282" sldId="278"/>
            <ac:spMk id="10" creationId="{215B8683-F3A3-6B88-0788-129137B552C3}"/>
          </ac:spMkLst>
        </pc:spChg>
        <pc:spChg chg="mod">
          <ac:chgData name="Ziller, Andreas (FT RPD CED INW-DE)" userId="397c2c94-111a-4daf-b3c2-26e7e2877cd2" providerId="ADAL" clId="{A1AFEDEF-8D1D-314B-A631-FEEE9206A052}" dt="2025-03-28T14:25:38.039" v="5876"/>
          <ac:spMkLst>
            <pc:docMk/>
            <pc:sldMk cId="1568664282" sldId="278"/>
            <ac:spMk id="13" creationId="{E6B5EF82-39D2-F3ED-9F11-DC22022B0B33}"/>
          </ac:spMkLst>
        </pc:spChg>
        <pc:spChg chg="mod">
          <ac:chgData name="Ziller, Andreas (FT RPD CED INW-DE)" userId="397c2c94-111a-4daf-b3c2-26e7e2877cd2" providerId="ADAL" clId="{A1AFEDEF-8D1D-314B-A631-FEEE9206A052}" dt="2025-03-28T14:25:38.039" v="5876"/>
          <ac:spMkLst>
            <pc:docMk/>
            <pc:sldMk cId="1568664282" sldId="278"/>
            <ac:spMk id="16" creationId="{AA7F87AE-1CC1-5D21-C370-AF5E393157C2}"/>
          </ac:spMkLst>
        </pc:spChg>
        <pc:spChg chg="add mod">
          <ac:chgData name="Ziller, Andreas (FT RPD CED INW-DE)" userId="397c2c94-111a-4daf-b3c2-26e7e2877cd2" providerId="ADAL" clId="{A1AFEDEF-8D1D-314B-A631-FEEE9206A052}" dt="2025-03-28T14:25:38.039" v="5876"/>
          <ac:spMkLst>
            <pc:docMk/>
            <pc:sldMk cId="1568664282" sldId="278"/>
            <ac:spMk id="23" creationId="{868E33D5-962A-2B64-ACA9-D1F12DC5E6A6}"/>
          </ac:spMkLst>
        </pc:spChg>
        <pc:spChg chg="add mod">
          <ac:chgData name="Ziller, Andreas (FT RPD CED INW-DE)" userId="397c2c94-111a-4daf-b3c2-26e7e2877cd2" providerId="ADAL" clId="{A1AFEDEF-8D1D-314B-A631-FEEE9206A052}" dt="2025-03-28T14:25:38.039" v="5876"/>
          <ac:spMkLst>
            <pc:docMk/>
            <pc:sldMk cId="1568664282" sldId="278"/>
            <ac:spMk id="25" creationId="{69848FD0-78DB-B471-EEDA-D3A38D031EEF}"/>
          </ac:spMkLst>
        </pc:spChg>
        <pc:spChg chg="add mod">
          <ac:chgData name="Ziller, Andreas (FT RPD CED INW-DE)" userId="397c2c94-111a-4daf-b3c2-26e7e2877cd2" providerId="ADAL" clId="{A1AFEDEF-8D1D-314B-A631-FEEE9206A052}" dt="2025-03-28T14:25:38.039" v="5876"/>
          <ac:spMkLst>
            <pc:docMk/>
            <pc:sldMk cId="1568664282" sldId="278"/>
            <ac:spMk id="26" creationId="{79526B32-10FB-C7EE-5C96-2931063C8115}"/>
          </ac:spMkLst>
        </pc:spChg>
        <pc:spChg chg="add mod">
          <ac:chgData name="Ziller, Andreas (FT RPD CED INW-DE)" userId="397c2c94-111a-4daf-b3c2-26e7e2877cd2" providerId="ADAL" clId="{A1AFEDEF-8D1D-314B-A631-FEEE9206A052}" dt="2025-03-28T14:25:38.039" v="5876"/>
          <ac:spMkLst>
            <pc:docMk/>
            <pc:sldMk cId="1568664282" sldId="278"/>
            <ac:spMk id="28" creationId="{382B9A96-B233-605B-A769-2287AFC8E3C7}"/>
          </ac:spMkLst>
        </pc:spChg>
        <pc:spChg chg="add mod">
          <ac:chgData name="Ziller, Andreas (FT RPD CED INW-DE)" userId="397c2c94-111a-4daf-b3c2-26e7e2877cd2" providerId="ADAL" clId="{A1AFEDEF-8D1D-314B-A631-FEEE9206A052}" dt="2025-03-28T14:26:19.947" v="5881"/>
          <ac:spMkLst>
            <pc:docMk/>
            <pc:sldMk cId="1568664282" sldId="278"/>
            <ac:spMk id="29" creationId="{D9E7E66F-B406-48A8-9E7C-EEF3FFEBD9FD}"/>
          </ac:spMkLst>
        </pc:spChg>
        <pc:spChg chg="add mod">
          <ac:chgData name="Ziller, Andreas (FT RPD CED INW-DE)" userId="397c2c94-111a-4daf-b3c2-26e7e2877cd2" providerId="ADAL" clId="{A1AFEDEF-8D1D-314B-A631-FEEE9206A052}" dt="2025-03-28T14:25:38.039" v="5876"/>
          <ac:spMkLst>
            <pc:docMk/>
            <pc:sldMk cId="1568664282" sldId="278"/>
            <ac:spMk id="30" creationId="{8D55B204-A728-DC3D-4246-CDA44ABA80ED}"/>
          </ac:spMkLst>
        </pc:spChg>
      </pc:sldChg>
      <pc:sldMasterChg chg="modSldLayout">
        <pc:chgData name="Ziller, Andreas (FT RPD CED INW-DE)" userId="397c2c94-111a-4daf-b3c2-26e7e2877cd2" providerId="ADAL" clId="{A1AFEDEF-8D1D-314B-A631-FEEE9206A052}" dt="2025-03-25T12:43:56.955" v="2620" actId="478"/>
        <pc:sldMasterMkLst>
          <pc:docMk/>
          <pc:sldMasterMk cId="0" sldId="2147483654"/>
        </pc:sldMasterMkLst>
        <pc:sldLayoutChg chg="addSp delSp mod">
          <pc:chgData name="Ziller, Andreas (FT RPD CED INW-DE)" userId="397c2c94-111a-4daf-b3c2-26e7e2877cd2" providerId="ADAL" clId="{A1AFEDEF-8D1D-314B-A631-FEEE9206A052}" dt="2025-03-25T12:43:56.955" v="2620" actId="478"/>
          <pc:sldLayoutMkLst>
            <pc:docMk/>
            <pc:sldMasterMk cId="0" sldId="2147483654"/>
            <pc:sldLayoutMk cId="0" sldId="2147483659"/>
          </pc:sldLayoutMkLst>
          <pc:spChg chg="add del">
            <ac:chgData name="Ziller, Andreas (FT RPD CED INW-DE)" userId="397c2c94-111a-4daf-b3c2-26e7e2877cd2" providerId="ADAL" clId="{A1AFEDEF-8D1D-314B-A631-FEEE9206A052}" dt="2025-03-25T12:43:52.716" v="2618" actId="478"/>
            <ac:spMkLst>
              <pc:docMk/>
              <pc:sldMasterMk cId="0" sldId="2147483654"/>
              <pc:sldLayoutMk cId="0" sldId="2147483659"/>
              <ac:spMk id="84" creationId="{00000000-0000-0000-0000-000000000000}"/>
            </ac:spMkLst>
          </pc:spChg>
          <pc:spChg chg="add del">
            <ac:chgData name="Ziller, Andreas (FT RPD CED INW-DE)" userId="397c2c94-111a-4daf-b3c2-26e7e2877cd2" providerId="ADAL" clId="{A1AFEDEF-8D1D-314B-A631-FEEE9206A052}" dt="2025-03-25T12:43:56.955" v="2620" actId="478"/>
            <ac:spMkLst>
              <pc:docMk/>
              <pc:sldMasterMk cId="0" sldId="2147483654"/>
              <pc:sldLayoutMk cId="0" sldId="2147483659"/>
              <ac:spMk id="85" creationId="{00000000-0000-0000-0000-000000000000}"/>
            </ac:spMkLst>
          </pc:spChg>
        </pc:sldLayoutChg>
      </pc:sldMasterChg>
      <pc:sldMasterChg chg="del delSldLayout">
        <pc:chgData name="Ziller, Andreas (FT RPD CED INW-DE)" userId="397c2c94-111a-4daf-b3c2-26e7e2877cd2" providerId="ADAL" clId="{A1AFEDEF-8D1D-314B-A631-FEEE9206A052}" dt="2025-03-28T14:19:26.356" v="5833" actId="700"/>
        <pc:sldMasterMkLst>
          <pc:docMk/>
          <pc:sldMasterMk cId="1007477706" sldId="2147483667"/>
        </pc:sldMasterMkLst>
        <pc:sldLayoutChg chg="del">
          <pc:chgData name="Ziller, Andreas (FT RPD CED INW-DE)" userId="397c2c94-111a-4daf-b3c2-26e7e2877cd2" providerId="ADAL" clId="{A1AFEDEF-8D1D-314B-A631-FEEE9206A052}" dt="2025-03-28T14:19:26.356" v="5833" actId="700"/>
          <pc:sldLayoutMkLst>
            <pc:docMk/>
            <pc:sldMasterMk cId="1007477706" sldId="2147483667"/>
            <pc:sldLayoutMk cId="2349918352" sldId="2147483668"/>
          </pc:sldLayoutMkLst>
        </pc:sldLayoutChg>
        <pc:sldLayoutChg chg="del">
          <pc:chgData name="Ziller, Andreas (FT RPD CED INW-DE)" userId="397c2c94-111a-4daf-b3c2-26e7e2877cd2" providerId="ADAL" clId="{A1AFEDEF-8D1D-314B-A631-FEEE9206A052}" dt="2025-03-28T14:19:26.356" v="5833" actId="700"/>
          <pc:sldLayoutMkLst>
            <pc:docMk/>
            <pc:sldMasterMk cId="1007477706" sldId="2147483667"/>
            <pc:sldLayoutMk cId="259299303" sldId="2147483669"/>
          </pc:sldLayoutMkLst>
        </pc:sldLayoutChg>
        <pc:sldLayoutChg chg="del">
          <pc:chgData name="Ziller, Andreas (FT RPD CED INW-DE)" userId="397c2c94-111a-4daf-b3c2-26e7e2877cd2" providerId="ADAL" clId="{A1AFEDEF-8D1D-314B-A631-FEEE9206A052}" dt="2025-03-28T14:19:26.356" v="5833" actId="700"/>
          <pc:sldLayoutMkLst>
            <pc:docMk/>
            <pc:sldMasterMk cId="1007477706" sldId="2147483667"/>
            <pc:sldLayoutMk cId="3475567319" sldId="2147483670"/>
          </pc:sldLayoutMkLst>
        </pc:sldLayoutChg>
        <pc:sldLayoutChg chg="del">
          <pc:chgData name="Ziller, Andreas (FT RPD CED INW-DE)" userId="397c2c94-111a-4daf-b3c2-26e7e2877cd2" providerId="ADAL" clId="{A1AFEDEF-8D1D-314B-A631-FEEE9206A052}" dt="2025-03-28T14:19:26.356" v="5833" actId="700"/>
          <pc:sldLayoutMkLst>
            <pc:docMk/>
            <pc:sldMasterMk cId="1007477706" sldId="2147483667"/>
            <pc:sldLayoutMk cId="225881597" sldId="2147483671"/>
          </pc:sldLayoutMkLst>
        </pc:sldLayoutChg>
        <pc:sldLayoutChg chg="del">
          <pc:chgData name="Ziller, Andreas (FT RPD CED INW-DE)" userId="397c2c94-111a-4daf-b3c2-26e7e2877cd2" providerId="ADAL" clId="{A1AFEDEF-8D1D-314B-A631-FEEE9206A052}" dt="2025-03-28T14:19:26.356" v="5833" actId="700"/>
          <pc:sldLayoutMkLst>
            <pc:docMk/>
            <pc:sldMasterMk cId="1007477706" sldId="2147483667"/>
            <pc:sldLayoutMk cId="2484220784" sldId="2147483672"/>
          </pc:sldLayoutMkLst>
        </pc:sldLayoutChg>
        <pc:sldLayoutChg chg="del">
          <pc:chgData name="Ziller, Andreas (FT RPD CED INW-DE)" userId="397c2c94-111a-4daf-b3c2-26e7e2877cd2" providerId="ADAL" clId="{A1AFEDEF-8D1D-314B-A631-FEEE9206A052}" dt="2025-03-28T14:19:26.356" v="5833" actId="700"/>
          <pc:sldLayoutMkLst>
            <pc:docMk/>
            <pc:sldMasterMk cId="1007477706" sldId="2147483667"/>
            <pc:sldLayoutMk cId="3881540691" sldId="2147483673"/>
          </pc:sldLayoutMkLst>
        </pc:sldLayoutChg>
        <pc:sldLayoutChg chg="del">
          <pc:chgData name="Ziller, Andreas (FT RPD CED INW-DE)" userId="397c2c94-111a-4daf-b3c2-26e7e2877cd2" providerId="ADAL" clId="{A1AFEDEF-8D1D-314B-A631-FEEE9206A052}" dt="2025-03-28T14:19:26.356" v="5833" actId="700"/>
          <pc:sldLayoutMkLst>
            <pc:docMk/>
            <pc:sldMasterMk cId="1007477706" sldId="2147483667"/>
            <pc:sldLayoutMk cId="550776985" sldId="2147483674"/>
          </pc:sldLayoutMkLst>
        </pc:sldLayoutChg>
        <pc:sldLayoutChg chg="del">
          <pc:chgData name="Ziller, Andreas (FT RPD CED INW-DE)" userId="397c2c94-111a-4daf-b3c2-26e7e2877cd2" providerId="ADAL" clId="{A1AFEDEF-8D1D-314B-A631-FEEE9206A052}" dt="2025-03-28T14:19:26.356" v="5833" actId="700"/>
          <pc:sldLayoutMkLst>
            <pc:docMk/>
            <pc:sldMasterMk cId="1007477706" sldId="2147483667"/>
            <pc:sldLayoutMk cId="1601797288" sldId="2147483675"/>
          </pc:sldLayoutMkLst>
        </pc:sldLayoutChg>
        <pc:sldLayoutChg chg="del">
          <pc:chgData name="Ziller, Andreas (FT RPD CED INW-DE)" userId="397c2c94-111a-4daf-b3c2-26e7e2877cd2" providerId="ADAL" clId="{A1AFEDEF-8D1D-314B-A631-FEEE9206A052}" dt="2025-03-28T14:19:26.356" v="5833" actId="700"/>
          <pc:sldLayoutMkLst>
            <pc:docMk/>
            <pc:sldMasterMk cId="1007477706" sldId="2147483667"/>
            <pc:sldLayoutMk cId="1265724849" sldId="2147483676"/>
          </pc:sldLayoutMkLst>
        </pc:sldLayoutChg>
        <pc:sldLayoutChg chg="del">
          <pc:chgData name="Ziller, Andreas (FT RPD CED INW-DE)" userId="397c2c94-111a-4daf-b3c2-26e7e2877cd2" providerId="ADAL" clId="{A1AFEDEF-8D1D-314B-A631-FEEE9206A052}" dt="2025-03-28T14:19:26.356" v="5833" actId="700"/>
          <pc:sldLayoutMkLst>
            <pc:docMk/>
            <pc:sldMasterMk cId="1007477706" sldId="2147483667"/>
            <pc:sldLayoutMk cId="2182453307" sldId="2147483677"/>
          </pc:sldLayoutMkLst>
        </pc:sldLayoutChg>
        <pc:sldLayoutChg chg="del">
          <pc:chgData name="Ziller, Andreas (FT RPD CED INW-DE)" userId="397c2c94-111a-4daf-b3c2-26e7e2877cd2" providerId="ADAL" clId="{A1AFEDEF-8D1D-314B-A631-FEEE9206A052}" dt="2025-03-28T14:19:26.356" v="5833" actId="700"/>
          <pc:sldLayoutMkLst>
            <pc:docMk/>
            <pc:sldMasterMk cId="1007477706" sldId="2147483667"/>
            <pc:sldLayoutMk cId="2458087991" sldId="2147483678"/>
          </pc:sldLayoutMkLst>
        </pc:sldLayoutChg>
      </pc:sldMasterChg>
    </pc:docChg>
  </pc:docChgLst>
  <pc:docChgLst>
    <pc:chgData name="matteo.salvatori" userId="S::matteo.salvatori_telefonica.com#ext#@ntuagr.onmicrosoft.com::211f32ef-8313-4a53-9553-f4fab9b1e3d4" providerId="AD" clId="Web-{5B8B5A9F-8E25-F3B2-1FB3-747F6C993E1C}"/>
    <pc:docChg chg="modSld">
      <pc:chgData name="matteo.salvatori" userId="S::matteo.salvatori_telefonica.com#ext#@ntuagr.onmicrosoft.com::211f32ef-8313-4a53-9553-f4fab9b1e3d4" providerId="AD" clId="Web-{5B8B5A9F-8E25-F3B2-1FB3-747F6C993E1C}" dt="2025-03-29T22:21:47.004" v="1" actId="1076"/>
      <pc:docMkLst>
        <pc:docMk/>
      </pc:docMkLst>
      <pc:sldChg chg="modSp">
        <pc:chgData name="matteo.salvatori" userId="S::matteo.salvatori_telefonica.com#ext#@ntuagr.onmicrosoft.com::211f32ef-8313-4a53-9553-f4fab9b1e3d4" providerId="AD" clId="Web-{5B8B5A9F-8E25-F3B2-1FB3-747F6C993E1C}" dt="2025-03-29T22:21:47.004" v="1" actId="1076"/>
        <pc:sldMkLst>
          <pc:docMk/>
          <pc:sldMk cId="1568664282" sldId="278"/>
        </pc:sldMkLst>
        <pc:picChg chg="mod">
          <ac:chgData name="matteo.salvatori" userId="S::matteo.salvatori_telefonica.com#ext#@ntuagr.onmicrosoft.com::211f32ef-8313-4a53-9553-f4fab9b1e3d4" providerId="AD" clId="Web-{5B8B5A9F-8E25-F3B2-1FB3-747F6C993E1C}" dt="2025-03-29T22:21:47.004" v="1" actId="1076"/>
          <ac:picMkLst>
            <pc:docMk/>
            <pc:sldMk cId="1568664282" sldId="278"/>
            <ac:picMk id="19" creationId="{BE725605-696B-6A51-8296-15AD387CD96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0832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8863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Προσαρμοσμένη διάταξη">
  <p:cSld name="Προσαρμοσμένη διάταξη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>
            <a:spLocks noGrp="1"/>
          </p:cNvSpPr>
          <p:nvPr>
            <p:ph type="title"/>
          </p:nvPr>
        </p:nvSpPr>
        <p:spPr>
          <a:xfrm>
            <a:off x="838199" y="320450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i="0" u="none" strike="noStrike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body" idx="1"/>
          </p:nvPr>
        </p:nvSpPr>
        <p:spPr>
          <a:xfrm>
            <a:off x="2886868" y="4865060"/>
            <a:ext cx="6418263" cy="13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54A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2154A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body" idx="2"/>
          </p:nvPr>
        </p:nvSpPr>
        <p:spPr>
          <a:xfrm>
            <a:off x="266700" y="1983447"/>
            <a:ext cx="22860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54A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2154A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Δύο περιεχόμενα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Περιεχόμενο με λεζάντα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38306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 descr="Χειραψία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 extrusionOk="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6091652" y="5984679"/>
            <a:ext cx="6028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050"/>
              <a:buFont typeface="Calibri"/>
              <a:buNone/>
            </a:pPr>
            <a:r>
              <a:rPr lang="en-US" sz="950" i="0" u="none" strike="noStrike" cap="none">
                <a:solidFill>
                  <a:srgbClr val="757070"/>
                </a:solidFill>
              </a:rPr>
              <a:t>The work described in this presentation has been conducted within the project </a:t>
            </a:r>
            <a:r>
              <a:rPr lang="en-US" sz="950">
                <a:solidFill>
                  <a:srgbClr val="757070"/>
                </a:solidFill>
              </a:rPr>
              <a:t>CoEvolution</a:t>
            </a:r>
            <a:r>
              <a:rPr lang="en-US" sz="950" i="0" u="none" strike="noStrike" cap="none">
                <a:solidFill>
                  <a:srgbClr val="757070"/>
                </a:solidFill>
              </a:rPr>
              <a:t>. This project has received funding </a:t>
            </a:r>
            <a:r>
              <a:rPr lang="en-US" sz="950">
                <a:solidFill>
                  <a:srgbClr val="757070"/>
                </a:solidFill>
              </a:rPr>
              <a:t>from</a:t>
            </a:r>
            <a:r>
              <a:rPr lang="en-US" sz="950" i="0" u="none" strike="noStrike" cap="none">
                <a:solidFill>
                  <a:srgbClr val="757070"/>
                </a:solidFill>
              </a:rPr>
              <a:t> the European Union’s Horizon Europe Framework Programme (Horizon) under Grant Agreement No </a:t>
            </a:r>
            <a:r>
              <a:rPr lang="en-US" sz="950">
                <a:solidFill>
                  <a:srgbClr val="757070"/>
                </a:solidFill>
              </a:rPr>
              <a:t>101168560</a:t>
            </a:r>
            <a:r>
              <a:rPr lang="en-US" sz="950" i="0" u="none" strike="noStrike" cap="none">
                <a:solidFill>
                  <a:srgbClr val="757070"/>
                </a:solidFill>
              </a:rPr>
              <a:t>. This document does not represent the opinion of the European Union, and the European Union is not responsible for any use that might be made of this content.</a:t>
            </a:r>
            <a:endParaRPr sz="1300"/>
          </a:p>
        </p:txBody>
      </p:sp>
      <p:sp>
        <p:nvSpPr>
          <p:cNvPr id="75" name="Google Shape;75;p16"/>
          <p:cNvSpPr txBox="1"/>
          <p:nvPr/>
        </p:nvSpPr>
        <p:spPr>
          <a:xfrm>
            <a:off x="6501028" y="2343782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44546A"/>
                </a:solidFill>
              </a:rPr>
              <a:t>Thank you!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Διαφάνεια τίτλου" type="title">
  <p:cSld name="TITL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6582" y="5735637"/>
            <a:ext cx="77293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9982200" y="6254175"/>
            <a:ext cx="20383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The project has received funding form the European Union’s Horizon Europe Framework Programme (Horizon) under grant agreement No 101135775</a:t>
            </a:r>
            <a:endParaRPr sz="800" b="0" i="0" u="none" strike="noStrike" cap="non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περιεχόμενο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/>
          <p:nvPr userDrawn="1"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8"/>
          <p:cNvSpPr/>
          <p:nvPr userDrawn="1"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εφαλίδα ενότητας" type="secHead">
  <p:cSld name="SECTION_HEAD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Σύγκριση" type="twoTxTwoObj">
  <p:cSld name="TWO_OBJECTS_WITH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Μόνο τίτλος" type="titleOnly">
  <p:cSld name="TITLE_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ενό">
  <p:cSld name="Κενό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Εικόνα με λεζάντα" type="picTx">
  <p:cSld name="PICTURE_WITH_CAPTION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Κατακόρυφο κείμενο" type="vertTx">
  <p:cSld name="VERTICAL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4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ατακόρυφος τίτλος και Κείμενο" type="vertTitleAndTx">
  <p:cSld name="VERTICAL_TITLE_AND_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4982" y="5739837"/>
            <a:ext cx="77293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/>
          <p:nvPr/>
        </p:nvSpPr>
        <p:spPr>
          <a:xfrm>
            <a:off x="9982200" y="6254175"/>
            <a:ext cx="2038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800"/>
              <a:buFont typeface="Calibri"/>
              <a:buNone/>
            </a:pPr>
            <a:r>
              <a:rPr lang="en-US" sz="800" i="0" u="none" strike="noStrike" cap="none">
                <a:solidFill>
                  <a:srgbClr val="757070"/>
                </a:solidFill>
              </a:rPr>
              <a:t>The project has received funding </a:t>
            </a:r>
            <a:r>
              <a:rPr lang="en-US" sz="800">
                <a:solidFill>
                  <a:srgbClr val="757070"/>
                </a:solidFill>
              </a:rPr>
              <a:t>from</a:t>
            </a:r>
            <a:r>
              <a:rPr lang="en-US" sz="800" i="0" u="none" strike="noStrike" cap="none">
                <a:solidFill>
                  <a:srgbClr val="757070"/>
                </a:solidFill>
              </a:rPr>
              <a:t> the European Union’s Horizon Europe Framework Programme (Horizon) under grant agreement No </a:t>
            </a:r>
            <a:r>
              <a:rPr lang="en-US" sz="800">
                <a:solidFill>
                  <a:srgbClr val="757070"/>
                </a:solidFill>
              </a:rPr>
              <a:t>101168560</a:t>
            </a:r>
            <a:endParaRPr sz="800" i="0" u="none" strike="noStrike" cap="none">
              <a:solidFill>
                <a:srgbClr val="757070"/>
              </a:solidFill>
            </a:endParaRPr>
          </a:p>
        </p:txBody>
      </p:sp>
      <p:pic>
        <p:nvPicPr>
          <p:cNvPr id="12" name="Google Shape;1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7038" y="100275"/>
            <a:ext cx="3017923" cy="18184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246900" y="33425"/>
            <a:ext cx="1911675" cy="2791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tuagr.sharepoint.com/:x:/r/teams/CoEvolution-EU/Shared%20Documents/General/WP3/Task%203.2%20Use-Case%20Specifications%20and%20Requirements/CoEvaluation_UCRequirements_v01.xlsx?d=w0364c0b5943f47e3b32ae4fb48f1697a&amp;csf=1&amp;web=1&amp;e=qRC1xO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 txBox="1">
            <a:spLocks noGrp="1"/>
          </p:cNvSpPr>
          <p:nvPr>
            <p:ph type="title"/>
          </p:nvPr>
        </p:nvSpPr>
        <p:spPr>
          <a:xfrm>
            <a:off x="838199" y="320450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/>
              <a:t>Siemens Pilot – Update</a:t>
            </a:r>
            <a:br>
              <a:rPr lang="en-US" sz="2800"/>
            </a:br>
            <a:r>
              <a:rPr lang="en-US" sz="2400"/>
              <a:t>Pilot 1 - Securing the AI Supply Chain of Manufacturing </a:t>
            </a:r>
            <a:r>
              <a:rPr lang="en-US" sz="2400" err="1"/>
              <a:t>Infrastrure</a:t>
            </a:r>
            <a:endParaRPr lang="en-US" sz="2400"/>
          </a:p>
        </p:txBody>
      </p:sp>
      <p:sp>
        <p:nvSpPr>
          <p:cNvPr id="149" name="Google Shape;149;p1"/>
          <p:cNvSpPr txBox="1">
            <a:spLocks noGrp="1"/>
          </p:cNvSpPr>
          <p:nvPr>
            <p:ph type="body" idx="1"/>
          </p:nvPr>
        </p:nvSpPr>
        <p:spPr>
          <a:xfrm>
            <a:off x="2886868" y="4865060"/>
            <a:ext cx="6418263" cy="13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4A2"/>
              </a:buClr>
              <a:buSzPts val="2800"/>
              <a:buNone/>
            </a:pPr>
            <a:r>
              <a:rPr lang="en-US" sz="2600"/>
              <a:t>Siemens</a:t>
            </a:r>
            <a:endParaRPr sz="2600"/>
          </a:p>
        </p:txBody>
      </p:sp>
      <p:sp>
        <p:nvSpPr>
          <p:cNvPr id="2" name="Google Shape;89;p1">
            <a:extLst>
              <a:ext uri="{FF2B5EF4-FFF2-40B4-BE49-F238E27FC236}">
                <a16:creationId xmlns:a16="http://schemas.microsoft.com/office/drawing/2014/main" id="{2190F043-565B-BAA6-EB6D-F2FB3B7D4832}"/>
              </a:ext>
            </a:extLst>
          </p:cNvPr>
          <p:cNvSpPr txBox="1">
            <a:spLocks noGrp="1"/>
          </p:cNvSpPr>
          <p:nvPr/>
        </p:nvSpPr>
        <p:spPr>
          <a:xfrm>
            <a:off x="2049670" y="4350026"/>
            <a:ext cx="8086034" cy="90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/>
              <a:t>Project Meeting, Cagliari, Sardinia, Italy, 31 March &amp; 1 April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C214E-E9D9-E24D-5D1F-A48EF5F98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Goal of the Pilot 1 Workshop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1AAF8-CA9F-D526-163D-B9730FE73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/>
              <a:t>Present the technical details of the Manufacturing pilot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Align pilot-specific requirements with </a:t>
            </a:r>
            <a:r>
              <a:rPr lang="en-GB" err="1"/>
              <a:t>CoEvolution</a:t>
            </a:r>
            <a:r>
              <a:rPr lang="en-GB"/>
              <a:t>-specific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Identify technology needs for contributors in Pilot 1 to secure the AI supply chain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Define the mode of collaboration between partners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77259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8C7B-5DB5-C828-BE0D-08E0D42E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Technological 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49DB9-54A4-A20D-4150-456B10EC059B}"/>
              </a:ext>
            </a:extLst>
          </p:cNvPr>
          <p:cNvSpPr txBox="1"/>
          <p:nvPr/>
        </p:nvSpPr>
        <p:spPr>
          <a:xfrm>
            <a:off x="226735" y="3170081"/>
            <a:ext cx="2650016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 algn="l">
              <a:buFont typeface="+mj-lt"/>
              <a:buAutoNum type="arabicPeriod"/>
            </a:pPr>
            <a:r>
              <a:rPr lang="de-DE" b="1" err="1"/>
              <a:t>Pretrained</a:t>
            </a:r>
            <a:r>
              <a:rPr lang="de-DE" b="1"/>
              <a:t> AI </a:t>
            </a:r>
            <a:r>
              <a:rPr lang="de-DE" err="1"/>
              <a:t>model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coming</a:t>
            </a:r>
            <a:r>
              <a:rPr lang="de-DE"/>
              <a:t> in </a:t>
            </a:r>
            <a:r>
              <a:rPr lang="de-DE" err="1"/>
              <a:t>from</a:t>
            </a:r>
            <a:r>
              <a:rPr lang="de-DE"/>
              <a:t> 3rd </a:t>
            </a:r>
            <a:r>
              <a:rPr lang="de-DE" err="1"/>
              <a:t>party</a:t>
            </a:r>
            <a:r>
              <a:rPr lang="de-DE"/>
              <a:t>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another</a:t>
            </a:r>
            <a:r>
              <a:rPr lang="de-DE"/>
              <a:t> </a:t>
            </a:r>
            <a:r>
              <a:rPr lang="de-DE" err="1"/>
              <a:t>facility</a:t>
            </a:r>
            <a:r>
              <a:rPr lang="de-DE"/>
              <a:t>. </a:t>
            </a:r>
          </a:p>
          <a:p>
            <a:pPr algn="l"/>
            <a:endParaRPr lang="de-DE" b="1"/>
          </a:p>
          <a:p>
            <a:pPr algn="l"/>
            <a:r>
              <a:rPr lang="de-DE" b="1"/>
              <a:t>Questions: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/>
              <a:t>Can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trust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AI </a:t>
            </a:r>
            <a:r>
              <a:rPr lang="de-DE" err="1"/>
              <a:t>model</a:t>
            </a:r>
            <a:r>
              <a:rPr lang="de-DE"/>
              <a:t>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err="1"/>
              <a:t>How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supply</a:t>
            </a:r>
            <a:r>
              <a:rPr lang="de-DE"/>
              <a:t> </a:t>
            </a:r>
            <a:r>
              <a:rPr lang="de-DE" err="1"/>
              <a:t>chain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secured</a:t>
            </a:r>
            <a:r>
              <a:rPr lang="de-DE"/>
              <a:t>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Can our model be misused?</a:t>
            </a:r>
          </a:p>
          <a:p>
            <a:pPr algn="l"/>
            <a:endParaRPr lang="en-US"/>
          </a:p>
          <a:p>
            <a:pPr algn="l"/>
            <a:endParaRPr lang="en-US" b="1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5304CE-3827-8B72-1164-1C7F81047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031" y="3312948"/>
            <a:ext cx="3458596" cy="154902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DB2F90F-282C-A246-F7D2-141866A45877}"/>
              </a:ext>
            </a:extLst>
          </p:cNvPr>
          <p:cNvGrpSpPr/>
          <p:nvPr/>
        </p:nvGrpSpPr>
        <p:grpSpPr>
          <a:xfrm>
            <a:off x="2964398" y="1840222"/>
            <a:ext cx="7325624" cy="1653613"/>
            <a:chOff x="2964398" y="1840222"/>
            <a:chExt cx="7325624" cy="1653613"/>
          </a:xfrm>
        </p:grpSpPr>
        <p:sp>
          <p:nvSpPr>
            <p:cNvPr id="7" name="Arrow: Curved Down 1">
              <a:extLst>
                <a:ext uri="{FF2B5EF4-FFF2-40B4-BE49-F238E27FC236}">
                  <a16:creationId xmlns:a16="http://schemas.microsoft.com/office/drawing/2014/main" id="{0EF04053-D03A-184A-330B-DF97DB25F23C}"/>
                </a:ext>
              </a:extLst>
            </p:cNvPr>
            <p:cNvSpPr/>
            <p:nvPr/>
          </p:nvSpPr>
          <p:spPr>
            <a:xfrm rot="20903409">
              <a:off x="3612742" y="1840222"/>
              <a:ext cx="3164985" cy="638938"/>
            </a:xfrm>
            <a:prstGeom prst="curvedDownArrow">
              <a:avLst>
                <a:gd name="adj1" fmla="val 53420"/>
                <a:gd name="adj2" fmla="val 142132"/>
                <a:gd name="adj3" fmla="val 66530"/>
              </a:avLst>
            </a:prstGeom>
            <a:solidFill>
              <a:srgbClr val="FF9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FB5F566-9810-0CA9-74CE-34E3912FF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64398" y="2591696"/>
              <a:ext cx="902139" cy="902139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4B7DCFE-90A0-EEC7-E91A-E83A6EAE7233}"/>
                </a:ext>
              </a:extLst>
            </p:cNvPr>
            <p:cNvGrpSpPr/>
            <p:nvPr/>
          </p:nvGrpSpPr>
          <p:grpSpPr>
            <a:xfrm>
              <a:off x="6806124" y="2045947"/>
              <a:ext cx="3483898" cy="1238182"/>
              <a:chOff x="6806124" y="2045947"/>
              <a:chExt cx="3483898" cy="1238182"/>
            </a:xfrm>
          </p:grpSpPr>
          <p:pic>
            <p:nvPicPr>
              <p:cNvPr id="12" name="Picture 4">
                <a:extLst>
                  <a:ext uri="{FF2B5EF4-FFF2-40B4-BE49-F238E27FC236}">
                    <a16:creationId xmlns:a16="http://schemas.microsoft.com/office/drawing/2014/main" id="{6160D12E-5782-57C1-9987-AC194CD0D6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74443" y="2708129"/>
                <a:ext cx="576000" cy="576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2">
                <a:extLst>
                  <a:ext uri="{FF2B5EF4-FFF2-40B4-BE49-F238E27FC236}">
                    <a16:creationId xmlns:a16="http://schemas.microsoft.com/office/drawing/2014/main" id="{19A50FDA-C76F-7B18-AD20-AB43CC64A4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06124" y="2566217"/>
                <a:ext cx="588332" cy="5883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2">
                <a:extLst>
                  <a:ext uri="{FF2B5EF4-FFF2-40B4-BE49-F238E27FC236}">
                    <a16:creationId xmlns:a16="http://schemas.microsoft.com/office/drawing/2014/main" id="{3042CE16-CAE6-5A35-CA08-93BC38203D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01690" y="2617517"/>
                <a:ext cx="588332" cy="5883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>
                <a:extLst>
                  <a:ext uri="{FF2B5EF4-FFF2-40B4-BE49-F238E27FC236}">
                    <a16:creationId xmlns:a16="http://schemas.microsoft.com/office/drawing/2014/main" id="{0E8AC31A-78F3-9B27-76F0-CCB26BC02A2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28222" y="2045947"/>
                <a:ext cx="588332" cy="5883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DECA79F-4E05-0980-F97F-B89A692D9D56}"/>
                  </a:ext>
                </a:extLst>
              </p:cNvPr>
              <p:cNvCxnSpPr>
                <a:cxnSpLocks/>
                <a:endCxn id="13" idx="3"/>
              </p:cNvCxnSpPr>
              <p:nvPr/>
            </p:nvCxnSpPr>
            <p:spPr>
              <a:xfrm flipH="1" flipV="1">
                <a:off x="7394456" y="2860383"/>
                <a:ext cx="679553" cy="205766"/>
              </a:xfrm>
              <a:prstGeom prst="straightConnector1">
                <a:avLst/>
              </a:prstGeom>
              <a:ln w="9525">
                <a:solidFill>
                  <a:schemeClr val="accent1"/>
                </a:solidFill>
                <a:headEnd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4CD7C3F3-CB2D-EDD0-F7AA-82C176C5D78C}"/>
                  </a:ext>
                </a:extLst>
              </p:cNvPr>
              <p:cNvCxnSpPr>
                <a:cxnSpLocks/>
                <a:endCxn id="14" idx="1"/>
              </p:cNvCxnSpPr>
              <p:nvPr/>
            </p:nvCxnSpPr>
            <p:spPr>
              <a:xfrm flipV="1">
                <a:off x="8701409" y="2911683"/>
                <a:ext cx="1000281" cy="195856"/>
              </a:xfrm>
              <a:prstGeom prst="straightConnector1">
                <a:avLst/>
              </a:prstGeom>
              <a:ln w="9525">
                <a:solidFill>
                  <a:schemeClr val="accent1"/>
                </a:solidFill>
                <a:headEnd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7487B9B4-3593-1753-7DAD-6716EF4A98CA}"/>
                  </a:ext>
                </a:extLst>
              </p:cNvPr>
              <p:cNvCxnSpPr>
                <a:cxnSpLocks/>
                <a:endCxn id="15" idx="2"/>
              </p:cNvCxnSpPr>
              <p:nvPr/>
            </p:nvCxnSpPr>
            <p:spPr>
              <a:xfrm flipV="1">
                <a:off x="8401755" y="2634279"/>
                <a:ext cx="320633" cy="375332"/>
              </a:xfrm>
              <a:prstGeom prst="straightConnector1">
                <a:avLst/>
              </a:prstGeom>
              <a:ln w="9525">
                <a:solidFill>
                  <a:schemeClr val="accent1"/>
                </a:solidFill>
                <a:headEnd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CE00D3C-FB49-A4AA-D09F-86460B77DAE3}"/>
                  </a:ext>
                </a:extLst>
              </p:cNvPr>
              <p:cNvSpPr txBox="1"/>
              <p:nvPr/>
            </p:nvSpPr>
            <p:spPr>
              <a:xfrm>
                <a:off x="7969919" y="2666035"/>
                <a:ext cx="118622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1600"/>
                  <a:t>UWB </a:t>
                </a:r>
                <a:r>
                  <a:rPr lang="de-DE" sz="1600" err="1"/>
                  <a:t>system</a:t>
                </a:r>
                <a:endParaRPr lang="en-US" sz="1600" err="1"/>
              </a:p>
            </p:txBody>
          </p: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5C59B0B-CD40-0CDF-2F5B-ACC2CCB47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6898" y="2157462"/>
              <a:ext cx="463914" cy="46391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48C566D-72FF-5F6C-A9F1-265F79103341}"/>
                </a:ext>
              </a:extLst>
            </p:cNvPr>
            <p:cNvSpPr txBox="1"/>
            <p:nvPr/>
          </p:nvSpPr>
          <p:spPr>
            <a:xfrm>
              <a:off x="4150597" y="2829672"/>
              <a:ext cx="266877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66700" indent="-266700" algn="l"/>
              <a:r>
                <a:rPr lang="de-DE" b="1"/>
                <a:t>2.a) </a:t>
              </a:r>
              <a:r>
                <a:rPr lang="de-DE" b="1" err="1"/>
                <a:t>Localization</a:t>
              </a:r>
              <a:r>
                <a:rPr lang="de-DE" b="1"/>
                <a:t> AI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1EECBC5-72B8-30C4-C8F2-67FD5784DC06}"/>
              </a:ext>
            </a:extLst>
          </p:cNvPr>
          <p:cNvGrpSpPr/>
          <p:nvPr/>
        </p:nvGrpSpPr>
        <p:grpSpPr>
          <a:xfrm>
            <a:off x="2946844" y="4658004"/>
            <a:ext cx="8447030" cy="1905458"/>
            <a:chOff x="2946844" y="4658004"/>
            <a:chExt cx="8447030" cy="1905458"/>
          </a:xfrm>
        </p:grpSpPr>
        <p:sp>
          <p:nvSpPr>
            <p:cNvPr id="21" name="Arrow: Curved Down 2">
              <a:extLst>
                <a:ext uri="{FF2B5EF4-FFF2-40B4-BE49-F238E27FC236}">
                  <a16:creationId xmlns:a16="http://schemas.microsoft.com/office/drawing/2014/main" id="{2DA01E65-1588-4A91-B34E-0931B4A348E5}"/>
                </a:ext>
              </a:extLst>
            </p:cNvPr>
            <p:cNvSpPr/>
            <p:nvPr/>
          </p:nvSpPr>
          <p:spPr>
            <a:xfrm rot="481446" flipV="1">
              <a:off x="3650009" y="5670259"/>
              <a:ext cx="3045287" cy="646332"/>
            </a:xfrm>
            <a:prstGeom prst="curvedDownArrow">
              <a:avLst>
                <a:gd name="adj1" fmla="val 67750"/>
                <a:gd name="adj2" fmla="val 142132"/>
                <a:gd name="adj3" fmla="val 66530"/>
              </a:avLst>
            </a:prstGeom>
            <a:solidFill>
              <a:srgbClr val="FF9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B34FF12-0035-2703-C350-F69D93C7C1E3}"/>
                </a:ext>
              </a:extLst>
            </p:cNvPr>
            <p:cNvGrpSpPr/>
            <p:nvPr/>
          </p:nvGrpSpPr>
          <p:grpSpPr>
            <a:xfrm>
              <a:off x="6488641" y="4988573"/>
              <a:ext cx="4905233" cy="1574889"/>
              <a:chOff x="6488641" y="4988573"/>
              <a:chExt cx="4905233" cy="1574889"/>
            </a:xfrm>
          </p:grpSpPr>
          <p:pic>
            <p:nvPicPr>
              <p:cNvPr id="26" name="Grafik 15">
                <a:extLst>
                  <a:ext uri="{FF2B5EF4-FFF2-40B4-BE49-F238E27FC236}">
                    <a16:creationId xmlns:a16="http://schemas.microsoft.com/office/drawing/2014/main" id="{F6A3E7A3-ED38-EFBE-F23A-875C6FF691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88641" y="5035359"/>
                <a:ext cx="881301" cy="473259"/>
              </a:xfrm>
              <a:prstGeom prst="rect">
                <a:avLst/>
              </a:prstGeom>
            </p:spPr>
          </p:pic>
          <p:pic>
            <p:nvPicPr>
              <p:cNvPr id="27" name="Grafik 15">
                <a:extLst>
                  <a:ext uri="{FF2B5EF4-FFF2-40B4-BE49-F238E27FC236}">
                    <a16:creationId xmlns:a16="http://schemas.microsoft.com/office/drawing/2014/main" id="{DB52FB69-BC62-34F9-EE19-99D5EB3986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25817" y="6090203"/>
                <a:ext cx="881301" cy="473259"/>
              </a:xfrm>
              <a:prstGeom prst="rect">
                <a:avLst/>
              </a:prstGeom>
            </p:spPr>
          </p:pic>
          <p:pic>
            <p:nvPicPr>
              <p:cNvPr id="28" name="Grafik 15">
                <a:extLst>
                  <a:ext uri="{FF2B5EF4-FFF2-40B4-BE49-F238E27FC236}">
                    <a16:creationId xmlns:a16="http://schemas.microsoft.com/office/drawing/2014/main" id="{3C5759B7-2CAE-2628-3C12-B6BE50E68C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12573" y="5086884"/>
                <a:ext cx="881301" cy="473259"/>
              </a:xfrm>
              <a:prstGeom prst="rect">
                <a:avLst/>
              </a:prstGeom>
            </p:spPr>
          </p:pic>
          <p:pic>
            <p:nvPicPr>
              <p:cNvPr id="29" name="Picture 2">
                <a:extLst>
                  <a:ext uri="{FF2B5EF4-FFF2-40B4-BE49-F238E27FC236}">
                    <a16:creationId xmlns:a16="http://schemas.microsoft.com/office/drawing/2014/main" id="{817CB6FE-8661-A177-3A1E-EF7F58D674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16638" y="4988573"/>
                <a:ext cx="1916840" cy="7397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7CA7E73-BE45-AA9F-88CA-9213BB6B288B}"/>
                  </a:ext>
                </a:extLst>
              </p:cNvPr>
              <p:cNvCxnSpPr>
                <a:stCxn id="26" idx="3"/>
                <a:endCxn id="29" idx="1"/>
              </p:cNvCxnSpPr>
              <p:nvPr/>
            </p:nvCxnSpPr>
            <p:spPr>
              <a:xfrm>
                <a:off x="7369942" y="5271989"/>
                <a:ext cx="446696" cy="86474"/>
              </a:xfrm>
              <a:prstGeom prst="line">
                <a:avLst/>
              </a:prstGeom>
              <a:ln w="9525">
                <a:solidFill>
                  <a:schemeClr val="accent1"/>
                </a:solidFill>
                <a:headEnd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36A7DFFD-06CA-8E30-7263-A9CB2D7E5391}"/>
                  </a:ext>
                </a:extLst>
              </p:cNvPr>
              <p:cNvCxnSpPr>
                <a:stCxn id="27" idx="0"/>
                <a:endCxn id="29" idx="2"/>
              </p:cNvCxnSpPr>
              <p:nvPr/>
            </p:nvCxnSpPr>
            <p:spPr>
              <a:xfrm flipV="1">
                <a:off x="8466468" y="5728353"/>
                <a:ext cx="308590" cy="361850"/>
              </a:xfrm>
              <a:prstGeom prst="line">
                <a:avLst/>
              </a:prstGeom>
              <a:ln w="9525">
                <a:solidFill>
                  <a:schemeClr val="accent1"/>
                </a:solidFill>
                <a:headEnd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6576128E-C1FF-D2ED-B5A8-0EDDC76532FC}"/>
                  </a:ext>
                </a:extLst>
              </p:cNvPr>
              <p:cNvCxnSpPr>
                <a:stCxn id="29" idx="3"/>
                <a:endCxn id="28" idx="1"/>
              </p:cNvCxnSpPr>
              <p:nvPr/>
            </p:nvCxnSpPr>
            <p:spPr>
              <a:xfrm flipV="1">
                <a:off x="9733478" y="5323514"/>
                <a:ext cx="779095" cy="34949"/>
              </a:xfrm>
              <a:prstGeom prst="line">
                <a:avLst/>
              </a:prstGeom>
              <a:ln w="9525">
                <a:solidFill>
                  <a:schemeClr val="accent1"/>
                </a:solidFill>
                <a:headEnd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D18D40-FAFC-5B7B-245D-779909A9901E}"/>
                  </a:ext>
                </a:extLst>
              </p:cNvPr>
              <p:cNvSpPr txBox="1"/>
              <p:nvPr/>
            </p:nvSpPr>
            <p:spPr>
              <a:xfrm>
                <a:off x="8953849" y="5813345"/>
                <a:ext cx="220092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1600" err="1"/>
                  <a:t>Networked</a:t>
                </a:r>
                <a:r>
                  <a:rPr lang="de-DE" sz="1600"/>
                  <a:t> </a:t>
                </a:r>
                <a:r>
                  <a:rPr lang="de-DE" sz="1600" err="1"/>
                  <a:t>edge</a:t>
                </a:r>
                <a:r>
                  <a:rPr lang="de-DE" sz="1600"/>
                  <a:t> </a:t>
                </a:r>
                <a:r>
                  <a:rPr lang="de-DE" sz="1600" err="1"/>
                  <a:t>system</a:t>
                </a:r>
                <a:endParaRPr lang="en-US" sz="1600" err="1"/>
              </a:p>
            </p:txBody>
          </p:sp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11E2ADF-4AC1-51AB-7728-6E59F495B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9948" y="5511618"/>
              <a:ext cx="463914" cy="4639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1D66697-8FA9-3CB8-EC62-2A908518E22F}"/>
                </a:ext>
              </a:extLst>
            </p:cNvPr>
            <p:cNvSpPr txBox="1"/>
            <p:nvPr/>
          </p:nvSpPr>
          <p:spPr>
            <a:xfrm>
              <a:off x="4218373" y="4960956"/>
              <a:ext cx="1829617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66700" indent="-266700" algn="l"/>
              <a:r>
                <a:rPr lang="de-DE" b="1"/>
                <a:t>2.b) Network/Edge Management AI 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B0504E2-844B-C21D-E61C-317D1C316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46844" y="4658004"/>
              <a:ext cx="902139" cy="9021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908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7DCB9-6415-DF3A-60D2-71CC0289E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>
                <a:solidFill>
                  <a:srgbClr val="FFFFFF"/>
                </a:solidFill>
              </a:rPr>
              <a:t>Use Case 1: </a:t>
            </a:r>
            <a:br>
              <a:rPr lang="en-US" sz="4400" b="1">
                <a:solidFill>
                  <a:srgbClr val="FFFFFF"/>
                </a:solidFill>
              </a:rPr>
            </a:br>
            <a:r>
              <a:rPr lang="en-US" sz="4400" b="1">
                <a:solidFill>
                  <a:srgbClr val="FFFFFF"/>
                </a:solidFill>
              </a:rPr>
              <a:t>AI-based localization in Industry</a:t>
            </a:r>
            <a:endParaRPr lang="en-DE"/>
          </a:p>
        </p:txBody>
      </p:sp>
      <p:sp>
        <p:nvSpPr>
          <p:cNvPr id="4" name="Rechteck 16">
            <a:extLst>
              <a:ext uri="{FF2B5EF4-FFF2-40B4-BE49-F238E27FC236}">
                <a16:creationId xmlns:a16="http://schemas.microsoft.com/office/drawing/2014/main" id="{4773C488-AE18-381F-51EB-7AF5F0EB36E3}"/>
              </a:ext>
            </a:extLst>
          </p:cNvPr>
          <p:cNvSpPr/>
          <p:nvPr/>
        </p:nvSpPr>
        <p:spPr>
          <a:xfrm rot="5400000">
            <a:off x="3447271" y="4306309"/>
            <a:ext cx="2272317" cy="190513"/>
          </a:xfrm>
          <a:custGeom>
            <a:avLst/>
            <a:gdLst>
              <a:gd name="connsiteX0" fmla="*/ 0 w 2272317"/>
              <a:gd name="connsiteY0" fmla="*/ 0 h 190513"/>
              <a:gd name="connsiteX1" fmla="*/ 522633 w 2272317"/>
              <a:gd name="connsiteY1" fmla="*/ 0 h 190513"/>
              <a:gd name="connsiteX2" fmla="*/ 1045266 w 2272317"/>
              <a:gd name="connsiteY2" fmla="*/ 0 h 190513"/>
              <a:gd name="connsiteX3" fmla="*/ 1567899 w 2272317"/>
              <a:gd name="connsiteY3" fmla="*/ 0 h 190513"/>
              <a:gd name="connsiteX4" fmla="*/ 2272317 w 2272317"/>
              <a:gd name="connsiteY4" fmla="*/ 0 h 190513"/>
              <a:gd name="connsiteX5" fmla="*/ 2272317 w 2272317"/>
              <a:gd name="connsiteY5" fmla="*/ 190513 h 190513"/>
              <a:gd name="connsiteX6" fmla="*/ 1749684 w 2272317"/>
              <a:gd name="connsiteY6" fmla="*/ 190513 h 190513"/>
              <a:gd name="connsiteX7" fmla="*/ 1249774 w 2272317"/>
              <a:gd name="connsiteY7" fmla="*/ 190513 h 190513"/>
              <a:gd name="connsiteX8" fmla="*/ 681695 w 2272317"/>
              <a:gd name="connsiteY8" fmla="*/ 190513 h 190513"/>
              <a:gd name="connsiteX9" fmla="*/ 0 w 2272317"/>
              <a:gd name="connsiteY9" fmla="*/ 190513 h 190513"/>
              <a:gd name="connsiteX10" fmla="*/ 0 w 2272317"/>
              <a:gd name="connsiteY10" fmla="*/ 0 h 190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72317" h="190513" fill="none" extrusionOk="0">
                <a:moveTo>
                  <a:pt x="0" y="0"/>
                </a:moveTo>
                <a:cubicBezTo>
                  <a:pt x="219984" y="-25786"/>
                  <a:pt x="350008" y="1469"/>
                  <a:pt x="522633" y="0"/>
                </a:cubicBezTo>
                <a:cubicBezTo>
                  <a:pt x="695258" y="-1469"/>
                  <a:pt x="854183" y="26992"/>
                  <a:pt x="1045266" y="0"/>
                </a:cubicBezTo>
                <a:cubicBezTo>
                  <a:pt x="1236349" y="-26992"/>
                  <a:pt x="1365348" y="42959"/>
                  <a:pt x="1567899" y="0"/>
                </a:cubicBezTo>
                <a:cubicBezTo>
                  <a:pt x="1770450" y="-42959"/>
                  <a:pt x="2083708" y="15941"/>
                  <a:pt x="2272317" y="0"/>
                </a:cubicBezTo>
                <a:cubicBezTo>
                  <a:pt x="2281666" y="41875"/>
                  <a:pt x="2259189" y="107183"/>
                  <a:pt x="2272317" y="190513"/>
                </a:cubicBezTo>
                <a:cubicBezTo>
                  <a:pt x="2166242" y="203324"/>
                  <a:pt x="1930291" y="188081"/>
                  <a:pt x="1749684" y="190513"/>
                </a:cubicBezTo>
                <a:cubicBezTo>
                  <a:pt x="1569077" y="192945"/>
                  <a:pt x="1392361" y="177493"/>
                  <a:pt x="1249774" y="190513"/>
                </a:cubicBezTo>
                <a:cubicBezTo>
                  <a:pt x="1107187" y="203533"/>
                  <a:pt x="954514" y="132839"/>
                  <a:pt x="681695" y="190513"/>
                </a:cubicBezTo>
                <a:cubicBezTo>
                  <a:pt x="408876" y="248187"/>
                  <a:pt x="219051" y="111420"/>
                  <a:pt x="0" y="190513"/>
                </a:cubicBezTo>
                <a:cubicBezTo>
                  <a:pt x="-15078" y="117884"/>
                  <a:pt x="4500" y="59959"/>
                  <a:pt x="0" y="0"/>
                </a:cubicBezTo>
                <a:close/>
              </a:path>
              <a:path w="2272317" h="190513" stroke="0" extrusionOk="0">
                <a:moveTo>
                  <a:pt x="0" y="0"/>
                </a:moveTo>
                <a:cubicBezTo>
                  <a:pt x="202933" y="-53406"/>
                  <a:pt x="403988" y="26178"/>
                  <a:pt x="568079" y="0"/>
                </a:cubicBezTo>
                <a:cubicBezTo>
                  <a:pt x="732170" y="-26178"/>
                  <a:pt x="858433" y="39910"/>
                  <a:pt x="1113435" y="0"/>
                </a:cubicBezTo>
                <a:cubicBezTo>
                  <a:pt x="1368437" y="-39910"/>
                  <a:pt x="1533841" y="3505"/>
                  <a:pt x="1658791" y="0"/>
                </a:cubicBezTo>
                <a:cubicBezTo>
                  <a:pt x="1783741" y="-3505"/>
                  <a:pt x="2146827" y="49011"/>
                  <a:pt x="2272317" y="0"/>
                </a:cubicBezTo>
                <a:cubicBezTo>
                  <a:pt x="2294618" y="39108"/>
                  <a:pt x="2257156" y="95796"/>
                  <a:pt x="2272317" y="190513"/>
                </a:cubicBezTo>
                <a:cubicBezTo>
                  <a:pt x="2007377" y="245007"/>
                  <a:pt x="1829888" y="178394"/>
                  <a:pt x="1704238" y="190513"/>
                </a:cubicBezTo>
                <a:cubicBezTo>
                  <a:pt x="1578588" y="202632"/>
                  <a:pt x="1327986" y="183147"/>
                  <a:pt x="1136159" y="190513"/>
                </a:cubicBezTo>
                <a:cubicBezTo>
                  <a:pt x="944332" y="197879"/>
                  <a:pt x="775847" y="156302"/>
                  <a:pt x="636249" y="190513"/>
                </a:cubicBezTo>
                <a:cubicBezTo>
                  <a:pt x="496651" y="224724"/>
                  <a:pt x="240636" y="173356"/>
                  <a:pt x="0" y="190513"/>
                </a:cubicBezTo>
                <a:cubicBezTo>
                  <a:pt x="-14163" y="148915"/>
                  <a:pt x="6171" y="68182"/>
                  <a:pt x="0" y="0"/>
                </a:cubicBezTo>
                <a:close/>
              </a:path>
            </a:pathLst>
          </a:custGeom>
          <a:solidFill>
            <a:srgbClr val="9999A9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7378430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cxnSp>
        <p:nvCxnSpPr>
          <p:cNvPr id="5" name="Gerade Verbindung mit Pfeil 7">
            <a:extLst>
              <a:ext uri="{FF2B5EF4-FFF2-40B4-BE49-F238E27FC236}">
                <a16:creationId xmlns:a16="http://schemas.microsoft.com/office/drawing/2014/main" id="{FA159A73-CE46-BBED-981A-E541AA01EAD0}"/>
              </a:ext>
            </a:extLst>
          </p:cNvPr>
          <p:cNvCxnSpPr>
            <a:cxnSpLocks/>
            <a:stCxn id="15" idx="1"/>
            <a:endCxn id="17" idx="1"/>
          </p:cNvCxnSpPr>
          <p:nvPr/>
        </p:nvCxnSpPr>
        <p:spPr>
          <a:xfrm flipV="1">
            <a:off x="6724744" y="3095675"/>
            <a:ext cx="1589472" cy="175317"/>
          </a:xfrm>
          <a:prstGeom prst="straightConnector1">
            <a:avLst/>
          </a:prstGeom>
          <a:ln w="2857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22">
            <a:extLst>
              <a:ext uri="{FF2B5EF4-FFF2-40B4-BE49-F238E27FC236}">
                <a16:creationId xmlns:a16="http://schemas.microsoft.com/office/drawing/2014/main" id="{9ECFB09F-5E19-CAE0-3EC7-C72F9AF675B1}"/>
              </a:ext>
            </a:extLst>
          </p:cNvPr>
          <p:cNvCxnSpPr>
            <a:cxnSpLocks/>
            <a:stCxn id="15" idx="3"/>
          </p:cNvCxnSpPr>
          <p:nvPr/>
        </p:nvCxnSpPr>
        <p:spPr>
          <a:xfrm flipH="1" flipV="1">
            <a:off x="4030433" y="3202427"/>
            <a:ext cx="2015904" cy="68565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1">
            <a:extLst>
              <a:ext uri="{FF2B5EF4-FFF2-40B4-BE49-F238E27FC236}">
                <a16:creationId xmlns:a16="http://schemas.microsoft.com/office/drawing/2014/main" id="{3550CCA2-985E-D7C2-7B4F-7A13F8ED003B}"/>
              </a:ext>
            </a:extLst>
          </p:cNvPr>
          <p:cNvSpPr txBox="1"/>
          <p:nvPr/>
        </p:nvSpPr>
        <p:spPr>
          <a:xfrm>
            <a:off x="3743836" y="5717556"/>
            <a:ext cx="230250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Attenuations, reflections, etc.</a:t>
            </a:r>
          </a:p>
          <a:p>
            <a:pPr algn="l"/>
            <a:r>
              <a:rPr lang="en-US"/>
              <a:t>add </a:t>
            </a:r>
            <a:r>
              <a:rPr lang="en-US" b="1"/>
              <a:t>ranging error</a:t>
            </a:r>
            <a:endParaRPr lang="en-US"/>
          </a:p>
        </p:txBody>
      </p:sp>
      <p:grpSp>
        <p:nvGrpSpPr>
          <p:cNvPr id="8" name="Gruppieren 3">
            <a:extLst>
              <a:ext uri="{FF2B5EF4-FFF2-40B4-BE49-F238E27FC236}">
                <a16:creationId xmlns:a16="http://schemas.microsoft.com/office/drawing/2014/main" id="{A95F3A7A-C028-F817-B777-009553C692A4}"/>
              </a:ext>
            </a:extLst>
          </p:cNvPr>
          <p:cNvGrpSpPr/>
          <p:nvPr/>
        </p:nvGrpSpPr>
        <p:grpSpPr>
          <a:xfrm>
            <a:off x="440857" y="1726454"/>
            <a:ext cx="3449662" cy="2203996"/>
            <a:chOff x="341350" y="780990"/>
            <a:chExt cx="3449662" cy="2203996"/>
          </a:xfrm>
        </p:grpSpPr>
        <p:pic>
          <p:nvPicPr>
            <p:cNvPr id="9" name="Picture 2" descr="Sensors 19 05547 g001">
              <a:extLst>
                <a:ext uri="{FF2B5EF4-FFF2-40B4-BE49-F238E27FC236}">
                  <a16:creationId xmlns:a16="http://schemas.microsoft.com/office/drawing/2014/main" id="{2E641690-0911-C228-BF94-4E3D5C95AF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547" b="9604"/>
            <a:stretch/>
          </p:blipFill>
          <p:spPr bwMode="auto">
            <a:xfrm>
              <a:off x="480887" y="1084828"/>
              <a:ext cx="2490077" cy="1900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feld 12">
              <a:extLst>
                <a:ext uri="{FF2B5EF4-FFF2-40B4-BE49-F238E27FC236}">
                  <a16:creationId xmlns:a16="http://schemas.microsoft.com/office/drawing/2014/main" id="{215B8683-F3A3-6B88-0788-129137B552C3}"/>
                </a:ext>
              </a:extLst>
            </p:cNvPr>
            <p:cNvSpPr txBox="1"/>
            <p:nvPr/>
          </p:nvSpPr>
          <p:spPr>
            <a:xfrm>
              <a:off x="341350" y="780990"/>
              <a:ext cx="344966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de-DE"/>
                <a:t>Channel Impulse Response (CIR)</a:t>
              </a:r>
            </a:p>
          </p:txBody>
        </p:sp>
      </p:grpSp>
      <p:grpSp>
        <p:nvGrpSpPr>
          <p:cNvPr id="11" name="Gruppieren 18">
            <a:extLst>
              <a:ext uri="{FF2B5EF4-FFF2-40B4-BE49-F238E27FC236}">
                <a16:creationId xmlns:a16="http://schemas.microsoft.com/office/drawing/2014/main" id="{1BC9E446-ACFA-6207-4B62-7AAF60F55E8F}"/>
              </a:ext>
            </a:extLst>
          </p:cNvPr>
          <p:cNvGrpSpPr/>
          <p:nvPr/>
        </p:nvGrpSpPr>
        <p:grpSpPr>
          <a:xfrm>
            <a:off x="568012" y="4158195"/>
            <a:ext cx="2584011" cy="2108896"/>
            <a:chOff x="684871" y="3544300"/>
            <a:chExt cx="2584011" cy="2108896"/>
          </a:xfrm>
        </p:grpSpPr>
        <p:pic>
          <p:nvPicPr>
            <p:cNvPr id="12" name="Picture 2" descr="Sensors 19 05547 g001">
              <a:extLst>
                <a:ext uri="{FF2B5EF4-FFF2-40B4-BE49-F238E27FC236}">
                  <a16:creationId xmlns:a16="http://schemas.microsoft.com/office/drawing/2014/main" id="{66E879E9-85D2-C44C-1788-D43EE9A4244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05" r="33218" b="10473"/>
            <a:stretch/>
          </p:blipFill>
          <p:spPr bwMode="auto">
            <a:xfrm>
              <a:off x="684871" y="3771295"/>
              <a:ext cx="2584011" cy="18819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feld 13">
              <a:extLst>
                <a:ext uri="{FF2B5EF4-FFF2-40B4-BE49-F238E27FC236}">
                  <a16:creationId xmlns:a16="http://schemas.microsoft.com/office/drawing/2014/main" id="{E6B5EF82-39D2-F3ED-9F11-DC22022B0B33}"/>
                </a:ext>
              </a:extLst>
            </p:cNvPr>
            <p:cNvSpPr txBox="1"/>
            <p:nvPr/>
          </p:nvSpPr>
          <p:spPr>
            <a:xfrm>
              <a:off x="1867409" y="3544300"/>
              <a:ext cx="39754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de-DE"/>
                <a:t>CIR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1E1F6E-3B1B-1DB1-6ECC-440861747F4C}"/>
              </a:ext>
            </a:extLst>
          </p:cNvPr>
          <p:cNvGrpSpPr/>
          <p:nvPr/>
        </p:nvGrpSpPr>
        <p:grpSpPr>
          <a:xfrm>
            <a:off x="6046337" y="2851091"/>
            <a:ext cx="678407" cy="725696"/>
            <a:chOff x="6046337" y="2851091"/>
            <a:chExt cx="678407" cy="725696"/>
          </a:xfrm>
        </p:grpSpPr>
        <p:pic>
          <p:nvPicPr>
            <p:cNvPr id="15" name="Grafik 8">
              <a:extLst>
                <a:ext uri="{FF2B5EF4-FFF2-40B4-BE49-F238E27FC236}">
                  <a16:creationId xmlns:a16="http://schemas.microsoft.com/office/drawing/2014/main" id="{A847976D-1934-1AAD-9199-EA1BA6EE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6046337" y="2965197"/>
              <a:ext cx="678407" cy="611590"/>
            </a:xfrm>
            <a:prstGeom prst="rect">
              <a:avLst/>
            </a:prstGeom>
          </p:spPr>
        </p:pic>
        <p:sp>
          <p:nvSpPr>
            <p:cNvPr id="16" name="Textfeld 12">
              <a:extLst>
                <a:ext uri="{FF2B5EF4-FFF2-40B4-BE49-F238E27FC236}">
                  <a16:creationId xmlns:a16="http://schemas.microsoft.com/office/drawing/2014/main" id="{AA7F87AE-1CC1-5D21-C370-AF5E393157C2}"/>
                </a:ext>
              </a:extLst>
            </p:cNvPr>
            <p:cNvSpPr txBox="1"/>
            <p:nvPr/>
          </p:nvSpPr>
          <p:spPr>
            <a:xfrm>
              <a:off x="6074182" y="2851091"/>
              <a:ext cx="60593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de-DE"/>
                <a:t>Tracker</a:t>
              </a:r>
            </a:p>
          </p:txBody>
        </p:sp>
      </p:grpSp>
      <p:pic>
        <p:nvPicPr>
          <p:cNvPr id="17" name="Picture 2">
            <a:extLst>
              <a:ext uri="{FF2B5EF4-FFF2-40B4-BE49-F238E27FC236}">
                <a16:creationId xmlns:a16="http://schemas.microsoft.com/office/drawing/2014/main" id="{FC72BE24-9C64-9602-C2FF-8E6695CBB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216" y="2617387"/>
            <a:ext cx="956576" cy="95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9DA8CE18-00EA-4C74-2D2D-5F64F403E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3857" y="4573085"/>
            <a:ext cx="956576" cy="95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725605-696B-6A51-8296-15AD387CD9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113" y="3742364"/>
            <a:ext cx="5914509" cy="264897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34631D6-EBFE-ECBB-DC14-A91D4DA8E3B8}"/>
              </a:ext>
            </a:extLst>
          </p:cNvPr>
          <p:cNvGrpSpPr/>
          <p:nvPr/>
        </p:nvGrpSpPr>
        <p:grpSpPr>
          <a:xfrm>
            <a:off x="3552145" y="1700491"/>
            <a:ext cx="3335895" cy="2872594"/>
            <a:chOff x="3552145" y="1700491"/>
            <a:chExt cx="3335895" cy="2872594"/>
          </a:xfrm>
        </p:grpSpPr>
        <p:cxnSp>
          <p:nvCxnSpPr>
            <p:cNvPr id="21" name="Connector: Elbow 165">
              <a:extLst>
                <a:ext uri="{FF2B5EF4-FFF2-40B4-BE49-F238E27FC236}">
                  <a16:creationId xmlns:a16="http://schemas.microsoft.com/office/drawing/2014/main" id="{319C3A80-C431-C5D9-7114-A4A1FDFCD9ED}"/>
                </a:ext>
              </a:extLst>
            </p:cNvPr>
            <p:cNvCxnSpPr>
              <a:cxnSpLocks/>
              <a:stCxn id="18" idx="0"/>
              <a:endCxn id="22" idx="2"/>
            </p:cNvCxnSpPr>
            <p:nvPr/>
          </p:nvCxnSpPr>
          <p:spPr>
            <a:xfrm rot="5400000" flipH="1" flipV="1">
              <a:off x="3899774" y="1816776"/>
              <a:ext cx="2408680" cy="3103938"/>
            </a:xfrm>
            <a:prstGeom prst="bentConnector3">
              <a:avLst>
                <a:gd name="adj1" fmla="val 90674"/>
              </a:avLst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402B6E7-1637-8BB8-9768-82E84D8C0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24126" y="1700491"/>
              <a:ext cx="463914" cy="463914"/>
            </a:xfrm>
            <a:prstGeom prst="rect">
              <a:avLst/>
            </a:prstGeom>
          </p:spPr>
        </p:pic>
      </p:grpSp>
      <p:sp>
        <p:nvSpPr>
          <p:cNvPr id="23" name="Textfeld 12">
            <a:extLst>
              <a:ext uri="{FF2B5EF4-FFF2-40B4-BE49-F238E27FC236}">
                <a16:creationId xmlns:a16="http://schemas.microsoft.com/office/drawing/2014/main" id="{868E33D5-962A-2B64-ACA9-D1F12DC5E6A6}"/>
              </a:ext>
            </a:extLst>
          </p:cNvPr>
          <p:cNvSpPr txBox="1"/>
          <p:nvPr/>
        </p:nvSpPr>
        <p:spPr>
          <a:xfrm>
            <a:off x="7026208" y="1737873"/>
            <a:ext cx="426523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800"/>
              <a:t>AI </a:t>
            </a:r>
            <a:r>
              <a:rPr lang="de-DE" sz="1800" err="1"/>
              <a:t>is</a:t>
            </a:r>
            <a:r>
              <a:rPr lang="de-DE" sz="1800"/>
              <a:t> </a:t>
            </a:r>
            <a:r>
              <a:rPr lang="de-DE" sz="1800" err="1"/>
              <a:t>used</a:t>
            </a:r>
            <a:r>
              <a:rPr lang="de-DE" sz="1800"/>
              <a:t> in </a:t>
            </a:r>
            <a:r>
              <a:rPr lang="de-DE" sz="1800" err="1"/>
              <a:t>position</a:t>
            </a:r>
            <a:r>
              <a:rPr lang="de-DE" sz="1800"/>
              <a:t> </a:t>
            </a:r>
            <a:r>
              <a:rPr lang="de-DE" sz="1800" err="1"/>
              <a:t>calculation</a:t>
            </a:r>
            <a:r>
              <a:rPr lang="de-DE" sz="1800"/>
              <a:t> and </a:t>
            </a:r>
            <a:r>
              <a:rPr lang="de-DE" sz="1800" err="1"/>
              <a:t>learns</a:t>
            </a:r>
            <a:r>
              <a:rPr lang="de-DE" sz="1800"/>
              <a:t> </a:t>
            </a:r>
            <a:r>
              <a:rPr lang="de-DE" sz="1800" err="1"/>
              <a:t>good</a:t>
            </a:r>
            <a:r>
              <a:rPr lang="de-DE" sz="1800"/>
              <a:t> and </a:t>
            </a:r>
            <a:r>
              <a:rPr lang="de-DE" sz="1800" err="1"/>
              <a:t>bad</a:t>
            </a:r>
            <a:r>
              <a:rPr lang="de-DE" sz="1800"/>
              <a:t> </a:t>
            </a:r>
            <a:r>
              <a:rPr lang="de-DE" sz="1800" err="1"/>
              <a:t>signals</a:t>
            </a:r>
            <a:r>
              <a:rPr lang="de-DE" sz="1800"/>
              <a:t>.</a:t>
            </a:r>
          </a:p>
        </p:txBody>
      </p:sp>
      <p:cxnSp>
        <p:nvCxnSpPr>
          <p:cNvPr id="24" name="Connector: Elbow 150">
            <a:extLst>
              <a:ext uri="{FF2B5EF4-FFF2-40B4-BE49-F238E27FC236}">
                <a16:creationId xmlns:a16="http://schemas.microsoft.com/office/drawing/2014/main" id="{3E4CFC8E-D961-A300-8F53-315D99AF6DC6}"/>
              </a:ext>
            </a:extLst>
          </p:cNvPr>
          <p:cNvCxnSpPr>
            <a:stCxn id="17" idx="0"/>
            <a:endCxn id="22" idx="2"/>
          </p:cNvCxnSpPr>
          <p:nvPr/>
        </p:nvCxnSpPr>
        <p:spPr>
          <a:xfrm rot="16200000" flipV="1">
            <a:off x="7497803" y="1322685"/>
            <a:ext cx="452982" cy="2136421"/>
          </a:xfrm>
          <a:prstGeom prst="bentConnector3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9848FD0-78DB-B471-EEDA-D3A38D031EEF}"/>
              </a:ext>
            </a:extLst>
          </p:cNvPr>
          <p:cNvSpPr txBox="1"/>
          <p:nvPr/>
        </p:nvSpPr>
        <p:spPr>
          <a:xfrm>
            <a:off x="4565807" y="2121274"/>
            <a:ext cx="13388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err="1"/>
              <a:t>transmit</a:t>
            </a:r>
            <a:r>
              <a:rPr lang="de-DE" i="1"/>
              <a:t> </a:t>
            </a:r>
            <a:r>
              <a:rPr lang="de-DE" i="1" err="1"/>
              <a:t>signal</a:t>
            </a:r>
            <a:endParaRPr lang="en-US" i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526B32-10FB-C7EE-5C96-2931063C8115}"/>
              </a:ext>
            </a:extLst>
          </p:cNvPr>
          <p:cNvSpPr txBox="1"/>
          <p:nvPr/>
        </p:nvSpPr>
        <p:spPr>
          <a:xfrm>
            <a:off x="4032144" y="267920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err="1"/>
              <a:t>receive</a:t>
            </a:r>
            <a:r>
              <a:rPr lang="de-DE" i="1"/>
              <a:t> </a:t>
            </a:r>
          </a:p>
          <a:p>
            <a:r>
              <a:rPr lang="de-DE" i="1" err="1"/>
              <a:t>signal</a:t>
            </a:r>
            <a:endParaRPr lang="en-US" i="1"/>
          </a:p>
        </p:txBody>
      </p:sp>
      <p:cxnSp>
        <p:nvCxnSpPr>
          <p:cNvPr id="27" name="Gerade Verbindung mit Pfeil 22">
            <a:extLst>
              <a:ext uri="{FF2B5EF4-FFF2-40B4-BE49-F238E27FC236}">
                <a16:creationId xmlns:a16="http://schemas.microsoft.com/office/drawing/2014/main" id="{3C0527B9-6D90-3CB7-A49A-9157AAD68089}"/>
              </a:ext>
            </a:extLst>
          </p:cNvPr>
          <p:cNvCxnSpPr>
            <a:cxnSpLocks/>
          </p:cNvCxnSpPr>
          <p:nvPr/>
        </p:nvCxnSpPr>
        <p:spPr>
          <a:xfrm flipH="1">
            <a:off x="4134678" y="3439657"/>
            <a:ext cx="1876278" cy="1585894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3">
            <a:extLst>
              <a:ext uri="{FF2B5EF4-FFF2-40B4-BE49-F238E27FC236}">
                <a16:creationId xmlns:a16="http://schemas.microsoft.com/office/drawing/2014/main" id="{382B9A96-B233-605B-A769-2287AFC8E3C7}"/>
              </a:ext>
            </a:extLst>
          </p:cNvPr>
          <p:cNvSpPr txBox="1"/>
          <p:nvPr/>
        </p:nvSpPr>
        <p:spPr>
          <a:xfrm>
            <a:off x="8536825" y="3546091"/>
            <a:ext cx="5113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00">
                <a:solidFill>
                  <a:schemeClr val="bg1">
                    <a:lumMod val="50000"/>
                  </a:schemeClr>
                </a:solidFill>
              </a:rPr>
              <a:t>Anchor 3</a:t>
            </a:r>
          </a:p>
        </p:txBody>
      </p:sp>
      <p:sp>
        <p:nvSpPr>
          <p:cNvPr id="29" name="Textfeld 23">
            <a:extLst>
              <a:ext uri="{FF2B5EF4-FFF2-40B4-BE49-F238E27FC236}">
                <a16:creationId xmlns:a16="http://schemas.microsoft.com/office/drawing/2014/main" id="{D9E7E66F-B406-48A8-9E7C-EEF3FFEBD9FD}"/>
              </a:ext>
            </a:extLst>
          </p:cNvPr>
          <p:cNvSpPr txBox="1"/>
          <p:nvPr/>
        </p:nvSpPr>
        <p:spPr>
          <a:xfrm>
            <a:off x="3261886" y="3571759"/>
            <a:ext cx="50975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00">
                <a:solidFill>
                  <a:schemeClr val="bg1">
                    <a:lumMod val="50000"/>
                  </a:schemeClr>
                </a:solidFill>
              </a:rPr>
              <a:t>Anchor 1</a:t>
            </a:r>
          </a:p>
        </p:txBody>
      </p:sp>
      <p:sp>
        <p:nvSpPr>
          <p:cNvPr id="30" name="Textfeld 23">
            <a:extLst>
              <a:ext uri="{FF2B5EF4-FFF2-40B4-BE49-F238E27FC236}">
                <a16:creationId xmlns:a16="http://schemas.microsoft.com/office/drawing/2014/main" id="{8D55B204-A728-DC3D-4246-CDA44ABA80ED}"/>
              </a:ext>
            </a:extLst>
          </p:cNvPr>
          <p:cNvSpPr txBox="1"/>
          <p:nvPr/>
        </p:nvSpPr>
        <p:spPr>
          <a:xfrm>
            <a:off x="3296466" y="5528110"/>
            <a:ext cx="5113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00">
                <a:solidFill>
                  <a:schemeClr val="bg1">
                    <a:lumMod val="50000"/>
                  </a:schemeClr>
                </a:solidFill>
              </a:rPr>
              <a:t>Anchor 2</a:t>
            </a:r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CE4DF66C-A01D-6D0C-728D-10D29DAD1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476" y="2611002"/>
            <a:ext cx="956576" cy="95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866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23" grpId="0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FB269D0E-EB11-DDB3-BF15-5393E7019B85}"/>
              </a:ext>
            </a:extLst>
          </p:cNvPr>
          <p:cNvGrpSpPr/>
          <p:nvPr/>
        </p:nvGrpSpPr>
        <p:grpSpPr>
          <a:xfrm>
            <a:off x="-8953500" y="6303864"/>
            <a:ext cx="3840480" cy="5904137"/>
            <a:chOff x="4175760" y="2034014"/>
            <a:chExt cx="3840480" cy="590413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1B79E3D2-FF1E-9BB6-FCFB-261E957B7E9A}"/>
                </a:ext>
              </a:extLst>
            </p:cNvPr>
            <p:cNvSpPr/>
            <p:nvPr/>
          </p:nvSpPr>
          <p:spPr>
            <a:xfrm>
              <a:off x="4175760" y="2034014"/>
              <a:ext cx="3119120" cy="568762"/>
            </a:xfrm>
            <a:prstGeom prst="roundRect">
              <a:avLst>
                <a:gd name="adj" fmla="val 14220"/>
              </a:avLst>
            </a:prstGeom>
            <a:solidFill>
              <a:srgbClr val="0087B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spAutoFit/>
            </a:bodyPr>
            <a:lstStyle/>
            <a:p>
              <a:r>
                <a:rPr lang="en-GB">
                  <a:latin typeface="Aptos Display" panose="020B0004020202020204" pitchFamily="34" charset="0"/>
                </a:rPr>
                <a:t>Hello! I'm your Industrial Edge Assistant. How can I assist you today?</a:t>
              </a:r>
              <a:endParaRPr lang="en-DE">
                <a:latin typeface="Aptos Display" panose="020B0004020202020204" pitchFamily="34" charset="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13EC6F6-A720-C86A-9CA7-22B648EF7BA1}"/>
                </a:ext>
              </a:extLst>
            </p:cNvPr>
            <p:cNvSpPr/>
            <p:nvPr/>
          </p:nvSpPr>
          <p:spPr>
            <a:xfrm>
              <a:off x="4897120" y="2674776"/>
              <a:ext cx="3119120" cy="604183"/>
            </a:xfrm>
            <a:prstGeom prst="roundRect">
              <a:avLst>
                <a:gd name="adj" fmla="val 11917"/>
              </a:avLst>
            </a:prstGeom>
            <a:solidFill>
              <a:srgbClr val="4C4C6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spAutoFit/>
            </a:bodyPr>
            <a:lstStyle/>
            <a:p>
              <a:r>
                <a:rPr lang="en-GB">
                  <a:latin typeface="Aptos Display" panose="020B0004020202020204" pitchFamily="34" charset="0"/>
                </a:rPr>
                <a:t>Please, report the recent relevant events.</a:t>
              </a:r>
              <a:endParaRPr lang="en-DE">
                <a:latin typeface="Aptos Display" panose="020B0004020202020204" pitchFamily="34" charset="0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C5536074-3638-348E-084C-CDCED42EAA3A}"/>
                </a:ext>
              </a:extLst>
            </p:cNvPr>
            <p:cNvSpPr/>
            <p:nvPr/>
          </p:nvSpPr>
          <p:spPr>
            <a:xfrm>
              <a:off x="4175760" y="3325066"/>
              <a:ext cx="3119120" cy="1214795"/>
            </a:xfrm>
            <a:prstGeom prst="roundRect">
              <a:avLst>
                <a:gd name="adj" fmla="val 6521"/>
              </a:avLst>
            </a:prstGeom>
            <a:solidFill>
              <a:srgbClr val="0087B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spAutoFit/>
            </a:bodyPr>
            <a:lstStyle/>
            <a:p>
              <a:r>
                <a:rPr lang="en-GB">
                  <a:latin typeface="Aptos Display" panose="020B0004020202020204" pitchFamily="34" charset="0"/>
                </a:rPr>
                <a:t>Overall, the system has been stable, with no major incidents, except on Tuesday. The app Camera AI app was restarted 130 times on edge device ALPHA1.</a:t>
              </a:r>
              <a:endParaRPr lang="en-DE">
                <a:latin typeface="Aptos Display" panose="020B0004020202020204" pitchFamily="34" charset="0"/>
              </a:endParaRP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4AFC60A4-FF09-20FE-EA9C-7956A8D2EED3}"/>
                </a:ext>
              </a:extLst>
            </p:cNvPr>
            <p:cNvSpPr/>
            <p:nvPr/>
          </p:nvSpPr>
          <p:spPr>
            <a:xfrm>
              <a:off x="4897120" y="4596555"/>
              <a:ext cx="3119120" cy="352425"/>
            </a:xfrm>
            <a:prstGeom prst="roundRect">
              <a:avLst>
                <a:gd name="adj" fmla="val 20430"/>
              </a:avLst>
            </a:prstGeom>
            <a:solidFill>
              <a:srgbClr val="4C4C6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spAutoFit/>
            </a:bodyPr>
            <a:lstStyle/>
            <a:p>
              <a:r>
                <a:rPr lang="en-DE">
                  <a:latin typeface="Aptos Display" panose="020B0004020202020204" pitchFamily="34" charset="0"/>
                </a:rPr>
                <a:t>What could be the reason?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71482797-0251-AA0E-EE6F-41F38DDA0A15}"/>
                </a:ext>
              </a:extLst>
            </p:cNvPr>
            <p:cNvSpPr/>
            <p:nvPr/>
          </p:nvSpPr>
          <p:spPr>
            <a:xfrm>
              <a:off x="4175760" y="5020980"/>
              <a:ext cx="3119120" cy="781526"/>
            </a:xfrm>
            <a:prstGeom prst="roundRect">
              <a:avLst>
                <a:gd name="adj" fmla="val 10248"/>
              </a:avLst>
            </a:prstGeom>
            <a:solidFill>
              <a:srgbClr val="0087B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spAutoFit/>
            </a:bodyPr>
            <a:lstStyle/>
            <a:p>
              <a:r>
                <a:rPr lang="en-GB">
                  <a:latin typeface="Aptos Display" panose="020B0004020202020204" pitchFamily="34" charset="0"/>
                </a:rPr>
                <a:t>The app exceeded its memory limits, triggering restarts. These restarts coincide with high network utilization.</a:t>
              </a:r>
              <a:endParaRPr lang="en-DE">
                <a:latin typeface="Aptos Display" panose="020B0004020202020204" pitchFamily="34" charset="0"/>
              </a:endParaRP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68D6472C-0C69-FF70-5C81-42273ADA2235}"/>
                </a:ext>
              </a:extLst>
            </p:cNvPr>
            <p:cNvSpPr/>
            <p:nvPr/>
          </p:nvSpPr>
          <p:spPr>
            <a:xfrm>
              <a:off x="4897120" y="5874506"/>
              <a:ext cx="3119120" cy="352425"/>
            </a:xfrm>
            <a:prstGeom prst="roundRect">
              <a:avLst>
                <a:gd name="adj" fmla="val 20430"/>
              </a:avLst>
            </a:prstGeom>
            <a:solidFill>
              <a:srgbClr val="4C4C6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spAutoFit/>
            </a:bodyPr>
            <a:lstStyle/>
            <a:p>
              <a:r>
                <a:rPr lang="en-DE">
                  <a:latin typeface="Aptos Display" panose="020B0004020202020204" pitchFamily="34" charset="0"/>
                </a:rPr>
                <a:t>What do you recommend?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597A57AC-C713-2B72-1238-3ADB61A82B2C}"/>
                </a:ext>
              </a:extLst>
            </p:cNvPr>
            <p:cNvSpPr/>
            <p:nvPr/>
          </p:nvSpPr>
          <p:spPr>
            <a:xfrm>
              <a:off x="4175760" y="6298931"/>
              <a:ext cx="3119120" cy="1214795"/>
            </a:xfrm>
            <a:prstGeom prst="roundRect">
              <a:avLst>
                <a:gd name="adj" fmla="val 6521"/>
              </a:avLst>
            </a:prstGeom>
            <a:solidFill>
              <a:srgbClr val="0087B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spAutoFit/>
            </a:bodyPr>
            <a:lstStyle/>
            <a:p>
              <a:r>
                <a:rPr lang="en-GB">
                  <a:latin typeface="Aptos Display" panose="020B0004020202020204" pitchFamily="34" charset="0"/>
                </a:rPr>
                <a:t>I suggest increasing memory limits by 50% to prevent further restarts. Additionally, moving Camera AI app to edge device ALPHA 2 is advisable due to high load.</a:t>
              </a:r>
              <a:endParaRPr lang="en-DE">
                <a:latin typeface="Aptos Display" panose="020B0004020202020204" pitchFamily="34" charset="0"/>
              </a:endParaRP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1AE99F54-BBC1-EB9A-C1D4-9030A7F7980A}"/>
                </a:ext>
              </a:extLst>
            </p:cNvPr>
            <p:cNvSpPr/>
            <p:nvPr/>
          </p:nvSpPr>
          <p:spPr>
            <a:xfrm>
              <a:off x="4897120" y="7585726"/>
              <a:ext cx="3119120" cy="352425"/>
            </a:xfrm>
            <a:prstGeom prst="roundRect">
              <a:avLst>
                <a:gd name="adj" fmla="val 20430"/>
              </a:avLst>
            </a:prstGeom>
            <a:solidFill>
              <a:srgbClr val="4C4C6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spAutoFit/>
            </a:bodyPr>
            <a:lstStyle/>
            <a:p>
              <a:r>
                <a:rPr lang="en-DE">
                  <a:latin typeface="Aptos Display" panose="020B0004020202020204" pitchFamily="34" charset="0"/>
                </a:rPr>
                <a:t>Do it!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0D5E837-25E1-CD27-EE7D-98135DA34D2E}"/>
                </a:ext>
              </a:extLst>
            </p:cNvPr>
            <p:cNvSpPr/>
            <p:nvPr/>
          </p:nvSpPr>
          <p:spPr>
            <a:xfrm>
              <a:off x="4175760" y="2586140"/>
              <a:ext cx="3840480" cy="7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DBDD115-EAFA-4F2E-4CC1-E8AB97D0E34F}"/>
                </a:ext>
              </a:extLst>
            </p:cNvPr>
            <p:cNvSpPr/>
            <p:nvPr/>
          </p:nvSpPr>
          <p:spPr>
            <a:xfrm>
              <a:off x="4175760" y="2602776"/>
              <a:ext cx="3840480" cy="7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DCD450D-C257-14BC-5AFF-9D8F32E1CA53}"/>
                </a:ext>
              </a:extLst>
            </p:cNvPr>
            <p:cNvSpPr/>
            <p:nvPr/>
          </p:nvSpPr>
          <p:spPr>
            <a:xfrm>
              <a:off x="4175760" y="3278167"/>
              <a:ext cx="3840480" cy="7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9028F9C-AD64-3BC2-677A-3D85E1518AD6}"/>
                </a:ext>
              </a:extLst>
            </p:cNvPr>
            <p:cNvSpPr/>
            <p:nvPr/>
          </p:nvSpPr>
          <p:spPr>
            <a:xfrm>
              <a:off x="4175760" y="4532789"/>
              <a:ext cx="3840480" cy="7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50BCA3F-4111-C37C-F699-61FB01B44C22}"/>
                </a:ext>
              </a:extLst>
            </p:cNvPr>
            <p:cNvSpPr/>
            <p:nvPr/>
          </p:nvSpPr>
          <p:spPr>
            <a:xfrm>
              <a:off x="4175760" y="4948980"/>
              <a:ext cx="3840480" cy="7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5AF7C08-469A-567A-197C-3550F1BA4092}"/>
                </a:ext>
              </a:extLst>
            </p:cNvPr>
            <p:cNvSpPr/>
            <p:nvPr/>
          </p:nvSpPr>
          <p:spPr>
            <a:xfrm>
              <a:off x="4175760" y="5802506"/>
              <a:ext cx="3840480" cy="7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46C3B2E-C8E3-206A-20DD-EBD9F2AC56FB}"/>
                </a:ext>
              </a:extLst>
            </p:cNvPr>
            <p:cNvSpPr/>
            <p:nvPr/>
          </p:nvSpPr>
          <p:spPr>
            <a:xfrm>
              <a:off x="4175760" y="6226931"/>
              <a:ext cx="3840480" cy="7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060649F-4667-8110-A275-DE6CB8ADFB0B}"/>
                </a:ext>
              </a:extLst>
            </p:cNvPr>
            <p:cNvSpPr/>
            <p:nvPr/>
          </p:nvSpPr>
          <p:spPr>
            <a:xfrm>
              <a:off x="4175760" y="7513726"/>
              <a:ext cx="3840480" cy="7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79B913B5-92C4-9FC2-0E2E-428867CB2D00}"/>
              </a:ext>
            </a:extLst>
          </p:cNvPr>
          <p:cNvSpPr/>
          <p:nvPr/>
        </p:nvSpPr>
        <p:spPr>
          <a:xfrm>
            <a:off x="0" y="1650057"/>
            <a:ext cx="12192000" cy="16462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1" name="Google Shape;84;p18">
            <a:extLst>
              <a:ext uri="{FF2B5EF4-FFF2-40B4-BE49-F238E27FC236}">
                <a16:creationId xmlns:a16="http://schemas.microsoft.com/office/drawing/2014/main" id="{835CCAB1-73C1-B3AB-11C5-BFC929E7AD37}"/>
              </a:ext>
            </a:extLst>
          </p:cNvPr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85;p18">
            <a:extLst>
              <a:ext uri="{FF2B5EF4-FFF2-40B4-BE49-F238E27FC236}">
                <a16:creationId xmlns:a16="http://schemas.microsoft.com/office/drawing/2014/main" id="{88644683-DBE6-A8A9-A62E-0CEE6BAEADAC}"/>
              </a:ext>
            </a:extLst>
          </p:cNvPr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B4D362-157C-960F-9FB6-86B79D7DC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>
                <a:solidFill>
                  <a:srgbClr val="FFFFFF"/>
                </a:solidFill>
              </a:rPr>
              <a:t>Use Case 2: </a:t>
            </a:r>
            <a:br>
              <a:rPr lang="en-US" sz="3600" b="1">
                <a:solidFill>
                  <a:srgbClr val="FFFFFF"/>
                </a:solidFill>
              </a:rPr>
            </a:br>
            <a:r>
              <a:rPr lang="de-DE" sz="3600" b="1">
                <a:solidFill>
                  <a:srgbClr val="FFFFFF"/>
                </a:solidFill>
              </a:rPr>
              <a:t>AI-</a:t>
            </a:r>
            <a:r>
              <a:rPr lang="de-DE" sz="3600" b="1" err="1">
                <a:solidFill>
                  <a:srgbClr val="FFFFFF"/>
                </a:solidFill>
              </a:rPr>
              <a:t>based</a:t>
            </a:r>
            <a:r>
              <a:rPr lang="de-DE" sz="3600" b="1">
                <a:solidFill>
                  <a:srgbClr val="FFFFFF"/>
                </a:solidFill>
              </a:rPr>
              <a:t> </a:t>
            </a:r>
            <a:r>
              <a:rPr lang="de-DE" sz="3600" b="1" err="1">
                <a:solidFill>
                  <a:srgbClr val="FFFFFF"/>
                </a:solidFill>
              </a:rPr>
              <a:t>edge</a:t>
            </a:r>
            <a:r>
              <a:rPr lang="de-DE" sz="3600" b="1">
                <a:solidFill>
                  <a:srgbClr val="FFFFFF"/>
                </a:solidFill>
              </a:rPr>
              <a:t>/network </a:t>
            </a:r>
            <a:r>
              <a:rPr lang="de-DE" sz="3600" b="1" err="1">
                <a:solidFill>
                  <a:srgbClr val="FFFFFF"/>
                </a:solidFill>
              </a:rPr>
              <a:t>management</a:t>
            </a:r>
            <a:endParaRPr lang="en-US" sz="36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05AFF19-BD8A-CFE6-32E1-A83711206688}"/>
              </a:ext>
            </a:extLst>
          </p:cNvPr>
          <p:cNvSpPr txBox="1"/>
          <p:nvPr/>
        </p:nvSpPr>
        <p:spPr>
          <a:xfrm>
            <a:off x="1219200" y="2394065"/>
            <a:ext cx="4156364" cy="806335"/>
          </a:xfrm>
          <a:prstGeom prst="rect">
            <a:avLst/>
          </a:prstGeom>
          <a:solidFill>
            <a:srgbClr val="00646E"/>
          </a:solidFill>
        </p:spPr>
        <p:txBody>
          <a:bodyPr wrap="square" rtlCol="0" anchor="b">
            <a:noAutofit/>
          </a:bodyPr>
          <a:lstStyle/>
          <a:p>
            <a:pPr algn="ctr"/>
            <a:r>
              <a:rPr lang="en-DE" sz="2400" b="1">
                <a:solidFill>
                  <a:schemeClr val="bg1"/>
                </a:solidFill>
                <a:latin typeface="Aptos Display" panose="020B0004020202020204" pitchFamily="34" charset="0"/>
              </a:rPr>
              <a:t>Industrial Edge AI</a:t>
            </a:r>
          </a:p>
        </p:txBody>
      </p:sp>
      <p:sp>
        <p:nvSpPr>
          <p:cNvPr id="1024" name="Trapezium 1023">
            <a:extLst>
              <a:ext uri="{FF2B5EF4-FFF2-40B4-BE49-F238E27FC236}">
                <a16:creationId xmlns:a16="http://schemas.microsoft.com/office/drawing/2014/main" id="{D006798D-3156-83FC-C457-3E1AF0777779}"/>
              </a:ext>
            </a:extLst>
          </p:cNvPr>
          <p:cNvSpPr/>
          <p:nvPr/>
        </p:nvSpPr>
        <p:spPr>
          <a:xfrm>
            <a:off x="1219200" y="1870364"/>
            <a:ext cx="4156364" cy="602812"/>
          </a:xfrm>
          <a:prstGeom prst="trapezoid">
            <a:avLst>
              <a:gd name="adj" fmla="val 33274"/>
            </a:avLst>
          </a:prstGeom>
          <a:solidFill>
            <a:srgbClr val="0064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E50920FF-1CE2-EAB2-6512-89F3FBE4766C}"/>
              </a:ext>
            </a:extLst>
          </p:cNvPr>
          <p:cNvSpPr/>
          <p:nvPr/>
        </p:nvSpPr>
        <p:spPr>
          <a:xfrm>
            <a:off x="3363884" y="2119745"/>
            <a:ext cx="324196" cy="2743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032" name="Picture 6">
            <a:extLst>
              <a:ext uri="{FF2B5EF4-FFF2-40B4-BE49-F238E27FC236}">
                <a16:creationId xmlns:a16="http://schemas.microsoft.com/office/drawing/2014/main" id="{65F700EB-A16C-34BA-4D84-A241FF310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65496" y="1690688"/>
            <a:ext cx="11714672" cy="11460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DDBAB-4F2D-B716-6F42-2460D9A76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73310" y="1825624"/>
            <a:ext cx="5941362" cy="5030365"/>
          </a:xfrm>
        </p:spPr>
        <p:txBody>
          <a:bodyPr>
            <a:noAutofit/>
          </a:bodyPr>
          <a:lstStyle/>
          <a:p>
            <a:r>
              <a:rPr lang="en-GB" sz="2000"/>
              <a:t>Users communicate with the system through natural language inputs</a:t>
            </a:r>
          </a:p>
          <a:p>
            <a:r>
              <a:rPr lang="en-GB" sz="2000"/>
              <a:t>These inputs are processed through specialized language processing pipelines</a:t>
            </a:r>
          </a:p>
          <a:p>
            <a:r>
              <a:rPr lang="en-GB" sz="2000"/>
              <a:t>The agent evaluates and selects appropriate information sources for effective knowledge retrieval</a:t>
            </a:r>
          </a:p>
          <a:p>
            <a:r>
              <a:rPr lang="en-GB" sz="2000"/>
              <a:t>The agent identifies issues by </a:t>
            </a:r>
            <a:r>
              <a:rPr lang="en-GB" sz="2000" err="1"/>
              <a:t>analyzing</a:t>
            </a:r>
            <a:r>
              <a:rPr lang="en-GB" sz="2000"/>
              <a:t> logs and correlating them with telemetry data</a:t>
            </a:r>
          </a:p>
          <a:p>
            <a:r>
              <a:rPr lang="en-GB" sz="2000"/>
              <a:t>The reasoning process concludes with generating actionable recommendations</a:t>
            </a:r>
          </a:p>
          <a:p>
            <a:r>
              <a:rPr lang="en-GB" sz="2000"/>
              <a:t>The agent utilizes the system’s Web API to execute tasks and achieve the defined objectives</a:t>
            </a:r>
          </a:p>
        </p:txBody>
      </p:sp>
    </p:spTree>
    <p:extLst>
      <p:ext uri="{BB962C8B-B14F-4D97-AF65-F5344CB8AC3E}">
        <p14:creationId xmlns:p14="http://schemas.microsoft.com/office/powerpoint/2010/main" val="363141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4687 0.16527 L 0.84687 -0.0078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65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4687 -0.00787 L 0.84687 -0.1051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86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4687 -0.1051 L 0.84687 -0.29028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25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4687 -0.29028 L 0.84687 -0.35348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4687 -0.35348 L 0.84687 -0.47639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157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4687 -0.47639 L 0.84687 -0.53565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4687 -0.53565 L 0.84687 -0.72292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75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4687 -0.72292 L 0.84687 -0.78588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148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41A6-6550-D204-F1F0-8037596B4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System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79F3E6-095B-8E4C-DE9B-3DB7C3DD5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696" y="1690688"/>
            <a:ext cx="8320607" cy="497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222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A4CC6-A49D-AF82-6D08-9866C6E75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Pilot 1 Requirements / Threats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F2A39-FA24-D101-572D-B8EE25A1C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806440" cy="4351338"/>
          </a:xfrm>
        </p:spPr>
        <p:txBody>
          <a:bodyPr>
            <a:normAutofit/>
          </a:bodyPr>
          <a:lstStyle/>
          <a:p>
            <a:r>
              <a:rPr lang="en-GB" sz="1800"/>
              <a:t>Requirements and threats are documented under WP3/Task 3.2 in the file </a:t>
            </a:r>
            <a:r>
              <a:rPr lang="en-GB" sz="1800">
                <a:hlinkClick r:id="rId3"/>
              </a:rPr>
              <a:t>CoEvaluation_UCRequirements_v01.xlsx</a:t>
            </a:r>
            <a:endParaRPr lang="en-DE" sz="1800"/>
          </a:p>
          <a:p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So far, the majority of collected requirements are non-CYS-related</a:t>
            </a:r>
          </a:p>
          <a:p>
            <a:r>
              <a:rPr lang="en-GB" sz="1800">
                <a:solidFill>
                  <a:srgbClr val="000000"/>
                </a:solidFill>
              </a:rPr>
              <a:t>Implementation of CYS-specific AI requirements requires dedicated project partner involvement</a:t>
            </a:r>
          </a:p>
          <a:p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Collected threats need to be condensed and aligned with the security goals outlined in </a:t>
            </a:r>
            <a:r>
              <a:rPr kumimoji="0" lang="en-GB" sz="18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CoEvolution</a:t>
            </a:r>
            <a:endParaRPr lang="en-DE" sz="11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5914BA-A8D0-9DD2-8466-B173523BA3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5621" b="28184"/>
          <a:stretch/>
        </p:blipFill>
        <p:spPr>
          <a:xfrm>
            <a:off x="6951726" y="1825625"/>
            <a:ext cx="5240274" cy="44634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1744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>
            <a:spLocks noGrp="1"/>
          </p:cNvSpPr>
          <p:nvPr>
            <p:ph type="title"/>
          </p:nvPr>
        </p:nvSpPr>
        <p:spPr>
          <a:xfrm>
            <a:off x="1010958" y="294538"/>
            <a:ext cx="10256592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</a:rPr>
              <a:t>Description of the pilot environment/Infrastructure</a:t>
            </a:r>
            <a:endParaRPr sz="4000" b="1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A21C95-BE96-0BFB-0FCB-D0EF3892AF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017" r="28921"/>
          <a:stretch/>
        </p:blipFill>
        <p:spPr>
          <a:xfrm>
            <a:off x="3678954" y="201239"/>
            <a:ext cx="8263985" cy="43481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73462B-AF40-4698-F2F8-9244E80FCB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5107" y="3906864"/>
            <a:ext cx="3731606" cy="20973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2FF4F4-9009-7F67-355E-212467E4CA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697" y="4399844"/>
            <a:ext cx="3840048" cy="20764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B6FCA3-91FC-A2C6-20A1-55BBFF3275C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07" b="19627"/>
          <a:stretch/>
        </p:blipFill>
        <p:spPr>
          <a:xfrm>
            <a:off x="344593" y="3310877"/>
            <a:ext cx="3380154" cy="2097301"/>
          </a:xfrm>
          <a:prstGeom prst="rect">
            <a:avLst/>
          </a:prstGeom>
        </p:spPr>
      </p:pic>
      <p:sp>
        <p:nvSpPr>
          <p:cNvPr id="6" name="Arrow: Bent-Up 5">
            <a:extLst>
              <a:ext uri="{FF2B5EF4-FFF2-40B4-BE49-F238E27FC236}">
                <a16:creationId xmlns:a16="http://schemas.microsoft.com/office/drawing/2014/main" id="{D9DECF3D-8803-18AB-F632-01CB3126D99D}"/>
              </a:ext>
            </a:extLst>
          </p:cNvPr>
          <p:cNvSpPr/>
          <p:nvPr/>
        </p:nvSpPr>
        <p:spPr>
          <a:xfrm rot="5400000">
            <a:off x="3137123" y="5332950"/>
            <a:ext cx="547200" cy="731520"/>
          </a:xfrm>
          <a:prstGeom prst="bentUp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7" name="Arrow: Bent-Up 6">
            <a:extLst>
              <a:ext uri="{FF2B5EF4-FFF2-40B4-BE49-F238E27FC236}">
                <a16:creationId xmlns:a16="http://schemas.microsoft.com/office/drawing/2014/main" id="{7729C8C4-B731-538E-F574-0B212596A486}"/>
              </a:ext>
            </a:extLst>
          </p:cNvPr>
          <p:cNvSpPr/>
          <p:nvPr/>
        </p:nvSpPr>
        <p:spPr>
          <a:xfrm rot="5400000">
            <a:off x="6993676" y="5974769"/>
            <a:ext cx="547200" cy="731520"/>
          </a:xfrm>
          <a:prstGeom prst="bentUp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784FE4-833D-DF6B-C574-D88A045963D3}"/>
              </a:ext>
            </a:extLst>
          </p:cNvPr>
          <p:cNvSpPr txBox="1"/>
          <p:nvPr/>
        </p:nvSpPr>
        <p:spPr>
          <a:xfrm>
            <a:off x="344593" y="5446390"/>
            <a:ext cx="296241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>
                <a:solidFill>
                  <a:schemeClr val="tx1"/>
                </a:solidFill>
              </a:rPr>
              <a:t>Industrial PCs  &amp;  Edge Apps</a:t>
            </a:r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22743A-3483-2665-056F-1D1F4E670F22}"/>
              </a:ext>
            </a:extLst>
          </p:cNvPr>
          <p:cNvSpPr txBox="1"/>
          <p:nvPr/>
        </p:nvSpPr>
        <p:spPr>
          <a:xfrm>
            <a:off x="3845107" y="6066929"/>
            <a:ext cx="156453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>
                <a:solidFill>
                  <a:schemeClr val="tx1"/>
                </a:solidFill>
              </a:rPr>
              <a:t>Data Collection</a:t>
            </a:r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7A3F41-C8CA-AFD3-461D-813415713402}"/>
              </a:ext>
            </a:extLst>
          </p:cNvPr>
          <p:cNvSpPr txBox="1"/>
          <p:nvPr/>
        </p:nvSpPr>
        <p:spPr>
          <a:xfrm>
            <a:off x="7677697" y="6500431"/>
            <a:ext cx="146200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>
                <a:solidFill>
                  <a:schemeClr val="tx1"/>
                </a:solidFill>
              </a:rPr>
              <a:t>Data Analytics</a:t>
            </a:r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2E092-E355-0257-66EE-C185765EB57F}"/>
              </a:ext>
            </a:extLst>
          </p:cNvPr>
          <p:cNvSpPr txBox="1"/>
          <p:nvPr/>
        </p:nvSpPr>
        <p:spPr>
          <a:xfrm>
            <a:off x="49540" y="2290482"/>
            <a:ext cx="3417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“Industrial Edge” Product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_Front pag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Θέμα του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08b43f-bfac-4116-ae2f-2654f04dc4f2">
      <Terms xmlns="http://schemas.microsoft.com/office/infopath/2007/PartnerControls"/>
    </lcf76f155ced4ddcb4097134ff3c332f>
    <TaxCatchAll xmlns="f05f1c5d-c52e-4d54-83d1-a52e4aeefd5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4F42BB571C174A8CFFD983452FCC05" ma:contentTypeVersion="13" ma:contentTypeDescription="Create a new document." ma:contentTypeScope="" ma:versionID="1f3dd09189d64c122fb44f2b86ec707c">
  <xsd:schema xmlns:xsd="http://www.w3.org/2001/XMLSchema" xmlns:xs="http://www.w3.org/2001/XMLSchema" xmlns:p="http://schemas.microsoft.com/office/2006/metadata/properties" xmlns:ns2="d608b43f-bfac-4116-ae2f-2654f04dc4f2" xmlns:ns3="f05f1c5d-c52e-4d54-83d1-a52e4aeefd52" targetNamespace="http://schemas.microsoft.com/office/2006/metadata/properties" ma:root="true" ma:fieldsID="19b7f95ca2173e72636c9aa2f8cf67ee" ns2:_="" ns3:_="">
    <xsd:import namespace="d608b43f-bfac-4116-ae2f-2654f04dc4f2"/>
    <xsd:import namespace="f05f1c5d-c52e-4d54-83d1-a52e4aeefd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08b43f-bfac-4116-ae2f-2654f04dc4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1a16348-86a9-4153-a534-716e536704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5f1c5d-c52e-4d54-83d1-a52e4aeefd5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be773a3-2a48-487a-a9d1-73543309e2e9}" ma:internalName="TaxCatchAll" ma:showField="CatchAllData" ma:web="f05f1c5d-c52e-4d54-83d1-a52e4aeefd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287254-87EB-44FE-8FF1-B8221E7104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5CE71B-3D00-4AFA-88CF-EB81088C1908}">
  <ds:schemaRefs>
    <ds:schemaRef ds:uri="d608b43f-bfac-4116-ae2f-2654f04dc4f2"/>
    <ds:schemaRef ds:uri="f05f1c5d-c52e-4d54-83d1-a52e4aeefd52"/>
    <ds:schemaRef ds:uri="ff907b28-0449-473b-a425-56291ff00c7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46CA826-C547-4697-BEDD-C5B2E9AA6428}">
  <ds:schemaRefs>
    <ds:schemaRef ds:uri="d608b43f-bfac-4116-ae2f-2654f04dc4f2"/>
    <ds:schemaRef ds:uri="f05f1c5d-c52e-4d54-83d1-a52e4aeefd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5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2_Front page</vt:lpstr>
      <vt:lpstr>Θέμα του Office</vt:lpstr>
      <vt:lpstr>Siemens Pilot – Update Pilot 1 - Securing the AI Supply Chain of Manufacturing Infrastrure</vt:lpstr>
      <vt:lpstr>Goal of the Pilot 1 Workshop</vt:lpstr>
      <vt:lpstr>Technological Challenges</vt:lpstr>
      <vt:lpstr>Use Case 1:  AI-based localization in Industry</vt:lpstr>
      <vt:lpstr>Use Case 2:  AI-based edge/network management</vt:lpstr>
      <vt:lpstr>System Setup</vt:lpstr>
      <vt:lpstr>Pilot 1 Requirements / Threats</vt:lpstr>
      <vt:lpstr>PowerPoint Presentation</vt:lpstr>
      <vt:lpstr>Description of the pilot environment/Infrastructure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ASTERIOS STROUMPOULIS</dc:creator>
  <cp:revision>1</cp:revision>
  <dcterms:created xsi:type="dcterms:W3CDTF">2024-04-26T17:52:46Z</dcterms:created>
  <dcterms:modified xsi:type="dcterms:W3CDTF">2025-03-29T22:21:52Z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0x010100314F42BB571C174A8CFFD983452FCC05</vt:lpwstr>
  </property>
  <property fmtid="{D5CDD505-2E9C-101B-9397-08002B2CF9AE}" pid="3" name="MediaServiceImageTags">
    <vt:lpwstr/>
  </property>
</Properties>
</file>