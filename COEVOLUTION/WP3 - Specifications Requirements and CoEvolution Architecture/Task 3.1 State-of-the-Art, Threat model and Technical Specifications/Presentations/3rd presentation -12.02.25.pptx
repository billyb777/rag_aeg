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2" r:id="rId5"/>
  </p:sldMasterIdLst>
  <p:notesMasterIdLst>
    <p:notesMasterId r:id="rId59"/>
  </p:notesMasterIdLst>
  <p:sldIdLst>
    <p:sldId id="256" r:id="rId6"/>
    <p:sldId id="300" r:id="rId7"/>
    <p:sldId id="316" r:id="rId8"/>
    <p:sldId id="272" r:id="rId9"/>
    <p:sldId id="271" r:id="rId10"/>
    <p:sldId id="273" r:id="rId11"/>
    <p:sldId id="284" r:id="rId12"/>
    <p:sldId id="285" r:id="rId13"/>
    <p:sldId id="286" r:id="rId14"/>
    <p:sldId id="287" r:id="rId15"/>
    <p:sldId id="274" r:id="rId16"/>
    <p:sldId id="267" r:id="rId17"/>
    <p:sldId id="275" r:id="rId18"/>
    <p:sldId id="288" r:id="rId19"/>
    <p:sldId id="289" r:id="rId20"/>
    <p:sldId id="290" r:id="rId21"/>
    <p:sldId id="291" r:id="rId22"/>
    <p:sldId id="276" r:id="rId23"/>
    <p:sldId id="268" r:id="rId24"/>
    <p:sldId id="277" r:id="rId25"/>
    <p:sldId id="295" r:id="rId26"/>
    <p:sldId id="296" r:id="rId27"/>
    <p:sldId id="298" r:id="rId28"/>
    <p:sldId id="299" r:id="rId29"/>
    <p:sldId id="301" r:id="rId30"/>
    <p:sldId id="302" r:id="rId31"/>
    <p:sldId id="305" r:id="rId32"/>
    <p:sldId id="306" r:id="rId33"/>
    <p:sldId id="308" r:id="rId34"/>
    <p:sldId id="311" r:id="rId35"/>
    <p:sldId id="278" r:id="rId36"/>
    <p:sldId id="269" r:id="rId37"/>
    <p:sldId id="279" r:id="rId38"/>
    <p:sldId id="292" r:id="rId39"/>
    <p:sldId id="293" r:id="rId40"/>
    <p:sldId id="294" r:id="rId41"/>
    <p:sldId id="297" r:id="rId42"/>
    <p:sldId id="303" r:id="rId43"/>
    <p:sldId id="304" r:id="rId44"/>
    <p:sldId id="307" r:id="rId45"/>
    <p:sldId id="309" r:id="rId46"/>
    <p:sldId id="310" r:id="rId47"/>
    <p:sldId id="312" r:id="rId48"/>
    <p:sldId id="313" r:id="rId49"/>
    <p:sldId id="314" r:id="rId50"/>
    <p:sldId id="315" r:id="rId51"/>
    <p:sldId id="319" r:id="rId52"/>
    <p:sldId id="317" r:id="rId53"/>
    <p:sldId id="280" r:id="rId54"/>
    <p:sldId id="270" r:id="rId55"/>
    <p:sldId id="282" r:id="rId56"/>
    <p:sldId id="318" r:id="rId57"/>
    <p:sldId id="265" r:id="rId5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gGmJPyxmGV5MBM4lF928Lf/aFKX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55E36A-D432-E813-07FD-8AD2FB828EC5}" v="52" dt="2025-02-10T15:50:16.802"/>
    <p1510:client id="{EC6E1760-0FAA-AE5A-58DB-380D4CC8A492}" v="106" dt="2025-02-11T09:10:36.081"/>
  </p1510:revLst>
</p1510:revInfo>
</file>

<file path=ppt/tableStyles.xml><?xml version="1.0" encoding="utf-8"?>
<a:tblStyleLst xmlns:a="http://schemas.openxmlformats.org/drawingml/2006/main" def="{6D3ED817-8050-4A24-B285-83541F0F68E0}">
  <a:tblStyle styleId="{6D3ED817-8050-4A24-B285-83541F0F68E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BCF67F5-B843-4012-9C7D-3BE28EE58C03}"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customschemas.google.com/relationships/presentationmetadata" Target="metadata"/><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Αντωνιος Μακρης" userId="S::antoniosmakris@ntua.gr::eea0bc52-0833-4d66-a611-1693fee57a2c" providerId="AD" clId="Web-{29959945-689C-F960-5E2F-82556A90FE76}"/>
    <pc:docChg chg="modSld">
      <pc:chgData name="Αντωνιος Μακρης" userId="S::antoniosmakris@ntua.gr::eea0bc52-0833-4d66-a611-1693fee57a2c" providerId="AD" clId="Web-{29959945-689C-F960-5E2F-82556A90FE76}" dt="2025-02-03T11:40:10.251" v="158" actId="20577"/>
      <pc:docMkLst>
        <pc:docMk/>
      </pc:docMkLst>
      <pc:sldChg chg="addSp modSp">
        <pc:chgData name="Αντωνιος Μακρης" userId="S::antoniosmakris@ntua.gr::eea0bc52-0833-4d66-a611-1693fee57a2c" providerId="AD" clId="Web-{29959945-689C-F960-5E2F-82556A90FE76}" dt="2025-02-03T11:40:10.251" v="158" actId="20577"/>
        <pc:sldMkLst>
          <pc:docMk/>
          <pc:sldMk cId="23138171" sldId="318"/>
        </pc:sldMkLst>
        <pc:spChg chg="mod">
          <ac:chgData name="Αντωνιος Μακρης" userId="S::antoniosmakris@ntua.gr::eea0bc52-0833-4d66-a611-1693fee57a2c" providerId="AD" clId="Web-{29959945-689C-F960-5E2F-82556A90FE76}" dt="2025-02-03T11:40:10.251" v="158" actId="20577"/>
          <ac:spMkLst>
            <pc:docMk/>
            <pc:sldMk cId="23138171" sldId="318"/>
            <ac:spMk id="3" creationId="{405D496A-F8B2-1BFB-7287-52F7E618DC42}"/>
          </ac:spMkLst>
        </pc:spChg>
        <pc:picChg chg="add mod">
          <ac:chgData name="Αντωνιος Μακρης" userId="S::antoniosmakris@ntua.gr::eea0bc52-0833-4d66-a611-1693fee57a2c" providerId="AD" clId="Web-{29959945-689C-F960-5E2F-82556A90FE76}" dt="2025-02-03T11:39:43.812" v="152"/>
          <ac:picMkLst>
            <pc:docMk/>
            <pc:sldMk cId="23138171" sldId="318"/>
            <ac:picMk id="4" creationId="{3D8847BC-16A2-B677-25C8-E23A2F5728F4}"/>
          </ac:picMkLst>
        </pc:picChg>
      </pc:sldChg>
    </pc:docChg>
  </pc:docChgLst>
  <pc:docChgLst>
    <pc:chgData name="Αντωνιος Μακρης" userId="S::antoniosmakris@ntua.gr::eea0bc52-0833-4d66-a611-1693fee57a2c" providerId="AD" clId="Web-{51857A56-B777-5B82-21CB-9D5BFD1E5704}"/>
    <pc:docChg chg="modSld">
      <pc:chgData name="Αντωνιος Μακρης" userId="S::antoniosmakris@ntua.gr::eea0bc52-0833-4d66-a611-1693fee57a2c" providerId="AD" clId="Web-{51857A56-B777-5B82-21CB-9D5BFD1E5704}" dt="2025-02-04T12:23:54.752" v="34" actId="20577"/>
      <pc:docMkLst>
        <pc:docMk/>
      </pc:docMkLst>
      <pc:sldChg chg="addSp modSp">
        <pc:chgData name="Αντωνιος Μακρης" userId="S::antoniosmakris@ntua.gr::eea0bc52-0833-4d66-a611-1693fee57a2c" providerId="AD" clId="Web-{51857A56-B777-5B82-21CB-9D5BFD1E5704}" dt="2025-02-04T08:26:17.603" v="3" actId="1076"/>
        <pc:sldMkLst>
          <pc:docMk/>
          <pc:sldMk cId="0" sldId="256"/>
        </pc:sldMkLst>
        <pc:picChg chg="add mod">
          <ac:chgData name="Αντωνιος Μακρης" userId="S::antoniosmakris@ntua.gr::eea0bc52-0833-4d66-a611-1693fee57a2c" providerId="AD" clId="Web-{51857A56-B777-5B82-21CB-9D5BFD1E5704}" dt="2025-02-04T08:26:17.603" v="3" actId="1076"/>
          <ac:picMkLst>
            <pc:docMk/>
            <pc:sldMk cId="0" sldId="256"/>
            <ac:picMk id="2" creationId="{1715FCCC-7054-DBE2-72E6-C1C6873F25BE}"/>
          </ac:picMkLst>
        </pc:picChg>
      </pc:sldChg>
      <pc:sldChg chg="delSp">
        <pc:chgData name="Αντωνιος Μακρης" userId="S::antoniosmakris@ntua.gr::eea0bc52-0833-4d66-a611-1693fee57a2c" providerId="AD" clId="Web-{51857A56-B777-5B82-21CB-9D5BFD1E5704}" dt="2025-02-04T09:50:13.023" v="4"/>
        <pc:sldMkLst>
          <pc:docMk/>
          <pc:sldMk cId="4106074254" sldId="289"/>
        </pc:sldMkLst>
        <pc:spChg chg="del">
          <ac:chgData name="Αντωνιος Μακρης" userId="S::antoniosmakris@ntua.gr::eea0bc52-0833-4d66-a611-1693fee57a2c" providerId="AD" clId="Web-{51857A56-B777-5B82-21CB-9D5BFD1E5704}" dt="2025-02-04T09:50:13.023" v="4"/>
          <ac:spMkLst>
            <pc:docMk/>
            <pc:sldMk cId="4106074254" sldId="289"/>
            <ac:spMk id="4" creationId="{A415F0FD-073E-1A4A-35D4-C95169B92ED6}"/>
          </ac:spMkLst>
        </pc:spChg>
      </pc:sldChg>
      <pc:sldChg chg="modSp">
        <pc:chgData name="Αντωνιος Μακρης" userId="S::antoniosmakris@ntua.gr::eea0bc52-0833-4d66-a611-1693fee57a2c" providerId="AD" clId="Web-{51857A56-B777-5B82-21CB-9D5BFD1E5704}" dt="2025-02-04T10:14:44.365" v="15" actId="20577"/>
        <pc:sldMkLst>
          <pc:docMk/>
          <pc:sldMk cId="3206355377" sldId="296"/>
        </pc:sldMkLst>
        <pc:spChg chg="mod">
          <ac:chgData name="Αντωνιος Μακρης" userId="S::antoniosmakris@ntua.gr::eea0bc52-0833-4d66-a611-1693fee57a2c" providerId="AD" clId="Web-{51857A56-B777-5B82-21CB-9D5BFD1E5704}" dt="2025-02-04T10:14:44.365" v="15" actId="20577"/>
          <ac:spMkLst>
            <pc:docMk/>
            <pc:sldMk cId="3206355377" sldId="296"/>
            <ac:spMk id="3" creationId="{1D9119E2-7D13-373A-B3B3-C55FA5D97E87}"/>
          </ac:spMkLst>
        </pc:spChg>
      </pc:sldChg>
      <pc:sldChg chg="modSp">
        <pc:chgData name="Αντωνιος Μακρης" userId="S::antoniosmakris@ntua.gr::eea0bc52-0833-4d66-a611-1693fee57a2c" providerId="AD" clId="Web-{51857A56-B777-5B82-21CB-9D5BFD1E5704}" dt="2025-02-04T12:02:22.992" v="31" actId="20577"/>
        <pc:sldMkLst>
          <pc:docMk/>
          <pc:sldMk cId="733920981" sldId="298"/>
        </pc:sldMkLst>
        <pc:spChg chg="mod">
          <ac:chgData name="Αντωνιος Μακρης" userId="S::antoniosmakris@ntua.gr::eea0bc52-0833-4d66-a611-1693fee57a2c" providerId="AD" clId="Web-{51857A56-B777-5B82-21CB-9D5BFD1E5704}" dt="2025-02-04T12:02:22.992" v="31" actId="20577"/>
          <ac:spMkLst>
            <pc:docMk/>
            <pc:sldMk cId="733920981" sldId="298"/>
            <ac:spMk id="3" creationId="{1D9119E2-7D13-373A-B3B3-C55FA5D97E87}"/>
          </ac:spMkLst>
        </pc:spChg>
      </pc:sldChg>
      <pc:sldChg chg="modSp">
        <pc:chgData name="Αντωνιος Μακρης" userId="S::antoniosmakris@ntua.gr::eea0bc52-0833-4d66-a611-1693fee57a2c" providerId="AD" clId="Web-{51857A56-B777-5B82-21CB-9D5BFD1E5704}" dt="2025-02-04T10:08:31.573" v="7" actId="20577"/>
        <pc:sldMkLst>
          <pc:docMk/>
          <pc:sldMk cId="1895308846" sldId="299"/>
        </pc:sldMkLst>
        <pc:spChg chg="mod">
          <ac:chgData name="Αντωνιος Μακρης" userId="S::antoniosmakris@ntua.gr::eea0bc52-0833-4d66-a611-1693fee57a2c" providerId="AD" clId="Web-{51857A56-B777-5B82-21CB-9D5BFD1E5704}" dt="2025-02-04T10:08:31.573" v="7" actId="20577"/>
          <ac:spMkLst>
            <pc:docMk/>
            <pc:sldMk cId="1895308846" sldId="299"/>
            <ac:spMk id="3" creationId="{1D9119E2-7D13-373A-B3B3-C55FA5D97E87}"/>
          </ac:spMkLst>
        </pc:spChg>
      </pc:sldChg>
      <pc:sldChg chg="modSp">
        <pc:chgData name="Αντωνιος Μακρης" userId="S::antoniosmakris@ntua.gr::eea0bc52-0833-4d66-a611-1693fee57a2c" providerId="AD" clId="Web-{51857A56-B777-5B82-21CB-9D5BFD1E5704}" dt="2025-02-04T12:23:54.752" v="34" actId="20577"/>
        <pc:sldMkLst>
          <pc:docMk/>
          <pc:sldMk cId="1479836977" sldId="301"/>
        </pc:sldMkLst>
        <pc:spChg chg="mod">
          <ac:chgData name="Αντωνιος Μακρης" userId="S::antoniosmakris@ntua.gr::eea0bc52-0833-4d66-a611-1693fee57a2c" providerId="AD" clId="Web-{51857A56-B777-5B82-21CB-9D5BFD1E5704}" dt="2025-02-04T12:23:54.752" v="34" actId="20577"/>
          <ac:spMkLst>
            <pc:docMk/>
            <pc:sldMk cId="1479836977" sldId="301"/>
            <ac:spMk id="3" creationId="{1D9119E2-7D13-373A-B3B3-C55FA5D97E87}"/>
          </ac:spMkLst>
        </pc:spChg>
      </pc:sldChg>
      <pc:sldChg chg="modSp">
        <pc:chgData name="Αντωνιος Μακρης" userId="S::antoniosmakris@ntua.gr::eea0bc52-0833-4d66-a611-1693fee57a2c" providerId="AD" clId="Web-{51857A56-B777-5B82-21CB-9D5BFD1E5704}" dt="2025-02-04T10:11:03.718" v="11" actId="20577"/>
        <pc:sldMkLst>
          <pc:docMk/>
          <pc:sldMk cId="3555019897" sldId="305"/>
        </pc:sldMkLst>
        <pc:spChg chg="mod">
          <ac:chgData name="Αντωνιος Μακρης" userId="S::antoniosmakris@ntua.gr::eea0bc52-0833-4d66-a611-1693fee57a2c" providerId="AD" clId="Web-{51857A56-B777-5B82-21CB-9D5BFD1E5704}" dt="2025-02-04T10:11:03.718" v="11" actId="20577"/>
          <ac:spMkLst>
            <pc:docMk/>
            <pc:sldMk cId="3555019897" sldId="305"/>
            <ac:spMk id="3" creationId="{1D9119E2-7D13-373A-B3B3-C55FA5D97E87}"/>
          </ac:spMkLst>
        </pc:spChg>
      </pc:sldChg>
      <pc:sldChg chg="modSp">
        <pc:chgData name="Αντωνιος Μακρης" userId="S::antoniosmakris@ntua.gr::eea0bc52-0833-4d66-a611-1693fee57a2c" providerId="AD" clId="Web-{51857A56-B777-5B82-21CB-9D5BFD1E5704}" dt="2025-02-04T10:31:51.914" v="29" actId="20577"/>
        <pc:sldMkLst>
          <pc:docMk/>
          <pc:sldMk cId="23138171" sldId="318"/>
        </pc:sldMkLst>
        <pc:spChg chg="mod">
          <ac:chgData name="Αντωνιος Μακρης" userId="S::antoniosmakris@ntua.gr::eea0bc52-0833-4d66-a611-1693fee57a2c" providerId="AD" clId="Web-{51857A56-B777-5B82-21CB-9D5BFD1E5704}" dt="2025-02-04T10:31:51.914" v="29" actId="20577"/>
          <ac:spMkLst>
            <pc:docMk/>
            <pc:sldMk cId="23138171" sldId="318"/>
            <ac:spMk id="3" creationId="{405D496A-F8B2-1BFB-7287-52F7E618DC42}"/>
          </ac:spMkLst>
        </pc:spChg>
      </pc:sldChg>
    </pc:docChg>
  </pc:docChgLst>
  <pc:docChgLst>
    <pc:chgData name="Αντωνιος Μακρης" userId="S::antoniosmakris@ntua.gr::eea0bc52-0833-4d66-a611-1693fee57a2c" providerId="AD" clId="Web-{9D4B8307-DE72-938D-42AE-728F5AF5571F}"/>
    <pc:docChg chg="addSld modSld">
      <pc:chgData name="Αντωνιος Μακρης" userId="S::antoniosmakris@ntua.gr::eea0bc52-0833-4d66-a611-1693fee57a2c" providerId="AD" clId="Web-{9D4B8307-DE72-938D-42AE-728F5AF5571F}" dt="2025-02-03T11:35:10.870" v="75" actId="20577"/>
      <pc:docMkLst>
        <pc:docMk/>
      </pc:docMkLst>
      <pc:sldChg chg="modSp">
        <pc:chgData name="Αντωνιος Μακρης" userId="S::antoniosmakris@ntua.gr::eea0bc52-0833-4d66-a611-1693fee57a2c" providerId="AD" clId="Web-{9D4B8307-DE72-938D-42AE-728F5AF5571F}" dt="2025-02-03T10:06:49.983" v="2" actId="20577"/>
        <pc:sldMkLst>
          <pc:docMk/>
          <pc:sldMk cId="765087928" sldId="267"/>
        </pc:sldMkLst>
        <pc:spChg chg="mod">
          <ac:chgData name="Αντωνιος Μακρης" userId="S::antoniosmakris@ntua.gr::eea0bc52-0833-4d66-a611-1693fee57a2c" providerId="AD" clId="Web-{9D4B8307-DE72-938D-42AE-728F5AF5571F}" dt="2025-02-03T10:06:49.983" v="2" actId="20577"/>
          <ac:spMkLst>
            <pc:docMk/>
            <pc:sldMk cId="765087928" sldId="267"/>
            <ac:spMk id="3" creationId="{D1A321B0-B2E5-6D79-DC44-2DB50E45AC1D}"/>
          </ac:spMkLst>
        </pc:spChg>
      </pc:sldChg>
      <pc:sldChg chg="addSp modSp">
        <pc:chgData name="Αντωνιος Μακρης" userId="S::antoniosmakris@ntua.gr::eea0bc52-0833-4d66-a611-1693fee57a2c" providerId="AD" clId="Web-{9D4B8307-DE72-938D-42AE-728F5AF5571F}" dt="2025-02-03T10:15:11.780" v="10" actId="20577"/>
        <pc:sldMkLst>
          <pc:docMk/>
          <pc:sldMk cId="4106074254" sldId="289"/>
        </pc:sldMkLst>
        <pc:spChg chg="mod">
          <ac:chgData name="Αντωνιος Μακρης" userId="S::antoniosmakris@ntua.gr::eea0bc52-0833-4d66-a611-1693fee57a2c" providerId="AD" clId="Web-{9D4B8307-DE72-938D-42AE-728F5AF5571F}" dt="2025-02-03T10:15:11.780" v="10" actId="20577"/>
          <ac:spMkLst>
            <pc:docMk/>
            <pc:sldMk cId="4106074254" sldId="289"/>
            <ac:spMk id="3" creationId="{F012B45D-178A-50D0-1E2E-2AE1F1C5038E}"/>
          </ac:spMkLst>
        </pc:spChg>
        <pc:spChg chg="add mod">
          <ac:chgData name="Αντωνιος Μακρης" userId="S::antoniosmakris@ntua.gr::eea0bc52-0833-4d66-a611-1693fee57a2c" providerId="AD" clId="Web-{9D4B8307-DE72-938D-42AE-728F5AF5571F}" dt="2025-02-03T10:13:28.152" v="8" actId="1076"/>
          <ac:spMkLst>
            <pc:docMk/>
            <pc:sldMk cId="4106074254" sldId="289"/>
            <ac:spMk id="4" creationId="{A415F0FD-073E-1A4A-35D4-C95169B92ED6}"/>
          </ac:spMkLst>
        </pc:spChg>
      </pc:sldChg>
      <pc:sldChg chg="modSp">
        <pc:chgData name="Αντωνιος Μακρης" userId="S::antoniosmakris@ntua.gr::eea0bc52-0833-4d66-a611-1693fee57a2c" providerId="AD" clId="Web-{9D4B8307-DE72-938D-42AE-728F5AF5571F}" dt="2025-02-03T10:39:07.982" v="18" actId="20577"/>
        <pc:sldMkLst>
          <pc:docMk/>
          <pc:sldMk cId="3157288640" sldId="306"/>
        </pc:sldMkLst>
        <pc:spChg chg="mod">
          <ac:chgData name="Αντωνιος Μακρης" userId="S::antoniosmakris@ntua.gr::eea0bc52-0833-4d66-a611-1693fee57a2c" providerId="AD" clId="Web-{9D4B8307-DE72-938D-42AE-728F5AF5571F}" dt="2025-02-03T10:39:07.982" v="18" actId="20577"/>
          <ac:spMkLst>
            <pc:docMk/>
            <pc:sldMk cId="3157288640" sldId="306"/>
            <ac:spMk id="2" creationId="{0746270F-2B05-DBBA-8939-5B6680467AF9}"/>
          </ac:spMkLst>
        </pc:spChg>
      </pc:sldChg>
      <pc:sldChg chg="modSp">
        <pc:chgData name="Αντωνιος Μακρης" userId="S::antoniosmakris@ntua.gr::eea0bc52-0833-4d66-a611-1693fee57a2c" providerId="AD" clId="Web-{9D4B8307-DE72-938D-42AE-728F5AF5571F}" dt="2025-02-03T11:24:58.695" v="26" actId="20577"/>
        <pc:sldMkLst>
          <pc:docMk/>
          <pc:sldMk cId="3558979755" sldId="309"/>
        </pc:sldMkLst>
        <pc:spChg chg="mod">
          <ac:chgData name="Αντωνιος Μακρης" userId="S::antoniosmakris@ntua.gr::eea0bc52-0833-4d66-a611-1693fee57a2c" providerId="AD" clId="Web-{9D4B8307-DE72-938D-42AE-728F5AF5571F}" dt="2025-02-03T11:24:58.695" v="26" actId="20577"/>
          <ac:spMkLst>
            <pc:docMk/>
            <pc:sldMk cId="3558979755" sldId="309"/>
            <ac:spMk id="3" creationId="{FF78C02A-9112-C727-E9BC-D1F26D5CFD35}"/>
          </ac:spMkLst>
        </pc:spChg>
      </pc:sldChg>
      <pc:sldChg chg="modSp">
        <pc:chgData name="Αντωνιος Μακρης" userId="S::antoniosmakris@ntua.gr::eea0bc52-0833-4d66-a611-1693fee57a2c" providerId="AD" clId="Web-{9D4B8307-DE72-938D-42AE-728F5AF5571F}" dt="2025-02-03T11:25:27.508" v="29" actId="20577"/>
        <pc:sldMkLst>
          <pc:docMk/>
          <pc:sldMk cId="3107211937" sldId="310"/>
        </pc:sldMkLst>
        <pc:spChg chg="mod">
          <ac:chgData name="Αντωνιος Μακρης" userId="S::antoniosmakris@ntua.gr::eea0bc52-0833-4d66-a611-1693fee57a2c" providerId="AD" clId="Web-{9D4B8307-DE72-938D-42AE-728F5AF5571F}" dt="2025-02-03T11:25:27.508" v="29" actId="20577"/>
          <ac:spMkLst>
            <pc:docMk/>
            <pc:sldMk cId="3107211937" sldId="310"/>
            <ac:spMk id="3" creationId="{FF78C02A-9112-C727-E9BC-D1F26D5CFD35}"/>
          </ac:spMkLst>
        </pc:spChg>
      </pc:sldChg>
      <pc:sldChg chg="modSp">
        <pc:chgData name="Αντωνιος Μακρης" userId="S::antoniosmakris@ntua.gr::eea0bc52-0833-4d66-a611-1693fee57a2c" providerId="AD" clId="Web-{9D4B8307-DE72-938D-42AE-728F5AF5571F}" dt="2025-02-03T10:39:55.953" v="24"/>
        <pc:sldMkLst>
          <pc:docMk/>
          <pc:sldMk cId="2270794652" sldId="311"/>
        </pc:sldMkLst>
        <pc:graphicFrameChg chg="mod modGraphic">
          <ac:chgData name="Αντωνιος Μακρης" userId="S::antoniosmakris@ntua.gr::eea0bc52-0833-4d66-a611-1693fee57a2c" providerId="AD" clId="Web-{9D4B8307-DE72-938D-42AE-728F5AF5571F}" dt="2025-02-03T10:39:55.953" v="24"/>
          <ac:graphicFrameMkLst>
            <pc:docMk/>
            <pc:sldMk cId="2270794652" sldId="311"/>
            <ac:graphicFrameMk id="6" creationId="{D8B45918-9B12-6B58-B75E-7F37455D4EA5}"/>
          </ac:graphicFrameMkLst>
        </pc:graphicFrameChg>
      </pc:sldChg>
      <pc:sldChg chg="modSp new">
        <pc:chgData name="Αντωνιος Μακρης" userId="S::antoniosmakris@ntua.gr::eea0bc52-0833-4d66-a611-1693fee57a2c" providerId="AD" clId="Web-{9D4B8307-DE72-938D-42AE-728F5AF5571F}" dt="2025-02-03T11:35:10.870" v="75" actId="20577"/>
        <pc:sldMkLst>
          <pc:docMk/>
          <pc:sldMk cId="23138171" sldId="318"/>
        </pc:sldMkLst>
        <pc:spChg chg="mod">
          <ac:chgData name="Αντωνιος Μακρης" userId="S::antoniosmakris@ntua.gr::eea0bc52-0833-4d66-a611-1693fee57a2c" providerId="AD" clId="Web-{9D4B8307-DE72-938D-42AE-728F5AF5571F}" dt="2025-02-03T11:33:56.649" v="39" actId="20577"/>
          <ac:spMkLst>
            <pc:docMk/>
            <pc:sldMk cId="23138171" sldId="318"/>
            <ac:spMk id="2" creationId="{6F03475A-323E-FEFA-1E0A-ADACF294CBAF}"/>
          </ac:spMkLst>
        </pc:spChg>
        <pc:spChg chg="mod">
          <ac:chgData name="Αντωνιος Μακρης" userId="S::antoniosmakris@ntua.gr::eea0bc52-0833-4d66-a611-1693fee57a2c" providerId="AD" clId="Web-{9D4B8307-DE72-938D-42AE-728F5AF5571F}" dt="2025-02-03T11:35:10.870" v="75" actId="20577"/>
          <ac:spMkLst>
            <pc:docMk/>
            <pc:sldMk cId="23138171" sldId="318"/>
            <ac:spMk id="3" creationId="{405D496A-F8B2-1BFB-7287-52F7E618DC42}"/>
          </ac:spMkLst>
        </pc:spChg>
      </pc:sldChg>
    </pc:docChg>
  </pc:docChgLst>
  <pc:docChgLst>
    <pc:chgData name="Αντωνιος Μακρης" userId="S::antoniosmakris@ntua.gr::eea0bc52-0833-4d66-a611-1693fee57a2c" providerId="AD" clId="Web-{D155E36A-D432-E813-07FD-8AD2FB828EC5}"/>
    <pc:docChg chg="modSld">
      <pc:chgData name="Αντωνιος Μακρης" userId="S::antoniosmakris@ntua.gr::eea0bc52-0833-4d66-a611-1693fee57a2c" providerId="AD" clId="Web-{D155E36A-D432-E813-07FD-8AD2FB828EC5}" dt="2025-02-10T15:50:16.802" v="47" actId="20577"/>
      <pc:docMkLst>
        <pc:docMk/>
      </pc:docMkLst>
      <pc:sldChg chg="modSp">
        <pc:chgData name="Αντωνιος Μακρης" userId="S::antoniosmakris@ntua.gr::eea0bc52-0833-4d66-a611-1693fee57a2c" providerId="AD" clId="Web-{D155E36A-D432-E813-07FD-8AD2FB828EC5}" dt="2025-02-10T14:18:00.193" v="3" actId="20577"/>
        <pc:sldMkLst>
          <pc:docMk/>
          <pc:sldMk cId="0" sldId="256"/>
        </pc:sldMkLst>
        <pc:spChg chg="mod">
          <ac:chgData name="Αντωνιος Μακρης" userId="S::antoniosmakris@ntua.gr::eea0bc52-0833-4d66-a611-1693fee57a2c" providerId="AD" clId="Web-{D155E36A-D432-E813-07FD-8AD2FB828EC5}" dt="2025-02-10T14:18:00.193" v="3" actId="20577"/>
          <ac:spMkLst>
            <pc:docMk/>
            <pc:sldMk cId="0" sldId="256"/>
            <ac:spMk id="140" creationId="{00000000-0000-0000-0000-000000000000}"/>
          </ac:spMkLst>
        </pc:spChg>
      </pc:sldChg>
      <pc:sldChg chg="modSp">
        <pc:chgData name="Αντωνιος Μακρης" userId="S::antoniosmakris@ntua.gr::eea0bc52-0833-4d66-a611-1693fee57a2c" providerId="AD" clId="Web-{D155E36A-D432-E813-07FD-8AD2FB828EC5}" dt="2025-02-10T14:42:20.898" v="8" actId="20577"/>
        <pc:sldMkLst>
          <pc:docMk/>
          <pc:sldMk cId="765087928" sldId="267"/>
        </pc:sldMkLst>
        <pc:spChg chg="mod">
          <ac:chgData name="Αντωνιος Μακρης" userId="S::antoniosmakris@ntua.gr::eea0bc52-0833-4d66-a611-1693fee57a2c" providerId="AD" clId="Web-{D155E36A-D432-E813-07FD-8AD2FB828EC5}" dt="2025-02-10T14:42:20.898" v="8" actId="20577"/>
          <ac:spMkLst>
            <pc:docMk/>
            <pc:sldMk cId="765087928" sldId="267"/>
            <ac:spMk id="3" creationId="{D1A321B0-B2E5-6D79-DC44-2DB50E45AC1D}"/>
          </ac:spMkLst>
        </pc:spChg>
      </pc:sldChg>
      <pc:sldChg chg="modSp">
        <pc:chgData name="Αντωνιος Μακρης" userId="S::antoniosmakris@ntua.gr::eea0bc52-0833-4d66-a611-1693fee57a2c" providerId="AD" clId="Web-{D155E36A-D432-E813-07FD-8AD2FB828EC5}" dt="2025-02-10T14:35:22.201" v="6" actId="20577"/>
        <pc:sldMkLst>
          <pc:docMk/>
          <pc:sldMk cId="352348642" sldId="287"/>
        </pc:sldMkLst>
        <pc:spChg chg="mod">
          <ac:chgData name="Αντωνιος Μακρης" userId="S::antoniosmakris@ntua.gr::eea0bc52-0833-4d66-a611-1693fee57a2c" providerId="AD" clId="Web-{D155E36A-D432-E813-07FD-8AD2FB828EC5}" dt="2025-02-10T14:35:22.201" v="6" actId="20577"/>
          <ac:spMkLst>
            <pc:docMk/>
            <pc:sldMk cId="352348642" sldId="287"/>
            <ac:spMk id="3" creationId="{D1A321B0-B2E5-6D79-DC44-2DB50E45AC1D}"/>
          </ac:spMkLst>
        </pc:spChg>
      </pc:sldChg>
      <pc:sldChg chg="modSp">
        <pc:chgData name="Αντωνιος Μακρης" userId="S::antoniosmakris@ntua.gr::eea0bc52-0833-4d66-a611-1693fee57a2c" providerId="AD" clId="Web-{D155E36A-D432-E813-07FD-8AD2FB828EC5}" dt="2025-02-10T15:06:02.039" v="11" actId="20577"/>
        <pc:sldMkLst>
          <pc:docMk/>
          <pc:sldMk cId="1838713816" sldId="295"/>
        </pc:sldMkLst>
        <pc:spChg chg="mod">
          <ac:chgData name="Αντωνιος Μακρης" userId="S::antoniosmakris@ntua.gr::eea0bc52-0833-4d66-a611-1693fee57a2c" providerId="AD" clId="Web-{D155E36A-D432-E813-07FD-8AD2FB828EC5}" dt="2025-02-10T15:06:02.039" v="11" actId="20577"/>
          <ac:spMkLst>
            <pc:docMk/>
            <pc:sldMk cId="1838713816" sldId="295"/>
            <ac:spMk id="3" creationId="{1D9119E2-7D13-373A-B3B3-C55FA5D97E87}"/>
          </ac:spMkLst>
        </pc:spChg>
      </pc:sldChg>
      <pc:sldChg chg="modSp">
        <pc:chgData name="Αντωνιος Μακρης" userId="S::antoniosmakris@ntua.gr::eea0bc52-0833-4d66-a611-1693fee57a2c" providerId="AD" clId="Web-{D155E36A-D432-E813-07FD-8AD2FB828EC5}" dt="2025-02-10T15:38:36.974" v="36" actId="20577"/>
        <pc:sldMkLst>
          <pc:docMk/>
          <pc:sldMk cId="1677821640" sldId="297"/>
        </pc:sldMkLst>
        <pc:spChg chg="mod">
          <ac:chgData name="Αντωνιος Μακρης" userId="S::antoniosmakris@ntua.gr::eea0bc52-0833-4d66-a611-1693fee57a2c" providerId="AD" clId="Web-{D155E36A-D432-E813-07FD-8AD2FB828EC5}" dt="2025-02-10T15:38:36.974" v="36" actId="20577"/>
          <ac:spMkLst>
            <pc:docMk/>
            <pc:sldMk cId="1677821640" sldId="297"/>
            <ac:spMk id="5" creationId="{D947A6F1-6E1B-A38E-7A1F-FDA2937862E1}"/>
          </ac:spMkLst>
        </pc:spChg>
      </pc:sldChg>
      <pc:sldChg chg="modSp">
        <pc:chgData name="Αντωνιος Μακρης" userId="S::antoniosmakris@ntua.gr::eea0bc52-0833-4d66-a611-1693fee57a2c" providerId="AD" clId="Web-{D155E36A-D432-E813-07FD-8AD2FB828EC5}" dt="2025-02-10T15:07:50.510" v="16" actId="20577"/>
        <pc:sldMkLst>
          <pc:docMk/>
          <pc:sldMk cId="1895308846" sldId="299"/>
        </pc:sldMkLst>
        <pc:spChg chg="mod">
          <ac:chgData name="Αντωνιος Μακρης" userId="S::antoniosmakris@ntua.gr::eea0bc52-0833-4d66-a611-1693fee57a2c" providerId="AD" clId="Web-{D155E36A-D432-E813-07FD-8AD2FB828EC5}" dt="2025-02-10T15:07:50.510" v="16" actId="20577"/>
          <ac:spMkLst>
            <pc:docMk/>
            <pc:sldMk cId="1895308846" sldId="299"/>
            <ac:spMk id="3" creationId="{1D9119E2-7D13-373A-B3B3-C55FA5D97E87}"/>
          </ac:spMkLst>
        </pc:spChg>
      </pc:sldChg>
      <pc:sldChg chg="modSp">
        <pc:chgData name="Αντωνιος Μακρης" userId="S::antoniosmakris@ntua.gr::eea0bc52-0833-4d66-a611-1693fee57a2c" providerId="AD" clId="Web-{D155E36A-D432-E813-07FD-8AD2FB828EC5}" dt="2025-02-10T15:39:37.460" v="41" actId="20577"/>
        <pc:sldMkLst>
          <pc:docMk/>
          <pc:sldMk cId="2170898036" sldId="303"/>
        </pc:sldMkLst>
        <pc:spChg chg="mod">
          <ac:chgData name="Αντωνιος Μακρης" userId="S::antoniosmakris@ntua.gr::eea0bc52-0833-4d66-a611-1693fee57a2c" providerId="AD" clId="Web-{D155E36A-D432-E813-07FD-8AD2FB828EC5}" dt="2025-02-10T15:39:37.460" v="41" actId="20577"/>
          <ac:spMkLst>
            <pc:docMk/>
            <pc:sldMk cId="2170898036" sldId="303"/>
            <ac:spMk id="3" creationId="{FF78C02A-9112-C727-E9BC-D1F26D5CFD35}"/>
          </ac:spMkLst>
        </pc:spChg>
      </pc:sldChg>
      <pc:sldChg chg="modSp">
        <pc:chgData name="Αντωνιος Μακρης" userId="S::antoniosmakris@ntua.gr::eea0bc52-0833-4d66-a611-1693fee57a2c" providerId="AD" clId="Web-{D155E36A-D432-E813-07FD-8AD2FB828EC5}" dt="2025-02-10T15:13:36.112" v="32" actId="20577"/>
        <pc:sldMkLst>
          <pc:docMk/>
          <pc:sldMk cId="3555019897" sldId="305"/>
        </pc:sldMkLst>
        <pc:spChg chg="mod">
          <ac:chgData name="Αντωνιος Μακρης" userId="S::antoniosmakris@ntua.gr::eea0bc52-0833-4d66-a611-1693fee57a2c" providerId="AD" clId="Web-{D155E36A-D432-E813-07FD-8AD2FB828EC5}" dt="2025-02-10T15:13:36.112" v="32" actId="20577"/>
          <ac:spMkLst>
            <pc:docMk/>
            <pc:sldMk cId="3555019897" sldId="305"/>
            <ac:spMk id="3" creationId="{1D9119E2-7D13-373A-B3B3-C55FA5D97E87}"/>
          </ac:spMkLst>
        </pc:spChg>
      </pc:sldChg>
      <pc:sldChg chg="modSp">
        <pc:chgData name="Αντωνιος Μακρης" userId="S::antoniosmakris@ntua.gr::eea0bc52-0833-4d66-a611-1693fee57a2c" providerId="AD" clId="Web-{D155E36A-D432-E813-07FD-8AD2FB828EC5}" dt="2025-02-10T15:11:12.624" v="26" actId="20577"/>
        <pc:sldMkLst>
          <pc:docMk/>
          <pc:sldMk cId="3157288640" sldId="306"/>
        </pc:sldMkLst>
        <pc:spChg chg="mod">
          <ac:chgData name="Αντωνιος Μακρης" userId="S::antoniosmakris@ntua.gr::eea0bc52-0833-4d66-a611-1693fee57a2c" providerId="AD" clId="Web-{D155E36A-D432-E813-07FD-8AD2FB828EC5}" dt="2025-02-10T15:11:12.624" v="26" actId="20577"/>
          <ac:spMkLst>
            <pc:docMk/>
            <pc:sldMk cId="3157288640" sldId="306"/>
            <ac:spMk id="3" creationId="{1D9119E2-7D13-373A-B3B3-C55FA5D97E87}"/>
          </ac:spMkLst>
        </pc:spChg>
      </pc:sldChg>
      <pc:sldChg chg="modSp">
        <pc:chgData name="Αντωνιος Μακρης" userId="S::antoniosmakris@ntua.gr::eea0bc52-0833-4d66-a611-1693fee57a2c" providerId="AD" clId="Web-{D155E36A-D432-E813-07FD-8AD2FB828EC5}" dt="2025-02-10T15:14:20.129" v="34" actId="20577"/>
        <pc:sldMkLst>
          <pc:docMk/>
          <pc:sldMk cId="1381810292" sldId="308"/>
        </pc:sldMkLst>
        <pc:spChg chg="mod">
          <ac:chgData name="Αντωνιος Μακρης" userId="S::antoniosmakris@ntua.gr::eea0bc52-0833-4d66-a611-1693fee57a2c" providerId="AD" clId="Web-{D155E36A-D432-E813-07FD-8AD2FB828EC5}" dt="2025-02-10T15:14:20.129" v="34" actId="20577"/>
          <ac:spMkLst>
            <pc:docMk/>
            <pc:sldMk cId="1381810292" sldId="308"/>
            <ac:spMk id="3" creationId="{1D9119E2-7D13-373A-B3B3-C55FA5D97E87}"/>
          </ac:spMkLst>
        </pc:spChg>
      </pc:sldChg>
      <pc:sldChg chg="modSp">
        <pc:chgData name="Αντωνιος Μακρης" userId="S::antoniosmakris@ntua.gr::eea0bc52-0833-4d66-a611-1693fee57a2c" providerId="AD" clId="Web-{D155E36A-D432-E813-07FD-8AD2FB828EC5}" dt="2025-02-10T15:49:05.832" v="44" actId="20577"/>
        <pc:sldMkLst>
          <pc:docMk/>
          <pc:sldMk cId="3558979755" sldId="309"/>
        </pc:sldMkLst>
        <pc:spChg chg="mod">
          <ac:chgData name="Αντωνιος Μακρης" userId="S::antoniosmakris@ntua.gr::eea0bc52-0833-4d66-a611-1693fee57a2c" providerId="AD" clId="Web-{D155E36A-D432-E813-07FD-8AD2FB828EC5}" dt="2025-02-10T15:49:05.832" v="44" actId="20577"/>
          <ac:spMkLst>
            <pc:docMk/>
            <pc:sldMk cId="3558979755" sldId="309"/>
            <ac:spMk id="3" creationId="{FF78C02A-9112-C727-E9BC-D1F26D5CFD35}"/>
          </ac:spMkLst>
        </pc:spChg>
      </pc:sldChg>
      <pc:sldChg chg="modSp">
        <pc:chgData name="Αντωνιος Μακρης" userId="S::antoniosmakris@ntua.gr::eea0bc52-0833-4d66-a611-1693fee57a2c" providerId="AD" clId="Web-{D155E36A-D432-E813-07FD-8AD2FB828EC5}" dt="2025-02-10T15:50:16.802" v="47" actId="20577"/>
        <pc:sldMkLst>
          <pc:docMk/>
          <pc:sldMk cId="1150289192" sldId="315"/>
        </pc:sldMkLst>
        <pc:spChg chg="mod">
          <ac:chgData name="Αντωνιος Μακρης" userId="S::antoniosmakris@ntua.gr::eea0bc52-0833-4d66-a611-1693fee57a2c" providerId="AD" clId="Web-{D155E36A-D432-E813-07FD-8AD2FB828EC5}" dt="2025-02-10T15:50:16.802" v="47" actId="20577"/>
          <ac:spMkLst>
            <pc:docMk/>
            <pc:sldMk cId="1150289192" sldId="315"/>
            <ac:spMk id="3" creationId="{FF78C02A-9112-C727-E9BC-D1F26D5CFD35}"/>
          </ac:spMkLst>
        </pc:spChg>
      </pc:sldChg>
    </pc:docChg>
  </pc:docChgLst>
  <pc:docChgLst>
    <pc:chgData name="Αντωνιος Μακρης" userId="S::antoniosmakris@ntua.gr::eea0bc52-0833-4d66-a611-1693fee57a2c" providerId="AD" clId="Web-{7DED85CE-40F5-10FC-9B7B-B8C345F5A6F5}"/>
    <pc:docChg chg="modSld">
      <pc:chgData name="Αντωνιος Μακρης" userId="S::antoniosmakris@ntua.gr::eea0bc52-0833-4d66-a611-1693fee57a2c" providerId="AD" clId="Web-{7DED85CE-40F5-10FC-9B7B-B8C345F5A6F5}" dt="2025-01-16T12:12:48.105" v="1" actId="20577"/>
      <pc:docMkLst>
        <pc:docMk/>
      </pc:docMkLst>
      <pc:sldChg chg="delSp modSp">
        <pc:chgData name="Αντωνιος Μακρης" userId="S::antoniosmakris@ntua.gr::eea0bc52-0833-4d66-a611-1693fee57a2c" providerId="AD" clId="Web-{7DED85CE-40F5-10FC-9B7B-B8C345F5A6F5}" dt="2025-01-16T12:12:48.105" v="1" actId="20577"/>
        <pc:sldMkLst>
          <pc:docMk/>
          <pc:sldMk cId="0" sldId="257"/>
        </pc:sldMkLst>
      </pc:sldChg>
    </pc:docChg>
  </pc:docChgLst>
  <pc:docChgLst>
    <pc:chgData name="Αντωνιος Μακρης" userId="S::antoniosmakris@ntua.gr::eea0bc52-0833-4d66-a611-1693fee57a2c" providerId="AD" clId="Web-{60D0E4D6-CCB6-3749-221B-8D4548CD0652}"/>
    <pc:docChg chg="modSld">
      <pc:chgData name="Αντωνιος Μακρης" userId="S::antoniosmakris@ntua.gr::eea0bc52-0833-4d66-a611-1693fee57a2c" providerId="AD" clId="Web-{60D0E4D6-CCB6-3749-221B-8D4548CD0652}" dt="2025-01-28T05:17:58.977" v="5"/>
      <pc:docMkLst>
        <pc:docMk/>
      </pc:docMkLst>
      <pc:sldChg chg="modSp">
        <pc:chgData name="Αντωνιος Μακρης" userId="S::antoniosmakris@ntua.gr::eea0bc52-0833-4d66-a611-1693fee57a2c" providerId="AD" clId="Web-{60D0E4D6-CCB6-3749-221B-8D4548CD0652}" dt="2025-01-28T05:17:58.977" v="5"/>
        <pc:sldMkLst>
          <pc:docMk/>
          <pc:sldMk cId="413811257" sldId="317"/>
        </pc:sldMkLst>
        <pc:graphicFrameChg chg="mod modGraphic">
          <ac:chgData name="Αντωνιος Μακρης" userId="S::antoniosmakris@ntua.gr::eea0bc52-0833-4d66-a611-1693fee57a2c" providerId="AD" clId="Web-{60D0E4D6-CCB6-3749-221B-8D4548CD0652}" dt="2025-01-28T05:17:58.977" v="5"/>
          <ac:graphicFrameMkLst>
            <pc:docMk/>
            <pc:sldMk cId="413811257" sldId="317"/>
            <ac:graphicFrameMk id="6" creationId="{D8B45918-9B12-6B58-B75E-7F37455D4EA5}"/>
          </ac:graphicFrameMkLst>
        </pc:graphicFrameChg>
      </pc:sldChg>
    </pc:docChg>
  </pc:docChgLst>
  <pc:docChgLst>
    <pc:chgData name="Αντωνιος Μακρης" userId="S::antoniosmakris@ntua.gr::eea0bc52-0833-4d66-a611-1693fee57a2c" providerId="AD" clId="Web-{F40EB044-4EB4-8565-AE33-352B57AB51E4}"/>
    <pc:docChg chg="modSld">
      <pc:chgData name="Αντωνιος Μακρης" userId="S::antoniosmakris@ntua.gr::eea0bc52-0833-4d66-a611-1693fee57a2c" providerId="AD" clId="Web-{F40EB044-4EB4-8565-AE33-352B57AB51E4}" dt="2025-02-05T13:50:46.703" v="9" actId="20577"/>
      <pc:docMkLst>
        <pc:docMk/>
      </pc:docMkLst>
      <pc:sldChg chg="modSp">
        <pc:chgData name="Αντωνιος Μακρης" userId="S::antoniosmakris@ntua.gr::eea0bc52-0833-4d66-a611-1693fee57a2c" providerId="AD" clId="Web-{F40EB044-4EB4-8565-AE33-352B57AB51E4}" dt="2025-02-05T13:50:46.703" v="9" actId="20577"/>
        <pc:sldMkLst>
          <pc:docMk/>
          <pc:sldMk cId="906148007" sldId="279"/>
        </pc:sldMkLst>
        <pc:spChg chg="mod">
          <ac:chgData name="Αντωνιος Μακρης" userId="S::antoniosmakris@ntua.gr::eea0bc52-0833-4d66-a611-1693fee57a2c" providerId="AD" clId="Web-{F40EB044-4EB4-8565-AE33-352B57AB51E4}" dt="2025-02-05T13:50:46.703" v="9" actId="20577"/>
          <ac:spMkLst>
            <pc:docMk/>
            <pc:sldMk cId="906148007" sldId="279"/>
            <ac:spMk id="3" creationId="{FF78C02A-9112-C727-E9BC-D1F26D5CFD35}"/>
          </ac:spMkLst>
        </pc:spChg>
      </pc:sldChg>
    </pc:docChg>
  </pc:docChgLst>
  <pc:docChgLst>
    <pc:chgData name="stavrosbouras" userId="S::stavrosbouras_gmail.com#ext#@ntuagr.onmicrosoft.com::4f644c6a-9f19-4db4-b82d-59239b1899f3" providerId="AD" clId="Web-{9C0B1A23-2693-40F0-A574-35AD14B9FCE4}"/>
    <pc:docChg chg="addSld delSld modSld">
      <pc:chgData name="stavrosbouras" userId="S::stavrosbouras_gmail.com#ext#@ntuagr.onmicrosoft.com::4f644c6a-9f19-4db4-b82d-59239b1899f3" providerId="AD" clId="Web-{9C0B1A23-2693-40F0-A574-35AD14B9FCE4}" dt="2025-01-27T15:11:55.826" v="3078" actId="20577"/>
      <pc:docMkLst>
        <pc:docMk/>
      </pc:docMkLst>
      <pc:sldChg chg="del">
        <pc:chgData name="stavrosbouras" userId="S::stavrosbouras_gmail.com#ext#@ntuagr.onmicrosoft.com::4f644c6a-9f19-4db4-b82d-59239b1899f3" providerId="AD" clId="Web-{9C0B1A23-2693-40F0-A574-35AD14B9FCE4}" dt="2025-01-27T14:15:48.453" v="1916"/>
        <pc:sldMkLst>
          <pc:docMk/>
          <pc:sldMk cId="2311880004" sldId="266"/>
        </pc:sldMkLst>
      </pc:sldChg>
      <pc:sldChg chg="modSp">
        <pc:chgData name="stavrosbouras" userId="S::stavrosbouras_gmail.com#ext#@ntuagr.onmicrosoft.com::4f644c6a-9f19-4db4-b82d-59239b1899f3" providerId="AD" clId="Web-{9C0B1A23-2693-40F0-A574-35AD14B9FCE4}" dt="2025-01-27T14:54:33.574" v="2987" actId="20577"/>
        <pc:sldMkLst>
          <pc:docMk/>
          <pc:sldMk cId="495190099" sldId="269"/>
        </pc:sldMkLst>
        <pc:spChg chg="mod">
          <ac:chgData name="stavrosbouras" userId="S::stavrosbouras_gmail.com#ext#@ntuagr.onmicrosoft.com::4f644c6a-9f19-4db4-b82d-59239b1899f3" providerId="AD" clId="Web-{9C0B1A23-2693-40F0-A574-35AD14B9FCE4}" dt="2025-01-27T14:54:33.574" v="2987" actId="20577"/>
          <ac:spMkLst>
            <pc:docMk/>
            <pc:sldMk cId="495190099" sldId="269"/>
            <ac:spMk id="3" creationId="{FF78C02A-9112-C727-E9BC-D1F26D5CFD35}"/>
          </ac:spMkLst>
        </pc:spChg>
      </pc:sldChg>
      <pc:sldChg chg="modSp">
        <pc:chgData name="stavrosbouras" userId="S::stavrosbouras_gmail.com#ext#@ntuagr.onmicrosoft.com::4f644c6a-9f19-4db4-b82d-59239b1899f3" providerId="AD" clId="Web-{9C0B1A23-2693-40F0-A574-35AD14B9FCE4}" dt="2025-01-27T12:34:15.775" v="55" actId="20577"/>
        <pc:sldMkLst>
          <pc:docMk/>
          <pc:sldMk cId="906148007" sldId="279"/>
        </pc:sldMkLst>
        <pc:spChg chg="mod">
          <ac:chgData name="stavrosbouras" userId="S::stavrosbouras_gmail.com#ext#@ntuagr.onmicrosoft.com::4f644c6a-9f19-4db4-b82d-59239b1899f3" providerId="AD" clId="Web-{9C0B1A23-2693-40F0-A574-35AD14B9FCE4}" dt="2025-01-27T12:34:15.775" v="55" actId="20577"/>
          <ac:spMkLst>
            <pc:docMk/>
            <pc:sldMk cId="906148007" sldId="279"/>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4:55:14.278" v="2991" actId="20577"/>
        <pc:sldMkLst>
          <pc:docMk/>
          <pc:sldMk cId="4066929991" sldId="292"/>
        </pc:sldMkLst>
        <pc:spChg chg="mod">
          <ac:chgData name="stavrosbouras" userId="S::stavrosbouras_gmail.com#ext#@ntuagr.onmicrosoft.com::4f644c6a-9f19-4db4-b82d-59239b1899f3" providerId="AD" clId="Web-{9C0B1A23-2693-40F0-A574-35AD14B9FCE4}" dt="2025-01-27T14:55:14.278" v="2991" actId="20577"/>
          <ac:spMkLst>
            <pc:docMk/>
            <pc:sldMk cId="4066929991" sldId="292"/>
            <ac:spMk id="3" creationId="{FF78C02A-9112-C727-E9BC-D1F26D5CFD35}"/>
          </ac:spMkLst>
        </pc:spChg>
      </pc:sldChg>
      <pc:sldChg chg="addSp delSp modSp add replId">
        <pc:chgData name="stavrosbouras" userId="S::stavrosbouras_gmail.com#ext#@ntuagr.onmicrosoft.com::4f644c6a-9f19-4db4-b82d-59239b1899f3" providerId="AD" clId="Web-{9C0B1A23-2693-40F0-A574-35AD14B9FCE4}" dt="2025-01-27T15:03:02.965" v="2997" actId="20577"/>
        <pc:sldMkLst>
          <pc:docMk/>
          <pc:sldMk cId="2694638138" sldId="293"/>
        </pc:sldMkLst>
        <pc:spChg chg="add mod">
          <ac:chgData name="stavrosbouras" userId="S::stavrosbouras_gmail.com#ext#@ntuagr.onmicrosoft.com::4f644c6a-9f19-4db4-b82d-59239b1899f3" providerId="AD" clId="Web-{9C0B1A23-2693-40F0-A574-35AD14B9FCE4}" dt="2025-01-27T15:03:02.965" v="2997" actId="20577"/>
          <ac:spMkLst>
            <pc:docMk/>
            <pc:sldMk cId="2694638138" sldId="293"/>
            <ac:spMk id="5" creationId="{D947A6F1-6E1B-A38E-7A1F-FDA2937862E1}"/>
          </ac:spMkLst>
        </pc:spChg>
      </pc:sldChg>
      <pc:sldChg chg="modSp add replId">
        <pc:chgData name="stavrosbouras" userId="S::stavrosbouras_gmail.com#ext#@ntuagr.onmicrosoft.com::4f644c6a-9f19-4db4-b82d-59239b1899f3" providerId="AD" clId="Web-{9C0B1A23-2693-40F0-A574-35AD14B9FCE4}" dt="2025-01-27T13:30:48.664" v="1394" actId="20577"/>
        <pc:sldMkLst>
          <pc:docMk/>
          <pc:sldMk cId="3434510569" sldId="294"/>
        </pc:sldMkLst>
        <pc:spChg chg="mod">
          <ac:chgData name="stavrosbouras" userId="S::stavrosbouras_gmail.com#ext#@ntuagr.onmicrosoft.com::4f644c6a-9f19-4db4-b82d-59239b1899f3" providerId="AD" clId="Web-{9C0B1A23-2693-40F0-A574-35AD14B9FCE4}" dt="2025-01-27T13:30:48.664" v="1394" actId="20577"/>
          <ac:spMkLst>
            <pc:docMk/>
            <pc:sldMk cId="3434510569" sldId="294"/>
            <ac:spMk id="5" creationId="{D947A6F1-6E1B-A38E-7A1F-FDA2937862E1}"/>
          </ac:spMkLst>
        </pc:spChg>
      </pc:sldChg>
      <pc:sldChg chg="modSp add replId">
        <pc:chgData name="stavrosbouras" userId="S::stavrosbouras_gmail.com#ext#@ntuagr.onmicrosoft.com::4f644c6a-9f19-4db4-b82d-59239b1899f3" providerId="AD" clId="Web-{9C0B1A23-2693-40F0-A574-35AD14B9FCE4}" dt="2025-01-27T14:10:03.958" v="1898" actId="20577"/>
        <pc:sldMkLst>
          <pc:docMk/>
          <pc:sldMk cId="1677821640" sldId="297"/>
        </pc:sldMkLst>
        <pc:spChg chg="mod">
          <ac:chgData name="stavrosbouras" userId="S::stavrosbouras_gmail.com#ext#@ntuagr.onmicrosoft.com::4f644c6a-9f19-4db4-b82d-59239b1899f3" providerId="AD" clId="Web-{9C0B1A23-2693-40F0-A574-35AD14B9FCE4}" dt="2025-01-27T14:10:03.958" v="1898" actId="20577"/>
          <ac:spMkLst>
            <pc:docMk/>
            <pc:sldMk cId="1677821640" sldId="297"/>
            <ac:spMk id="5" creationId="{D947A6F1-6E1B-A38E-7A1F-FDA2937862E1}"/>
          </ac:spMkLst>
        </pc:spChg>
      </pc:sldChg>
      <pc:sldChg chg="addSp delSp modSp add replId">
        <pc:chgData name="stavrosbouras" userId="S::stavrosbouras_gmail.com#ext#@ntuagr.onmicrosoft.com::4f644c6a-9f19-4db4-b82d-59239b1899f3" providerId="AD" clId="Web-{9C0B1A23-2693-40F0-A574-35AD14B9FCE4}" dt="2025-01-27T14:01:41.161" v="1838" actId="1076"/>
        <pc:sldMkLst>
          <pc:docMk/>
          <pc:sldMk cId="2170898036" sldId="303"/>
        </pc:sldMkLst>
        <pc:spChg chg="mod">
          <ac:chgData name="stavrosbouras" userId="S::stavrosbouras_gmail.com#ext#@ntuagr.onmicrosoft.com::4f644c6a-9f19-4db4-b82d-59239b1899f3" providerId="AD" clId="Web-{9C0B1A23-2693-40F0-A574-35AD14B9FCE4}" dt="2025-01-27T14:01:41.161" v="1838" actId="1076"/>
          <ac:spMkLst>
            <pc:docMk/>
            <pc:sldMk cId="2170898036" sldId="303"/>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5:07:03.629" v="3043" actId="20577"/>
        <pc:sldMkLst>
          <pc:docMk/>
          <pc:sldMk cId="2557306374" sldId="304"/>
        </pc:sldMkLst>
        <pc:spChg chg="mod">
          <ac:chgData name="stavrosbouras" userId="S::stavrosbouras_gmail.com#ext#@ntuagr.onmicrosoft.com::4f644c6a-9f19-4db4-b82d-59239b1899f3" providerId="AD" clId="Web-{9C0B1A23-2693-40F0-A574-35AD14B9FCE4}" dt="2025-01-27T15:07:03.629" v="3043" actId="20577"/>
          <ac:spMkLst>
            <pc:docMk/>
            <pc:sldMk cId="2557306374" sldId="304"/>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5:11:55.826" v="3078" actId="20577"/>
        <pc:sldMkLst>
          <pc:docMk/>
          <pc:sldMk cId="3727988347" sldId="307"/>
        </pc:sldMkLst>
        <pc:spChg chg="mod">
          <ac:chgData name="stavrosbouras" userId="S::stavrosbouras_gmail.com#ext#@ntuagr.onmicrosoft.com::4f644c6a-9f19-4db4-b82d-59239b1899f3" providerId="AD" clId="Web-{9C0B1A23-2693-40F0-A574-35AD14B9FCE4}" dt="2025-01-27T15:11:55.826" v="3078" actId="20577"/>
          <ac:spMkLst>
            <pc:docMk/>
            <pc:sldMk cId="3727988347" sldId="307"/>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4:01:10.956" v="1834" actId="20577"/>
        <pc:sldMkLst>
          <pc:docMk/>
          <pc:sldMk cId="3558979755" sldId="309"/>
        </pc:sldMkLst>
        <pc:spChg chg="mod">
          <ac:chgData name="stavrosbouras" userId="S::stavrosbouras_gmail.com#ext#@ntuagr.onmicrosoft.com::4f644c6a-9f19-4db4-b82d-59239b1899f3" providerId="AD" clId="Web-{9C0B1A23-2693-40F0-A574-35AD14B9FCE4}" dt="2025-01-27T14:01:10.956" v="1834" actId="20577"/>
          <ac:spMkLst>
            <pc:docMk/>
            <pc:sldMk cId="3558979755" sldId="309"/>
            <ac:spMk id="3" creationId="{FF78C02A-9112-C727-E9BC-D1F26D5CFD35}"/>
          </ac:spMkLst>
        </pc:spChg>
      </pc:sldChg>
      <pc:sldChg chg="addSp delSp modSp add replId">
        <pc:chgData name="stavrosbouras" userId="S::stavrosbouras_gmail.com#ext#@ntuagr.onmicrosoft.com::4f644c6a-9f19-4db4-b82d-59239b1899f3" providerId="AD" clId="Web-{9C0B1A23-2693-40F0-A574-35AD14B9FCE4}" dt="2025-01-27T14:01:06.956" v="1833" actId="20577"/>
        <pc:sldMkLst>
          <pc:docMk/>
          <pc:sldMk cId="3107211937" sldId="310"/>
        </pc:sldMkLst>
        <pc:spChg chg="mod">
          <ac:chgData name="stavrosbouras" userId="S::stavrosbouras_gmail.com#ext#@ntuagr.onmicrosoft.com::4f644c6a-9f19-4db4-b82d-59239b1899f3" providerId="AD" clId="Web-{9C0B1A23-2693-40F0-A574-35AD14B9FCE4}" dt="2025-01-27T14:01:06.956" v="1833" actId="20577"/>
          <ac:spMkLst>
            <pc:docMk/>
            <pc:sldMk cId="3107211937" sldId="310"/>
            <ac:spMk id="3" creationId="{FF78C02A-9112-C727-E9BC-D1F26D5CFD35}"/>
          </ac:spMkLst>
        </pc:spChg>
      </pc:sldChg>
      <pc:sldChg chg="modSp">
        <pc:chgData name="stavrosbouras" userId="S::stavrosbouras_gmail.com#ext#@ntuagr.onmicrosoft.com::4f644c6a-9f19-4db4-b82d-59239b1899f3" providerId="AD" clId="Web-{9C0B1A23-2693-40F0-A574-35AD14B9FCE4}" dt="2025-01-27T14:41:28.908" v="2510"/>
        <pc:sldMkLst>
          <pc:docMk/>
          <pc:sldMk cId="2270794652" sldId="311"/>
        </pc:sldMkLst>
        <pc:graphicFrameChg chg="mod modGraphic">
          <ac:chgData name="stavrosbouras" userId="S::stavrosbouras_gmail.com#ext#@ntuagr.onmicrosoft.com::4f644c6a-9f19-4db4-b82d-59239b1899f3" providerId="AD" clId="Web-{9C0B1A23-2693-40F0-A574-35AD14B9FCE4}" dt="2025-01-27T14:41:28.908" v="2510"/>
          <ac:graphicFrameMkLst>
            <pc:docMk/>
            <pc:sldMk cId="2270794652" sldId="311"/>
            <ac:graphicFrameMk id="6" creationId="{D8B45918-9B12-6B58-B75E-7F37455D4EA5}"/>
          </ac:graphicFrameMkLst>
        </pc:graphicFrameChg>
      </pc:sldChg>
      <pc:sldChg chg="addSp delSp modSp add replId">
        <pc:chgData name="stavrosbouras" userId="S::stavrosbouras_gmail.com#ext#@ntuagr.onmicrosoft.com::4f644c6a-9f19-4db4-b82d-59239b1899f3" providerId="AD" clId="Web-{9C0B1A23-2693-40F0-A574-35AD14B9FCE4}" dt="2025-01-27T14:01:01.206" v="1831" actId="20577"/>
        <pc:sldMkLst>
          <pc:docMk/>
          <pc:sldMk cId="2973401165" sldId="312"/>
        </pc:sldMkLst>
        <pc:spChg chg="mod">
          <ac:chgData name="stavrosbouras" userId="S::stavrosbouras_gmail.com#ext#@ntuagr.onmicrosoft.com::4f644c6a-9f19-4db4-b82d-59239b1899f3" providerId="AD" clId="Web-{9C0B1A23-2693-40F0-A574-35AD14B9FCE4}" dt="2025-01-27T14:01:01.206" v="1831" actId="20577"/>
          <ac:spMkLst>
            <pc:docMk/>
            <pc:sldMk cId="2973401165" sldId="312"/>
            <ac:spMk id="3" creationId="{FF78C02A-9112-C727-E9BC-D1F26D5CFD35}"/>
          </ac:spMkLst>
        </pc:spChg>
      </pc:sldChg>
      <pc:sldChg chg="addSp delSp modSp add replId">
        <pc:chgData name="stavrosbouras" userId="S::stavrosbouras_gmail.com#ext#@ntuagr.onmicrosoft.com::4f644c6a-9f19-4db4-b82d-59239b1899f3" providerId="AD" clId="Web-{9C0B1A23-2693-40F0-A574-35AD14B9FCE4}" dt="2025-01-27T14:04:47.838" v="1851"/>
        <pc:sldMkLst>
          <pc:docMk/>
          <pc:sldMk cId="1409433064" sldId="313"/>
        </pc:sldMkLst>
        <pc:spChg chg="mod">
          <ac:chgData name="stavrosbouras" userId="S::stavrosbouras_gmail.com#ext#@ntuagr.onmicrosoft.com::4f644c6a-9f19-4db4-b82d-59239b1899f3" providerId="AD" clId="Web-{9C0B1A23-2693-40F0-A574-35AD14B9FCE4}" dt="2025-01-27T14:04:37.791" v="1847" actId="20577"/>
          <ac:spMkLst>
            <pc:docMk/>
            <pc:sldMk cId="1409433064" sldId="313"/>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4:05:49.372" v="1873" actId="20577"/>
        <pc:sldMkLst>
          <pc:docMk/>
          <pc:sldMk cId="2476958729" sldId="314"/>
        </pc:sldMkLst>
        <pc:spChg chg="mod">
          <ac:chgData name="stavrosbouras" userId="S::stavrosbouras_gmail.com#ext#@ntuagr.onmicrosoft.com::4f644c6a-9f19-4db4-b82d-59239b1899f3" providerId="AD" clId="Web-{9C0B1A23-2693-40F0-A574-35AD14B9FCE4}" dt="2025-01-27T14:05:49.372" v="1873" actId="20577"/>
          <ac:spMkLst>
            <pc:docMk/>
            <pc:sldMk cId="2476958729" sldId="314"/>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4:07:30.719" v="1896" actId="20577"/>
        <pc:sldMkLst>
          <pc:docMk/>
          <pc:sldMk cId="1150289192" sldId="315"/>
        </pc:sldMkLst>
        <pc:spChg chg="mod">
          <ac:chgData name="stavrosbouras" userId="S::stavrosbouras_gmail.com#ext#@ntuagr.onmicrosoft.com::4f644c6a-9f19-4db4-b82d-59239b1899f3" providerId="AD" clId="Web-{9C0B1A23-2693-40F0-A574-35AD14B9FCE4}" dt="2025-01-27T14:07:30.719" v="1896" actId="20577"/>
          <ac:spMkLst>
            <pc:docMk/>
            <pc:sldMk cId="1150289192" sldId="315"/>
            <ac:spMk id="3" creationId="{FF78C02A-9112-C727-E9BC-D1F26D5CFD35}"/>
          </ac:spMkLst>
        </pc:spChg>
      </pc:sldChg>
      <pc:sldChg chg="addSp delSp modSp add replId">
        <pc:chgData name="stavrosbouras" userId="S::stavrosbouras_gmail.com#ext#@ntuagr.onmicrosoft.com::4f644c6a-9f19-4db4-b82d-59239b1899f3" providerId="AD" clId="Web-{9C0B1A23-2693-40F0-A574-35AD14B9FCE4}" dt="2025-01-27T14:14:37.138" v="1915" actId="1076"/>
        <pc:sldMkLst>
          <pc:docMk/>
          <pc:sldMk cId="291650307" sldId="316"/>
        </pc:sldMkLst>
        <pc:picChg chg="add mod">
          <ac:chgData name="stavrosbouras" userId="S::stavrosbouras_gmail.com#ext#@ntuagr.onmicrosoft.com::4f644c6a-9f19-4db4-b82d-59239b1899f3" providerId="AD" clId="Web-{9C0B1A23-2693-40F0-A574-35AD14B9FCE4}" dt="2025-01-27T14:14:37.138" v="1915" actId="1076"/>
          <ac:picMkLst>
            <pc:docMk/>
            <pc:sldMk cId="291650307" sldId="316"/>
            <ac:picMk id="2" creationId="{96F75EEB-53BA-2B93-8337-C0C1809F1A31}"/>
          </ac:picMkLst>
        </pc:picChg>
      </pc:sldChg>
      <pc:sldChg chg="addSp delSp add del replId">
        <pc:chgData name="stavrosbouras" userId="S::stavrosbouras_gmail.com#ext#@ntuagr.onmicrosoft.com::4f644c6a-9f19-4db4-b82d-59239b1899f3" providerId="AD" clId="Web-{9C0B1A23-2693-40F0-A574-35AD14B9FCE4}" dt="2025-01-27T14:11:37.633" v="1902"/>
        <pc:sldMkLst>
          <pc:docMk/>
          <pc:sldMk cId="2175982139" sldId="316"/>
        </pc:sldMkLst>
      </pc:sldChg>
      <pc:sldChg chg="modSp add replId">
        <pc:chgData name="stavrosbouras" userId="S::stavrosbouras_gmail.com#ext#@ntuagr.onmicrosoft.com::4f644c6a-9f19-4db4-b82d-59239b1899f3" providerId="AD" clId="Web-{9C0B1A23-2693-40F0-A574-35AD14B9FCE4}" dt="2025-01-27T14:47:43.295" v="2951"/>
        <pc:sldMkLst>
          <pc:docMk/>
          <pc:sldMk cId="413811257" sldId="317"/>
        </pc:sldMkLst>
        <pc:graphicFrameChg chg="mod modGraphic">
          <ac:chgData name="stavrosbouras" userId="S::stavrosbouras_gmail.com#ext#@ntuagr.onmicrosoft.com::4f644c6a-9f19-4db4-b82d-59239b1899f3" providerId="AD" clId="Web-{9C0B1A23-2693-40F0-A574-35AD14B9FCE4}" dt="2025-01-27T14:47:43.295" v="2951"/>
          <ac:graphicFrameMkLst>
            <pc:docMk/>
            <pc:sldMk cId="413811257" sldId="317"/>
            <ac:graphicFrameMk id="6" creationId="{D8B45918-9B12-6B58-B75E-7F37455D4EA5}"/>
          </ac:graphicFrameMkLst>
        </pc:graphicFrameChg>
      </pc:sldChg>
    </pc:docChg>
  </pc:docChgLst>
  <pc:docChgLst>
    <pc:chgData name="Αντωνιος Μακρης" userId="S::antoniosmakris@ntua.gr::eea0bc52-0833-4d66-a611-1693fee57a2c" providerId="AD" clId="Web-{E1CBD8D9-C455-8493-64EE-A6255BD17F08}"/>
    <pc:docChg chg="addSld delSld modSld">
      <pc:chgData name="Αντωνιος Μακρης" userId="S::antoniosmakris@ntua.gr::eea0bc52-0833-4d66-a611-1693fee57a2c" providerId="AD" clId="Web-{E1CBD8D9-C455-8493-64EE-A6255BD17F08}" dt="2025-01-27T15:11:40.748" v="368" actId="20577"/>
      <pc:docMkLst>
        <pc:docMk/>
      </pc:docMkLst>
      <pc:sldChg chg="modSp">
        <pc:chgData name="Αντωνιος Μακρης" userId="S::antoniosmakris@ntua.gr::eea0bc52-0833-4d66-a611-1693fee57a2c" providerId="AD" clId="Web-{E1CBD8D9-C455-8493-64EE-A6255BD17F08}" dt="2025-01-27T14:44:31.008" v="348" actId="20577"/>
        <pc:sldMkLst>
          <pc:docMk/>
          <pc:sldMk cId="4191494072" sldId="268"/>
        </pc:sldMkLst>
        <pc:spChg chg="mod">
          <ac:chgData name="Αντωνιος Μακρης" userId="S::antoniosmakris@ntua.gr::eea0bc52-0833-4d66-a611-1693fee57a2c" providerId="AD" clId="Web-{E1CBD8D9-C455-8493-64EE-A6255BD17F08}" dt="2025-01-27T14:44:31.008" v="348" actId="20577"/>
          <ac:spMkLst>
            <pc:docMk/>
            <pc:sldMk cId="4191494072" sldId="268"/>
            <ac:spMk id="3" creationId="{1D9119E2-7D13-373A-B3B3-C55FA5D97E87}"/>
          </ac:spMkLst>
        </pc:spChg>
      </pc:sldChg>
      <pc:sldChg chg="modSp">
        <pc:chgData name="Αντωνιος Μακρης" userId="S::antoniosmakris@ntua.gr::eea0bc52-0833-4d66-a611-1693fee57a2c" providerId="AD" clId="Web-{E1CBD8D9-C455-8493-64EE-A6255BD17F08}" dt="2025-01-27T14:24:22.984" v="337" actId="20577"/>
        <pc:sldMkLst>
          <pc:docMk/>
          <pc:sldMk cId="329482504" sldId="270"/>
        </pc:sldMkLst>
        <pc:spChg chg="mod">
          <ac:chgData name="Αντωνιος Μακρης" userId="S::antoniosmakris@ntua.gr::eea0bc52-0833-4d66-a611-1693fee57a2c" providerId="AD" clId="Web-{E1CBD8D9-C455-8493-64EE-A6255BD17F08}" dt="2025-01-27T14:24:22.984" v="337" actId="20577"/>
          <ac:spMkLst>
            <pc:docMk/>
            <pc:sldMk cId="329482504" sldId="270"/>
            <ac:spMk id="3" creationId="{EB1DFA5E-8281-812C-118F-02577CC8C5F7}"/>
          </ac:spMkLst>
        </pc:spChg>
      </pc:sldChg>
      <pc:sldChg chg="del">
        <pc:chgData name="Αντωνιος Μακρης" userId="S::antoniosmakris@ntua.gr::eea0bc52-0833-4d66-a611-1693fee57a2c" providerId="AD" clId="Web-{E1CBD8D9-C455-8493-64EE-A6255BD17F08}" dt="2025-01-27T14:28:36.898" v="338"/>
        <pc:sldMkLst>
          <pc:docMk/>
          <pc:sldMk cId="692029271" sldId="281"/>
        </pc:sldMkLst>
      </pc:sldChg>
      <pc:sldChg chg="modSp">
        <pc:chgData name="Αντωνιος Μακρης" userId="S::antoniosmakris@ntua.gr::eea0bc52-0833-4d66-a611-1693fee57a2c" providerId="AD" clId="Web-{E1CBD8D9-C455-8493-64EE-A6255BD17F08}" dt="2025-01-27T14:29:56.542" v="347" actId="20577"/>
        <pc:sldMkLst>
          <pc:docMk/>
          <pc:sldMk cId="4180217099" sldId="282"/>
        </pc:sldMkLst>
        <pc:spChg chg="mod">
          <ac:chgData name="Αντωνιος Μακρης" userId="S::antoniosmakris@ntua.gr::eea0bc52-0833-4d66-a611-1693fee57a2c" providerId="AD" clId="Web-{E1CBD8D9-C455-8493-64EE-A6255BD17F08}" dt="2025-01-27T14:29:26.338" v="343" actId="20577"/>
          <ac:spMkLst>
            <pc:docMk/>
            <pc:sldMk cId="4180217099" sldId="282"/>
            <ac:spMk id="2" creationId="{D4EF8DA2-A832-9ACE-1F6B-027C67E91AEE}"/>
          </ac:spMkLst>
        </pc:spChg>
        <pc:spChg chg="mod">
          <ac:chgData name="Αντωνιος Μακρης" userId="S::antoniosmakris@ntua.gr::eea0bc52-0833-4d66-a611-1693fee57a2c" providerId="AD" clId="Web-{E1CBD8D9-C455-8493-64EE-A6255BD17F08}" dt="2025-01-27T14:29:56.542" v="347" actId="20577"/>
          <ac:spMkLst>
            <pc:docMk/>
            <pc:sldMk cId="4180217099" sldId="282"/>
            <ac:spMk id="3" creationId="{EB1DFA5E-8281-812C-118F-02577CC8C5F7}"/>
          </ac:spMkLst>
        </pc:spChg>
      </pc:sldChg>
      <pc:sldChg chg="modSp">
        <pc:chgData name="Αντωνιος Μακρης" userId="S::antoniosmakris@ntua.gr::eea0bc52-0833-4d66-a611-1693fee57a2c" providerId="AD" clId="Web-{E1CBD8D9-C455-8493-64EE-A6255BD17F08}" dt="2025-01-27T14:59:01.114" v="350" actId="20577"/>
        <pc:sldMkLst>
          <pc:docMk/>
          <pc:sldMk cId="4066929991" sldId="292"/>
        </pc:sldMkLst>
        <pc:spChg chg="mod">
          <ac:chgData name="Αντωνιος Μακρης" userId="S::antoniosmakris@ntua.gr::eea0bc52-0833-4d66-a611-1693fee57a2c" providerId="AD" clId="Web-{E1CBD8D9-C455-8493-64EE-A6255BD17F08}" dt="2025-01-27T14:59:01.114" v="350" actId="20577"/>
          <ac:spMkLst>
            <pc:docMk/>
            <pc:sldMk cId="4066929991" sldId="292"/>
            <ac:spMk id="3" creationId="{FF78C02A-9112-C727-E9BC-D1F26D5CFD35}"/>
          </ac:spMkLst>
        </pc:spChg>
      </pc:sldChg>
      <pc:sldChg chg="modSp">
        <pc:chgData name="Αντωνιος Μακρης" userId="S::antoniosmakris@ntua.gr::eea0bc52-0833-4d66-a611-1693fee57a2c" providerId="AD" clId="Web-{E1CBD8D9-C455-8493-64EE-A6255BD17F08}" dt="2025-01-27T14:04:49.805" v="311" actId="20577"/>
        <pc:sldMkLst>
          <pc:docMk/>
          <pc:sldMk cId="1479836977" sldId="301"/>
        </pc:sldMkLst>
        <pc:spChg chg="mod">
          <ac:chgData name="Αντωνιος Μακρης" userId="S::antoniosmakris@ntua.gr::eea0bc52-0833-4d66-a611-1693fee57a2c" providerId="AD" clId="Web-{E1CBD8D9-C455-8493-64EE-A6255BD17F08}" dt="2025-01-27T14:04:49.805" v="311" actId="20577"/>
          <ac:spMkLst>
            <pc:docMk/>
            <pc:sldMk cId="1479836977" sldId="301"/>
            <ac:spMk id="3" creationId="{1D9119E2-7D13-373A-B3B3-C55FA5D97E87}"/>
          </ac:spMkLst>
        </pc:spChg>
      </pc:sldChg>
      <pc:sldChg chg="modSp">
        <pc:chgData name="Αντωνιος Μακρης" userId="S::antoniosmakris@ntua.gr::eea0bc52-0833-4d66-a611-1693fee57a2c" providerId="AD" clId="Web-{E1CBD8D9-C455-8493-64EE-A6255BD17F08}" dt="2025-01-27T15:03:40.421" v="355" actId="20577"/>
        <pc:sldMkLst>
          <pc:docMk/>
          <pc:sldMk cId="2170898036" sldId="303"/>
        </pc:sldMkLst>
        <pc:spChg chg="mod">
          <ac:chgData name="Αντωνιος Μακρης" userId="S::antoniosmakris@ntua.gr::eea0bc52-0833-4d66-a611-1693fee57a2c" providerId="AD" clId="Web-{E1CBD8D9-C455-8493-64EE-A6255BD17F08}" dt="2025-01-27T15:03:40.421" v="355" actId="20577"/>
          <ac:spMkLst>
            <pc:docMk/>
            <pc:sldMk cId="2170898036" sldId="303"/>
            <ac:spMk id="3" creationId="{FF78C02A-9112-C727-E9BC-D1F26D5CFD35}"/>
          </ac:spMkLst>
        </pc:spChg>
      </pc:sldChg>
      <pc:sldChg chg="modSp add replId">
        <pc:chgData name="Αντωνιος Μακρης" userId="S::antoniosmakris@ntua.gr::eea0bc52-0833-4d66-a611-1693fee57a2c" providerId="AD" clId="Web-{E1CBD8D9-C455-8493-64EE-A6255BD17F08}" dt="2025-01-27T13:52:27.843" v="7" actId="20577"/>
        <pc:sldMkLst>
          <pc:docMk/>
          <pc:sldMk cId="1381810292" sldId="306"/>
        </pc:sldMkLst>
      </pc:sldChg>
      <pc:sldChg chg="modSp">
        <pc:chgData name="Αντωνιος Μακρης" userId="S::antoniosmakris@ntua.gr::eea0bc52-0833-4d66-a611-1693fee57a2c" providerId="AD" clId="Web-{E1CBD8D9-C455-8493-64EE-A6255BD17F08}" dt="2025-01-27T13:53:30.783" v="19" actId="20577"/>
        <pc:sldMkLst>
          <pc:docMk/>
          <pc:sldMk cId="3157288640" sldId="306"/>
        </pc:sldMkLst>
        <pc:spChg chg="mod">
          <ac:chgData name="Αντωνιος Μακρης" userId="S::antoniosmakris@ntua.gr::eea0bc52-0833-4d66-a611-1693fee57a2c" providerId="AD" clId="Web-{E1CBD8D9-C455-8493-64EE-A6255BD17F08}" dt="2025-01-27T13:53:30.783" v="19" actId="20577"/>
          <ac:spMkLst>
            <pc:docMk/>
            <pc:sldMk cId="3157288640" sldId="306"/>
            <ac:spMk id="3" creationId="{1D9119E2-7D13-373A-B3B3-C55FA5D97E87}"/>
          </ac:spMkLst>
        </pc:spChg>
      </pc:sldChg>
      <pc:sldChg chg="modSp">
        <pc:chgData name="Αντωνιος Μακρης" userId="S::antoniosmakris@ntua.gr::eea0bc52-0833-4d66-a611-1693fee57a2c" providerId="AD" clId="Web-{E1CBD8D9-C455-8493-64EE-A6255BD17F08}" dt="2025-01-27T13:55:16.989" v="50" actId="20577"/>
        <pc:sldMkLst>
          <pc:docMk/>
          <pc:sldMk cId="1381810292" sldId="308"/>
        </pc:sldMkLst>
        <pc:spChg chg="mod">
          <ac:chgData name="Αντωνιος Μακρης" userId="S::antoniosmakris@ntua.gr::eea0bc52-0833-4d66-a611-1693fee57a2c" providerId="AD" clId="Web-{E1CBD8D9-C455-8493-64EE-A6255BD17F08}" dt="2025-01-27T13:55:16.989" v="50" actId="20577"/>
          <ac:spMkLst>
            <pc:docMk/>
            <pc:sldMk cId="1381810292" sldId="308"/>
            <ac:spMk id="3" creationId="{1D9119E2-7D13-373A-B3B3-C55FA5D97E87}"/>
          </ac:spMkLst>
        </pc:spChg>
      </pc:sldChg>
      <pc:sldChg chg="modSp">
        <pc:chgData name="Αντωνιος Μακρης" userId="S::antoniosmakris@ntua.gr::eea0bc52-0833-4d66-a611-1693fee57a2c" providerId="AD" clId="Web-{E1CBD8D9-C455-8493-64EE-A6255BD17F08}" dt="2025-01-27T15:05:19.252" v="359" actId="20577"/>
        <pc:sldMkLst>
          <pc:docMk/>
          <pc:sldMk cId="3558979755" sldId="309"/>
        </pc:sldMkLst>
        <pc:spChg chg="mod">
          <ac:chgData name="Αντωνιος Μακρης" userId="S::antoniosmakris@ntua.gr::eea0bc52-0833-4d66-a611-1693fee57a2c" providerId="AD" clId="Web-{E1CBD8D9-C455-8493-64EE-A6255BD17F08}" dt="2025-01-27T15:05:19.252" v="359" actId="20577"/>
          <ac:spMkLst>
            <pc:docMk/>
            <pc:sldMk cId="3558979755" sldId="309"/>
            <ac:spMk id="3" creationId="{FF78C02A-9112-C727-E9BC-D1F26D5CFD35}"/>
          </ac:spMkLst>
        </pc:spChg>
      </pc:sldChg>
      <pc:sldChg chg="modSp">
        <pc:chgData name="Αντωνιος Μακρης" userId="S::antoniosmakris@ntua.gr::eea0bc52-0833-4d66-a611-1693fee57a2c" providerId="AD" clId="Web-{E1CBD8D9-C455-8493-64EE-A6255BD17F08}" dt="2025-01-27T15:06:28.801" v="364" actId="20577"/>
        <pc:sldMkLst>
          <pc:docMk/>
          <pc:sldMk cId="3107211937" sldId="310"/>
        </pc:sldMkLst>
        <pc:spChg chg="mod">
          <ac:chgData name="Αντωνιος Μακρης" userId="S::antoniosmakris@ntua.gr::eea0bc52-0833-4d66-a611-1693fee57a2c" providerId="AD" clId="Web-{E1CBD8D9-C455-8493-64EE-A6255BD17F08}" dt="2025-01-27T15:06:28.801" v="364" actId="20577"/>
          <ac:spMkLst>
            <pc:docMk/>
            <pc:sldMk cId="3107211937" sldId="310"/>
            <ac:spMk id="3" creationId="{FF78C02A-9112-C727-E9BC-D1F26D5CFD35}"/>
          </ac:spMkLst>
        </pc:spChg>
      </pc:sldChg>
      <pc:sldChg chg="addSp delSp modSp new">
        <pc:chgData name="Αντωνιος Μακρης" userId="S::antoniosmakris@ntua.gr::eea0bc52-0833-4d66-a611-1693fee57a2c" providerId="AD" clId="Web-{E1CBD8D9-C455-8493-64EE-A6255BD17F08}" dt="2025-01-27T14:06:33.340" v="332" actId="1076"/>
        <pc:sldMkLst>
          <pc:docMk/>
          <pc:sldMk cId="2270794652" sldId="311"/>
        </pc:sldMkLst>
        <pc:spChg chg="mod">
          <ac:chgData name="Αντωνιος Μακρης" userId="S::antoniosmakris@ntua.gr::eea0bc52-0833-4d66-a611-1693fee57a2c" providerId="AD" clId="Web-{E1CBD8D9-C455-8493-64EE-A6255BD17F08}" dt="2025-01-27T13:57:01.086" v="60" actId="20577"/>
          <ac:spMkLst>
            <pc:docMk/>
            <pc:sldMk cId="2270794652" sldId="311"/>
            <ac:spMk id="2" creationId="{17522C26-2107-C0F2-A45F-052FECFA326A}"/>
          </ac:spMkLst>
        </pc:spChg>
        <pc:graphicFrameChg chg="add mod modGraphic">
          <ac:chgData name="Αντωνιος Μακρης" userId="S::antoniosmakris@ntua.gr::eea0bc52-0833-4d66-a611-1693fee57a2c" providerId="AD" clId="Web-{E1CBD8D9-C455-8493-64EE-A6255BD17F08}" dt="2025-01-27T14:06:33.340" v="332" actId="1076"/>
          <ac:graphicFrameMkLst>
            <pc:docMk/>
            <pc:sldMk cId="2270794652" sldId="311"/>
            <ac:graphicFrameMk id="6" creationId="{D8B45918-9B12-6B58-B75E-7F37455D4EA5}"/>
          </ac:graphicFrameMkLst>
        </pc:graphicFrameChg>
      </pc:sldChg>
      <pc:sldChg chg="modSp">
        <pc:chgData name="Αντωνιος Μακρης" userId="S::antoniosmakris@ntua.gr::eea0bc52-0833-4d66-a611-1693fee57a2c" providerId="AD" clId="Web-{E1CBD8D9-C455-8493-64EE-A6255BD17F08}" dt="2025-01-27T15:11:16.513" v="366" actId="20577"/>
        <pc:sldMkLst>
          <pc:docMk/>
          <pc:sldMk cId="1409433064" sldId="313"/>
        </pc:sldMkLst>
        <pc:spChg chg="mod">
          <ac:chgData name="Αντωνιος Μακρης" userId="S::antoniosmakris@ntua.gr::eea0bc52-0833-4d66-a611-1693fee57a2c" providerId="AD" clId="Web-{E1CBD8D9-C455-8493-64EE-A6255BD17F08}" dt="2025-01-27T15:11:16.513" v="366" actId="20577"/>
          <ac:spMkLst>
            <pc:docMk/>
            <pc:sldMk cId="1409433064" sldId="313"/>
            <ac:spMk id="3" creationId="{FF78C02A-9112-C727-E9BC-D1F26D5CFD35}"/>
          </ac:spMkLst>
        </pc:spChg>
      </pc:sldChg>
      <pc:sldChg chg="add del replId">
        <pc:chgData name="Αντωνιος Μακρης" userId="S::antoniosmakris@ntua.gr::eea0bc52-0833-4d66-a611-1693fee57a2c" providerId="AD" clId="Web-{E1CBD8D9-C455-8493-64EE-A6255BD17F08}" dt="2025-01-27T13:59:08.809" v="146"/>
        <pc:sldMkLst>
          <pc:docMk/>
          <pc:sldMk cId="2686580861" sldId="313"/>
        </pc:sldMkLst>
      </pc:sldChg>
      <pc:sldChg chg="modSp">
        <pc:chgData name="Αντωνιος Μακρης" userId="S::antoniosmakris@ntua.gr::eea0bc52-0833-4d66-a611-1693fee57a2c" providerId="AD" clId="Web-{E1CBD8D9-C455-8493-64EE-A6255BD17F08}" dt="2025-01-27T15:11:40.748" v="368" actId="20577"/>
        <pc:sldMkLst>
          <pc:docMk/>
          <pc:sldMk cId="1150289192" sldId="315"/>
        </pc:sldMkLst>
        <pc:spChg chg="mod">
          <ac:chgData name="Αντωνιος Μακρης" userId="S::antoniosmakris@ntua.gr::eea0bc52-0833-4d66-a611-1693fee57a2c" providerId="AD" clId="Web-{E1CBD8D9-C455-8493-64EE-A6255BD17F08}" dt="2025-01-27T15:11:40.748" v="368" actId="20577"/>
          <ac:spMkLst>
            <pc:docMk/>
            <pc:sldMk cId="1150289192" sldId="315"/>
            <ac:spMk id="3" creationId="{FF78C02A-9112-C727-E9BC-D1F26D5CFD35}"/>
          </ac:spMkLst>
        </pc:spChg>
      </pc:sldChg>
    </pc:docChg>
  </pc:docChgLst>
  <pc:docChgLst>
    <pc:chgData name="Αντωνιος Μακρης" userId="S::antoniosmakris@ntua.gr::eea0bc52-0833-4d66-a611-1693fee57a2c" providerId="AD" clId="Web-{EC6E1760-0FAA-AE5A-58DB-380D4CC8A492}"/>
    <pc:docChg chg="modSld">
      <pc:chgData name="Αντωνιος Μακρης" userId="S::antoniosmakris@ntua.gr::eea0bc52-0833-4d66-a611-1693fee57a2c" providerId="AD" clId="Web-{EC6E1760-0FAA-AE5A-58DB-380D4CC8A492}" dt="2025-02-11T09:10:36.081" v="87" actId="20577"/>
      <pc:docMkLst>
        <pc:docMk/>
      </pc:docMkLst>
      <pc:sldChg chg="modSp">
        <pc:chgData name="Αντωνιος Μακρης" userId="S::antoniosmakris@ntua.gr::eea0bc52-0833-4d66-a611-1693fee57a2c" providerId="AD" clId="Web-{EC6E1760-0FAA-AE5A-58DB-380D4CC8A492}" dt="2025-02-11T09:10:36.081" v="87" actId="20577"/>
        <pc:sldMkLst>
          <pc:docMk/>
          <pc:sldMk cId="4180217099" sldId="282"/>
        </pc:sldMkLst>
        <pc:spChg chg="mod">
          <ac:chgData name="Αντωνιος Μακρης" userId="S::antoniosmakris@ntua.gr::eea0bc52-0833-4d66-a611-1693fee57a2c" providerId="AD" clId="Web-{EC6E1760-0FAA-AE5A-58DB-380D4CC8A492}" dt="2025-02-11T09:10:36.081" v="87" actId="20577"/>
          <ac:spMkLst>
            <pc:docMk/>
            <pc:sldMk cId="4180217099" sldId="282"/>
            <ac:spMk id="3" creationId="{EB1DFA5E-8281-812C-118F-02577CC8C5F7}"/>
          </ac:spMkLst>
        </pc:spChg>
      </pc:sldChg>
      <pc:sldChg chg="modSp">
        <pc:chgData name="Αντωνιος Μακρης" userId="S::antoniosmakris@ntua.gr::eea0bc52-0833-4d66-a611-1693fee57a2c" providerId="AD" clId="Web-{EC6E1760-0FAA-AE5A-58DB-380D4CC8A492}" dt="2025-02-11T08:26:06.417" v="7" actId="20577"/>
        <pc:sldMkLst>
          <pc:docMk/>
          <pc:sldMk cId="2183554142" sldId="290"/>
        </pc:sldMkLst>
        <pc:spChg chg="mod">
          <ac:chgData name="Αντωνιος Μακρης" userId="S::antoniosmakris@ntua.gr::eea0bc52-0833-4d66-a611-1693fee57a2c" providerId="AD" clId="Web-{EC6E1760-0FAA-AE5A-58DB-380D4CC8A492}" dt="2025-02-11T08:26:06.417" v="7" actId="20577"/>
          <ac:spMkLst>
            <pc:docMk/>
            <pc:sldMk cId="2183554142" sldId="290"/>
            <ac:spMk id="3" creationId="{F012B45D-178A-50D0-1E2E-2AE1F1C5038E}"/>
          </ac:spMkLst>
        </pc:spChg>
      </pc:sldChg>
      <pc:sldChg chg="modSp">
        <pc:chgData name="Αντωνιος Μακρης" userId="S::antoniosmakris@ntua.gr::eea0bc52-0833-4d66-a611-1693fee57a2c" providerId="AD" clId="Web-{EC6E1760-0FAA-AE5A-58DB-380D4CC8A492}" dt="2025-02-11T08:51:08.863" v="14" actId="20577"/>
        <pc:sldMkLst>
          <pc:docMk/>
          <pc:sldMk cId="3434510569" sldId="294"/>
        </pc:sldMkLst>
        <pc:spChg chg="mod">
          <ac:chgData name="Αντωνιος Μακρης" userId="S::antoniosmakris@ntua.gr::eea0bc52-0833-4d66-a611-1693fee57a2c" providerId="AD" clId="Web-{EC6E1760-0FAA-AE5A-58DB-380D4CC8A492}" dt="2025-02-11T08:51:08.863" v="14" actId="20577"/>
          <ac:spMkLst>
            <pc:docMk/>
            <pc:sldMk cId="3434510569" sldId="294"/>
            <ac:spMk id="5" creationId="{D947A6F1-6E1B-A38E-7A1F-FDA2937862E1}"/>
          </ac:spMkLst>
        </pc:spChg>
      </pc:sldChg>
      <pc:sldChg chg="modSp">
        <pc:chgData name="Αντωνιος Μακρης" userId="S::antoniosmakris@ntua.gr::eea0bc52-0833-4d66-a611-1693fee57a2c" providerId="AD" clId="Web-{EC6E1760-0FAA-AE5A-58DB-380D4CC8A492}" dt="2025-02-11T09:01:36.067" v="70" actId="20577"/>
        <pc:sldMkLst>
          <pc:docMk/>
          <pc:sldMk cId="2170898036" sldId="303"/>
        </pc:sldMkLst>
        <pc:spChg chg="mod">
          <ac:chgData name="Αντωνιος Μακρης" userId="S::antoniosmakris@ntua.gr::eea0bc52-0833-4d66-a611-1693fee57a2c" providerId="AD" clId="Web-{EC6E1760-0FAA-AE5A-58DB-380D4CC8A492}" dt="2025-02-11T09:01:36.067" v="70" actId="20577"/>
          <ac:spMkLst>
            <pc:docMk/>
            <pc:sldMk cId="2170898036" sldId="303"/>
            <ac:spMk id="3" creationId="{FF78C02A-9112-C727-E9BC-D1F26D5CFD35}"/>
          </ac:spMkLst>
        </pc:spChg>
      </pc:sldChg>
      <pc:sldChg chg="modSp">
        <pc:chgData name="Αντωνιος Μακρης" userId="S::antoniosmakris@ntua.gr::eea0bc52-0833-4d66-a611-1693fee57a2c" providerId="AD" clId="Web-{EC6E1760-0FAA-AE5A-58DB-380D4CC8A492}" dt="2025-02-11T09:03:20.476" v="84" actId="20577"/>
        <pc:sldMkLst>
          <pc:docMk/>
          <pc:sldMk cId="2557306374" sldId="304"/>
        </pc:sldMkLst>
        <pc:spChg chg="mod">
          <ac:chgData name="Αντωνιος Μακρης" userId="S::antoniosmakris@ntua.gr::eea0bc52-0833-4d66-a611-1693fee57a2c" providerId="AD" clId="Web-{EC6E1760-0FAA-AE5A-58DB-380D4CC8A492}" dt="2025-02-11T09:03:20.476" v="84" actId="20577"/>
          <ac:spMkLst>
            <pc:docMk/>
            <pc:sldMk cId="2557306374" sldId="304"/>
            <ac:spMk id="3" creationId="{FF78C02A-9112-C727-E9BC-D1F26D5CFD35}"/>
          </ac:spMkLst>
        </pc:spChg>
      </pc:sldChg>
      <pc:sldChg chg="modSp">
        <pc:chgData name="Αντωνιος Μακρης" userId="S::antoniosmakris@ntua.gr::eea0bc52-0833-4d66-a611-1693fee57a2c" providerId="AD" clId="Web-{EC6E1760-0FAA-AE5A-58DB-380D4CC8A492}" dt="2025-02-11T08:45:19.869" v="10" actId="20577"/>
        <pc:sldMkLst>
          <pc:docMk/>
          <pc:sldMk cId="3157288640" sldId="306"/>
        </pc:sldMkLst>
        <pc:spChg chg="mod">
          <ac:chgData name="Αντωνιος Μακρης" userId="S::antoniosmakris@ntua.gr::eea0bc52-0833-4d66-a611-1693fee57a2c" providerId="AD" clId="Web-{EC6E1760-0FAA-AE5A-58DB-380D4CC8A492}" dt="2025-02-11T08:45:19.869" v="10" actId="20577"/>
          <ac:spMkLst>
            <pc:docMk/>
            <pc:sldMk cId="3157288640" sldId="306"/>
            <ac:spMk id="3" creationId="{1D9119E2-7D13-373A-B3B3-C55FA5D97E87}"/>
          </ac:spMkLst>
        </pc:spChg>
      </pc:sldChg>
      <pc:sldChg chg="modSp">
        <pc:chgData name="Αντωνιος Μακρης" userId="S::antoniosmakris@ntua.gr::eea0bc52-0833-4d66-a611-1693fee57a2c" providerId="AD" clId="Web-{EC6E1760-0FAA-AE5A-58DB-380D4CC8A492}" dt="2025-02-11T09:01:07.863" v="68" actId="20577"/>
        <pc:sldMkLst>
          <pc:docMk/>
          <pc:sldMk cId="3727988347" sldId="307"/>
        </pc:sldMkLst>
        <pc:spChg chg="mod">
          <ac:chgData name="Αντωνιος Μακρης" userId="S::antoniosmakris@ntua.gr::eea0bc52-0833-4d66-a611-1693fee57a2c" providerId="AD" clId="Web-{EC6E1760-0FAA-AE5A-58DB-380D4CC8A492}" dt="2025-02-11T09:01:07.863" v="68" actId="20577"/>
          <ac:spMkLst>
            <pc:docMk/>
            <pc:sldMk cId="3727988347" sldId="307"/>
            <ac:spMk id="3" creationId="{FF78C02A-9112-C727-E9BC-D1F26D5CFD35}"/>
          </ac:spMkLst>
        </pc:spChg>
      </pc:sldChg>
      <pc:sldChg chg="modSp">
        <pc:chgData name="Αντωνιος Μακρης" userId="S::antoniosmakris@ntua.gr::eea0bc52-0833-4d66-a611-1693fee57a2c" providerId="AD" clId="Web-{EC6E1760-0FAA-AE5A-58DB-380D4CC8A492}" dt="2025-02-11T08:12:50.318" v="3" actId="1076"/>
        <pc:sldMkLst>
          <pc:docMk/>
          <pc:sldMk cId="291650307" sldId="316"/>
        </pc:sldMkLst>
        <pc:picChg chg="mod">
          <ac:chgData name="Αντωνιος Μακρης" userId="S::antoniosmakris@ntua.gr::eea0bc52-0833-4d66-a611-1693fee57a2c" providerId="AD" clId="Web-{EC6E1760-0FAA-AE5A-58DB-380D4CC8A492}" dt="2025-02-11T08:12:50.318" v="3" actId="1076"/>
          <ac:picMkLst>
            <pc:docMk/>
            <pc:sldMk cId="291650307" sldId="316"/>
            <ac:picMk id="2" creationId="{96F75EEB-53BA-2B93-8337-C0C1809F1A31}"/>
          </ac:picMkLst>
        </pc:picChg>
      </pc:sldChg>
      <pc:sldChg chg="modSp">
        <pc:chgData name="Αντωνιος Μακρης" userId="S::antoniosmakris@ntua.gr::eea0bc52-0833-4d66-a611-1693fee57a2c" providerId="AD" clId="Web-{EC6E1760-0FAA-AE5A-58DB-380D4CC8A492}" dt="2025-02-11T09:09:51.986" v="85"/>
        <pc:sldMkLst>
          <pc:docMk/>
          <pc:sldMk cId="413811257" sldId="317"/>
        </pc:sldMkLst>
        <pc:graphicFrameChg chg="modGraphic">
          <ac:chgData name="Αντωνιος Μακρης" userId="S::antoniosmakris@ntua.gr::eea0bc52-0833-4d66-a611-1693fee57a2c" providerId="AD" clId="Web-{EC6E1760-0FAA-AE5A-58DB-380D4CC8A492}" dt="2025-02-11T09:09:51.986" v="85"/>
          <ac:graphicFrameMkLst>
            <pc:docMk/>
            <pc:sldMk cId="413811257" sldId="317"/>
            <ac:graphicFrameMk id="6" creationId="{D8B45918-9B12-6B58-B75E-7F37455D4EA5}"/>
          </ac:graphicFrameMkLst>
        </pc:graphicFrameChg>
      </pc:sldChg>
    </pc:docChg>
  </pc:docChgLst>
  <pc:docChgLst>
    <pc:chgData name="Αντωνιος Μακρης" userId="S::antoniosmakris@ntua.gr::eea0bc52-0833-4d66-a611-1693fee57a2c" providerId="AD" clId="Web-{1EBB1441-E1A0-53F9-8186-46EDFCAFCE72}"/>
    <pc:docChg chg="addSld delSld modSld">
      <pc:chgData name="Αντωνιος Μακρης" userId="S::antoniosmakris@ntua.gr::eea0bc52-0833-4d66-a611-1693fee57a2c" providerId="AD" clId="Web-{1EBB1441-E1A0-53F9-8186-46EDFCAFCE72}" dt="2025-01-27T13:51:28.449" v="1149" actId="20577"/>
      <pc:docMkLst>
        <pc:docMk/>
      </pc:docMkLst>
      <pc:sldChg chg="addSp delSp modSp">
        <pc:chgData name="Αντωνιος Μακρης" userId="S::antoniosmakris@ntua.gr::eea0bc52-0833-4d66-a611-1693fee57a2c" providerId="AD" clId="Web-{1EBB1441-E1A0-53F9-8186-46EDFCAFCE72}" dt="2025-01-27T08:09:47.379" v="221" actId="1076"/>
        <pc:sldMkLst>
          <pc:docMk/>
          <pc:sldMk cId="0" sldId="256"/>
        </pc:sldMkLst>
        <pc:spChg chg="mod">
          <ac:chgData name="Αντωνιος Μακρης" userId="S::antoniosmakris@ntua.gr::eea0bc52-0833-4d66-a611-1693fee57a2c" providerId="AD" clId="Web-{1EBB1441-E1A0-53F9-8186-46EDFCAFCE72}" dt="2025-01-27T08:09:47.379" v="221" actId="1076"/>
          <ac:spMkLst>
            <pc:docMk/>
            <pc:sldMk cId="0" sldId="256"/>
            <ac:spMk id="138" creationId="{00000000-0000-0000-0000-000000000000}"/>
          </ac:spMkLst>
        </pc:spChg>
        <pc:spChg chg="mod">
          <ac:chgData name="Αντωνιος Μακρης" userId="S::antoniosmakris@ntua.gr::eea0bc52-0833-4d66-a611-1693fee57a2c" providerId="AD" clId="Web-{1EBB1441-E1A0-53F9-8186-46EDFCAFCE72}" dt="2025-01-27T06:50:53.517" v="11" actId="20577"/>
          <ac:spMkLst>
            <pc:docMk/>
            <pc:sldMk cId="0" sldId="256"/>
            <ac:spMk id="140" creationId="{00000000-0000-0000-0000-000000000000}"/>
          </ac:spMkLst>
        </pc:spChg>
      </pc:sldChg>
      <pc:sldChg chg="delSp modSp del">
        <pc:chgData name="Αντωνιος Μακρης" userId="S::antoniosmakris@ntua.gr::eea0bc52-0833-4d66-a611-1693fee57a2c" providerId="AD" clId="Web-{1EBB1441-E1A0-53F9-8186-46EDFCAFCE72}" dt="2025-01-27T06:58:51.452" v="111"/>
        <pc:sldMkLst>
          <pc:docMk/>
          <pc:sldMk cId="0" sldId="257"/>
        </pc:sldMkLst>
      </pc:sldChg>
      <pc:sldChg chg="addSp delSp modSp del mod modClrScheme chgLayout">
        <pc:chgData name="Αντωνιος Μακρης" userId="S::antoniosmakris@ntua.gr::eea0bc52-0833-4d66-a611-1693fee57a2c" providerId="AD" clId="Web-{1EBB1441-E1A0-53F9-8186-46EDFCAFCE72}" dt="2025-01-27T06:56:43.074" v="104"/>
        <pc:sldMkLst>
          <pc:docMk/>
          <pc:sldMk cId="0" sldId="258"/>
        </pc:sldMkLst>
      </pc:sldChg>
      <pc:sldChg chg="del">
        <pc:chgData name="Αντωνιος Μακρης" userId="S::antoniosmakris@ntua.gr::eea0bc52-0833-4d66-a611-1693fee57a2c" providerId="AD" clId="Web-{1EBB1441-E1A0-53F9-8186-46EDFCAFCE72}" dt="2025-01-27T06:51:11.392" v="17"/>
        <pc:sldMkLst>
          <pc:docMk/>
          <pc:sldMk cId="0" sldId="259"/>
        </pc:sldMkLst>
      </pc:sldChg>
      <pc:sldChg chg="del">
        <pc:chgData name="Αντωνιος Μακρης" userId="S::antoniosmakris@ntua.gr::eea0bc52-0833-4d66-a611-1693fee57a2c" providerId="AD" clId="Web-{1EBB1441-E1A0-53F9-8186-46EDFCAFCE72}" dt="2025-01-27T06:51:12.189" v="18"/>
        <pc:sldMkLst>
          <pc:docMk/>
          <pc:sldMk cId="0" sldId="260"/>
        </pc:sldMkLst>
      </pc:sldChg>
      <pc:sldChg chg="del">
        <pc:chgData name="Αντωνιος Μακρης" userId="S::antoniosmakris@ntua.gr::eea0bc52-0833-4d66-a611-1693fee57a2c" providerId="AD" clId="Web-{1EBB1441-E1A0-53F9-8186-46EDFCAFCE72}" dt="2025-01-27T06:51:12.893" v="19"/>
        <pc:sldMkLst>
          <pc:docMk/>
          <pc:sldMk cId="0" sldId="261"/>
        </pc:sldMkLst>
      </pc:sldChg>
      <pc:sldChg chg="del">
        <pc:chgData name="Αντωνιος Μακρης" userId="S::antoniosmakris@ntua.gr::eea0bc52-0833-4d66-a611-1693fee57a2c" providerId="AD" clId="Web-{1EBB1441-E1A0-53F9-8186-46EDFCAFCE72}" dt="2025-01-27T06:51:13.455" v="20"/>
        <pc:sldMkLst>
          <pc:docMk/>
          <pc:sldMk cId="0" sldId="262"/>
        </pc:sldMkLst>
      </pc:sldChg>
      <pc:sldChg chg="del">
        <pc:chgData name="Αντωνιος Μακρης" userId="S::antoniosmakris@ntua.gr::eea0bc52-0833-4d66-a611-1693fee57a2c" providerId="AD" clId="Web-{1EBB1441-E1A0-53F9-8186-46EDFCAFCE72}" dt="2025-01-27T06:51:14.908" v="21"/>
        <pc:sldMkLst>
          <pc:docMk/>
          <pc:sldMk cId="0" sldId="263"/>
        </pc:sldMkLst>
      </pc:sldChg>
      <pc:sldChg chg="del">
        <pc:chgData name="Αντωνιος Μακρης" userId="S::antoniosmakris@ntua.gr::eea0bc52-0833-4d66-a611-1693fee57a2c" providerId="AD" clId="Web-{1EBB1441-E1A0-53F9-8186-46EDFCAFCE72}" dt="2025-01-27T06:51:15.658" v="22"/>
        <pc:sldMkLst>
          <pc:docMk/>
          <pc:sldMk cId="0" sldId="264"/>
        </pc:sldMkLst>
      </pc:sldChg>
      <pc:sldChg chg="addSp delSp modSp new mod modClrScheme chgLayout">
        <pc:chgData name="Αντωνιος Μακρης" userId="S::antoniosmakris@ntua.gr::eea0bc52-0833-4d66-a611-1693fee57a2c" providerId="AD" clId="Web-{1EBB1441-E1A0-53F9-8186-46EDFCAFCE72}" dt="2025-01-27T13:17:01.381" v="971" actId="1076"/>
        <pc:sldMkLst>
          <pc:docMk/>
          <pc:sldMk cId="2311880004" sldId="266"/>
        </pc:sldMkLst>
      </pc:sldChg>
      <pc:sldChg chg="modSp new">
        <pc:chgData name="Αντωνιος Μακρης" userId="S::antoniosmakris@ntua.gr::eea0bc52-0833-4d66-a611-1693fee57a2c" providerId="AD" clId="Web-{1EBB1441-E1A0-53F9-8186-46EDFCAFCE72}" dt="2025-01-27T11:01:24.759" v="604" actId="20577"/>
        <pc:sldMkLst>
          <pc:docMk/>
          <pc:sldMk cId="765087928" sldId="267"/>
        </pc:sldMkLst>
        <pc:spChg chg="mod">
          <ac:chgData name="Αντωνιος Μακρης" userId="S::antoniosmakris@ntua.gr::eea0bc52-0833-4d66-a611-1693fee57a2c" providerId="AD" clId="Web-{1EBB1441-E1A0-53F9-8186-46EDFCAFCE72}" dt="2025-01-27T06:59:40.548" v="130" actId="20577"/>
          <ac:spMkLst>
            <pc:docMk/>
            <pc:sldMk cId="765087928" sldId="267"/>
            <ac:spMk id="2" creationId="{959D0D3A-D6D3-78AB-5C4D-71CF6C20813C}"/>
          </ac:spMkLst>
        </pc:spChg>
        <pc:spChg chg="mod">
          <ac:chgData name="Αντωνιος Μακρης" userId="S::antoniosmakris@ntua.gr::eea0bc52-0833-4d66-a611-1693fee57a2c" providerId="AD" clId="Web-{1EBB1441-E1A0-53F9-8186-46EDFCAFCE72}" dt="2025-01-27T11:01:24.759" v="604" actId="20577"/>
          <ac:spMkLst>
            <pc:docMk/>
            <pc:sldMk cId="765087928" sldId="267"/>
            <ac:spMk id="3" creationId="{D1A321B0-B2E5-6D79-DC44-2DB50E45AC1D}"/>
          </ac:spMkLst>
        </pc:spChg>
      </pc:sldChg>
      <pc:sldChg chg="modSp new">
        <pc:chgData name="Αντωνιος Μακρης" userId="S::antoniosmakris@ntua.gr::eea0bc52-0833-4d66-a611-1693fee57a2c" providerId="AD" clId="Web-{1EBB1441-E1A0-53F9-8186-46EDFCAFCE72}" dt="2025-01-27T12:45:46.419" v="767" actId="20577"/>
        <pc:sldMkLst>
          <pc:docMk/>
          <pc:sldMk cId="4191494072" sldId="268"/>
        </pc:sldMkLst>
        <pc:spChg chg="mod">
          <ac:chgData name="Αντωνιος Μακρης" userId="S::antoniosmakris@ntua.gr::eea0bc52-0833-4d66-a611-1693fee57a2c" providerId="AD" clId="Web-{1EBB1441-E1A0-53F9-8186-46EDFCAFCE72}" dt="2025-01-27T07:00:35.315" v="141" actId="20577"/>
          <ac:spMkLst>
            <pc:docMk/>
            <pc:sldMk cId="4191494072" sldId="268"/>
            <ac:spMk id="2" creationId="{0746270F-2B05-DBBA-8939-5B6680467AF9}"/>
          </ac:spMkLst>
        </pc:spChg>
        <pc:spChg chg="mod">
          <ac:chgData name="Αντωνιος Μακρης" userId="S::antoniosmakris@ntua.gr::eea0bc52-0833-4d66-a611-1693fee57a2c" providerId="AD" clId="Web-{1EBB1441-E1A0-53F9-8186-46EDFCAFCE72}" dt="2025-01-27T12:45:46.419" v="767" actId="20577"/>
          <ac:spMkLst>
            <pc:docMk/>
            <pc:sldMk cId="4191494072" sldId="268"/>
            <ac:spMk id="3" creationId="{1D9119E2-7D13-373A-B3B3-C55FA5D97E87}"/>
          </ac:spMkLst>
        </pc:spChg>
      </pc:sldChg>
      <pc:sldChg chg="modSp new">
        <pc:chgData name="Αντωνιος Μακρης" userId="S::antoniosmakris@ntua.gr::eea0bc52-0833-4d66-a611-1693fee57a2c" providerId="AD" clId="Web-{1EBB1441-E1A0-53F9-8186-46EDFCAFCE72}" dt="2025-01-27T07:01:01.941" v="171" actId="20577"/>
        <pc:sldMkLst>
          <pc:docMk/>
          <pc:sldMk cId="495190099" sldId="269"/>
        </pc:sldMkLst>
        <pc:spChg chg="mod">
          <ac:chgData name="Αντωνιος Μακρης" userId="S::antoniosmakris@ntua.gr::eea0bc52-0833-4d66-a611-1693fee57a2c" providerId="AD" clId="Web-{1EBB1441-E1A0-53F9-8186-46EDFCAFCE72}" dt="2025-01-27T07:01:01.941" v="171" actId="20577"/>
          <ac:spMkLst>
            <pc:docMk/>
            <pc:sldMk cId="495190099" sldId="269"/>
            <ac:spMk id="2" creationId="{FBE90365-9BAF-6FBE-AC7B-07A38F63071D}"/>
          </ac:spMkLst>
        </pc:spChg>
      </pc:sldChg>
      <pc:sldChg chg="modSp new">
        <pc:chgData name="Αντωνιος Μακρης" userId="S::antoniosmakris@ntua.gr::eea0bc52-0833-4d66-a611-1693fee57a2c" providerId="AD" clId="Web-{1EBB1441-E1A0-53F9-8186-46EDFCAFCE72}" dt="2025-01-27T07:01:27.754" v="183" actId="20577"/>
        <pc:sldMkLst>
          <pc:docMk/>
          <pc:sldMk cId="329482504" sldId="270"/>
        </pc:sldMkLst>
        <pc:spChg chg="mod">
          <ac:chgData name="Αντωνιος Μακρης" userId="S::antoniosmakris@ntua.gr::eea0bc52-0833-4d66-a611-1693fee57a2c" providerId="AD" clId="Web-{1EBB1441-E1A0-53F9-8186-46EDFCAFCE72}" dt="2025-01-27T07:01:27.754" v="183" actId="20577"/>
          <ac:spMkLst>
            <pc:docMk/>
            <pc:sldMk cId="329482504" sldId="270"/>
            <ac:spMk id="2" creationId="{D4EF8DA2-A832-9ACE-1F6B-027C67E91AEE}"/>
          </ac:spMkLst>
        </pc:spChg>
      </pc:sldChg>
      <pc:sldChg chg="modSp add replId">
        <pc:chgData name="Αντωνιος Μακρης" userId="S::antoniosmakris@ntua.gr::eea0bc52-0833-4d66-a611-1693fee57a2c" providerId="AD" clId="Web-{1EBB1441-E1A0-53F9-8186-46EDFCAFCE72}" dt="2025-01-27T09:36:06.850" v="262" actId="20577"/>
        <pc:sldMkLst>
          <pc:docMk/>
          <pc:sldMk cId="899780933" sldId="271"/>
        </pc:sldMkLst>
        <pc:spChg chg="mod">
          <ac:chgData name="Αντωνιος Μακρης" userId="S::antoniosmakris@ntua.gr::eea0bc52-0833-4d66-a611-1693fee57a2c" providerId="AD" clId="Web-{1EBB1441-E1A0-53F9-8186-46EDFCAFCE72}" dt="2025-01-27T06:59:08.812" v="116" actId="20577"/>
          <ac:spMkLst>
            <pc:docMk/>
            <pc:sldMk cId="899780933" sldId="271"/>
            <ac:spMk id="2" creationId="{959D0D3A-D6D3-78AB-5C4D-71CF6C20813C}"/>
          </ac:spMkLst>
        </pc:spChg>
        <pc:spChg chg="mod">
          <ac:chgData name="Αντωνιος Μακρης" userId="S::antoniosmakris@ntua.gr::eea0bc52-0833-4d66-a611-1693fee57a2c" providerId="AD" clId="Web-{1EBB1441-E1A0-53F9-8186-46EDFCAFCE72}" dt="2025-01-27T09:36:06.850" v="262" actId="20577"/>
          <ac:spMkLst>
            <pc:docMk/>
            <pc:sldMk cId="899780933" sldId="271"/>
            <ac:spMk id="3" creationId="{D1A321B0-B2E5-6D79-DC44-2DB50E45AC1D}"/>
          </ac:spMkLst>
        </pc:spChg>
      </pc:sldChg>
      <pc:sldChg chg="addSp delSp modSp add mod replId modClrScheme chgLayout">
        <pc:chgData name="Αντωνιος Μακρης" userId="S::antoniosmakris@ntua.gr::eea0bc52-0833-4d66-a611-1693fee57a2c" providerId="AD" clId="Web-{1EBB1441-E1A0-53F9-8186-46EDFCAFCE72}" dt="2025-01-27T06:58:31.577" v="110"/>
        <pc:sldMkLst>
          <pc:docMk/>
          <pc:sldMk cId="3628669184" sldId="272"/>
        </pc:sldMkLst>
        <pc:spChg chg="mod ord">
          <ac:chgData name="Αντωνιος Μακρης" userId="S::antoniosmakris@ntua.gr::eea0bc52-0833-4d66-a611-1693fee57a2c" providerId="AD" clId="Web-{1EBB1441-E1A0-53F9-8186-46EDFCAFCE72}" dt="2025-01-27T06:57:36.700" v="106"/>
          <ac:spMkLst>
            <pc:docMk/>
            <pc:sldMk cId="3628669184" sldId="272"/>
            <ac:spMk id="2" creationId="{959D0D3A-D6D3-78AB-5C4D-71CF6C20813C}"/>
          </ac:spMkLst>
        </pc:spChg>
        <pc:spChg chg="mod ord">
          <ac:chgData name="Αντωνιος Μακρης" userId="S::antoniosmakris@ntua.gr::eea0bc52-0833-4d66-a611-1693fee57a2c" providerId="AD" clId="Web-{1EBB1441-E1A0-53F9-8186-46EDFCAFCE72}" dt="2025-01-27T06:57:36.700" v="106"/>
          <ac:spMkLst>
            <pc:docMk/>
            <pc:sldMk cId="3628669184" sldId="272"/>
            <ac:spMk id="3" creationId="{D1A321B0-B2E5-6D79-DC44-2DB50E45AC1D}"/>
          </ac:spMkLst>
        </pc:spChg>
      </pc:sldChg>
      <pc:sldChg chg="modSp add replId">
        <pc:chgData name="Αντωνιος Μακρης" userId="S::antoniosmakris@ntua.gr::eea0bc52-0833-4d66-a611-1693fee57a2c" providerId="AD" clId="Web-{1EBB1441-E1A0-53F9-8186-46EDFCAFCE72}" dt="2025-01-27T10:04:47.051" v="537" actId="20577"/>
        <pc:sldMkLst>
          <pc:docMk/>
          <pc:sldMk cId="2029861810" sldId="273"/>
        </pc:sldMkLst>
        <pc:spChg chg="mod">
          <ac:chgData name="Αντωνιος Μακρης" userId="S::antoniosmakris@ntua.gr::eea0bc52-0833-4d66-a611-1693fee57a2c" providerId="AD" clId="Web-{1EBB1441-E1A0-53F9-8186-46EDFCAFCE72}" dt="2025-01-27T06:59:15.422" v="120" actId="20577"/>
          <ac:spMkLst>
            <pc:docMk/>
            <pc:sldMk cId="2029861810" sldId="273"/>
            <ac:spMk id="2" creationId="{959D0D3A-D6D3-78AB-5C4D-71CF6C20813C}"/>
          </ac:spMkLst>
        </pc:spChg>
        <pc:spChg chg="mod">
          <ac:chgData name="Αντωνιος Μακρης" userId="S::antoniosmakris@ntua.gr::eea0bc52-0833-4d66-a611-1693fee57a2c" providerId="AD" clId="Web-{1EBB1441-E1A0-53F9-8186-46EDFCAFCE72}" dt="2025-01-27T10:04:47.051" v="537" actId="20577"/>
          <ac:spMkLst>
            <pc:docMk/>
            <pc:sldMk cId="2029861810" sldId="273"/>
            <ac:spMk id="3" creationId="{D1A321B0-B2E5-6D79-DC44-2DB50E45AC1D}"/>
          </ac:spMkLst>
        </pc:spChg>
      </pc:sldChg>
      <pc:sldChg chg="modSp add replId">
        <pc:chgData name="Αντωνιος Μακρης" userId="S::antoniosmakris@ntua.gr::eea0bc52-0833-4d66-a611-1693fee57a2c" providerId="AD" clId="Web-{1EBB1441-E1A0-53F9-8186-46EDFCAFCE72}" dt="2025-01-27T07:00:17.033" v="135" actId="20577"/>
        <pc:sldMkLst>
          <pc:docMk/>
          <pc:sldMk cId="2431708632" sldId="274"/>
        </pc:sldMkLst>
        <pc:spChg chg="mod">
          <ac:chgData name="Αντωνιος Μακρης" userId="S::antoniosmakris@ntua.gr::eea0bc52-0833-4d66-a611-1693fee57a2c" providerId="AD" clId="Web-{1EBB1441-E1A0-53F9-8186-46EDFCAFCE72}" dt="2025-01-27T07:00:17.033" v="135" actId="20577"/>
          <ac:spMkLst>
            <pc:docMk/>
            <pc:sldMk cId="2431708632" sldId="274"/>
            <ac:spMk id="2" creationId="{959D0D3A-D6D3-78AB-5C4D-71CF6C20813C}"/>
          </ac:spMkLst>
        </pc:spChg>
      </pc:sldChg>
      <pc:sldChg chg="addSp delSp modSp add replId">
        <pc:chgData name="Αντωνιος Μακρης" userId="S::antoniosmakris@ntua.gr::eea0bc52-0833-4d66-a611-1693fee57a2c" providerId="AD" clId="Web-{1EBB1441-E1A0-53F9-8186-46EDFCAFCE72}" dt="2025-01-27T11:10:59" v="623" actId="20577"/>
        <pc:sldMkLst>
          <pc:docMk/>
          <pc:sldMk cId="816798843" sldId="275"/>
        </pc:sldMkLst>
        <pc:spChg chg="mod">
          <ac:chgData name="Αντωνιος Μακρης" userId="S::antoniosmakris@ntua.gr::eea0bc52-0833-4d66-a611-1693fee57a2c" providerId="AD" clId="Web-{1EBB1441-E1A0-53F9-8186-46EDFCAFCE72}" dt="2025-01-27T06:59:47.501" v="132" actId="20577"/>
          <ac:spMkLst>
            <pc:docMk/>
            <pc:sldMk cId="816798843" sldId="275"/>
            <ac:spMk id="2" creationId="{959D0D3A-D6D3-78AB-5C4D-71CF6C20813C}"/>
          </ac:spMkLst>
        </pc:spChg>
        <pc:spChg chg="mod">
          <ac:chgData name="Αντωνιος Μακρης" userId="S::antoniosmakris@ntua.gr::eea0bc52-0833-4d66-a611-1693fee57a2c" providerId="AD" clId="Web-{1EBB1441-E1A0-53F9-8186-46EDFCAFCE72}" dt="2025-01-27T11:10:59" v="623" actId="20577"/>
          <ac:spMkLst>
            <pc:docMk/>
            <pc:sldMk cId="816798843" sldId="275"/>
            <ac:spMk id="3" creationId="{D1A321B0-B2E5-6D79-DC44-2DB50E45AC1D}"/>
          </ac:spMkLst>
        </pc:spChg>
      </pc:sldChg>
      <pc:sldChg chg="modSp add replId">
        <pc:chgData name="Αντωνιος Μακρης" userId="S::antoniosmakris@ntua.gr::eea0bc52-0833-4d66-a611-1693fee57a2c" providerId="AD" clId="Web-{1EBB1441-E1A0-53F9-8186-46EDFCAFCE72}" dt="2025-01-27T07:00:26.518" v="136" actId="20577"/>
        <pc:sldMkLst>
          <pc:docMk/>
          <pc:sldMk cId="3932909221" sldId="276"/>
        </pc:sldMkLst>
        <pc:spChg chg="mod">
          <ac:chgData name="Αντωνιος Μακρης" userId="S::antoniosmakris@ntua.gr::eea0bc52-0833-4d66-a611-1693fee57a2c" providerId="AD" clId="Web-{1EBB1441-E1A0-53F9-8186-46EDFCAFCE72}" dt="2025-01-27T07:00:26.518" v="136" actId="20577"/>
          <ac:spMkLst>
            <pc:docMk/>
            <pc:sldMk cId="3932909221" sldId="276"/>
            <ac:spMk id="2" creationId="{959D0D3A-D6D3-78AB-5C4D-71CF6C20813C}"/>
          </ac:spMkLst>
        </pc:spChg>
      </pc:sldChg>
      <pc:sldChg chg="modSp add replId">
        <pc:chgData name="Αντωνιος Μακρης" userId="S::antoniosmakris@ntua.gr::eea0bc52-0833-4d66-a611-1693fee57a2c" providerId="AD" clId="Web-{1EBB1441-E1A0-53F9-8186-46EDFCAFCE72}" dt="2025-01-27T12:54:44.754" v="783" actId="20577"/>
        <pc:sldMkLst>
          <pc:docMk/>
          <pc:sldMk cId="1374488584" sldId="277"/>
        </pc:sldMkLst>
        <pc:spChg chg="mod">
          <ac:chgData name="Αντωνιος Μακρης" userId="S::antoniosmakris@ntua.gr::eea0bc52-0833-4d66-a611-1693fee57a2c" providerId="AD" clId="Web-{1EBB1441-E1A0-53F9-8186-46EDFCAFCE72}" dt="2025-01-27T07:00:39.425" v="148" actId="20577"/>
          <ac:spMkLst>
            <pc:docMk/>
            <pc:sldMk cId="1374488584" sldId="277"/>
            <ac:spMk id="2" creationId="{0746270F-2B05-DBBA-8939-5B6680467AF9}"/>
          </ac:spMkLst>
        </pc:spChg>
        <pc:spChg chg="mod">
          <ac:chgData name="Αντωνιος Μακρης" userId="S::antoniosmakris@ntua.gr::eea0bc52-0833-4d66-a611-1693fee57a2c" providerId="AD" clId="Web-{1EBB1441-E1A0-53F9-8186-46EDFCAFCE72}" dt="2025-01-27T12:54:44.754" v="783" actId="20577"/>
          <ac:spMkLst>
            <pc:docMk/>
            <pc:sldMk cId="1374488584" sldId="277"/>
            <ac:spMk id="3" creationId="{1D9119E2-7D13-373A-B3B3-C55FA5D97E87}"/>
          </ac:spMkLst>
        </pc:spChg>
      </pc:sldChg>
      <pc:sldChg chg="modSp add replId">
        <pc:chgData name="Αντωνιος Μακρης" userId="S::antoniosmakris@ntua.gr::eea0bc52-0833-4d66-a611-1693fee57a2c" providerId="AD" clId="Web-{1EBB1441-E1A0-53F9-8186-46EDFCAFCE72}" dt="2025-01-27T07:00:48.753" v="152" actId="20577"/>
        <pc:sldMkLst>
          <pc:docMk/>
          <pc:sldMk cId="2905657543" sldId="278"/>
        </pc:sldMkLst>
        <pc:spChg chg="mod">
          <ac:chgData name="Αντωνιος Μακρης" userId="S::antoniosmakris@ntua.gr::eea0bc52-0833-4d66-a611-1693fee57a2c" providerId="AD" clId="Web-{1EBB1441-E1A0-53F9-8186-46EDFCAFCE72}" dt="2025-01-27T07:00:48.753" v="152" actId="20577"/>
          <ac:spMkLst>
            <pc:docMk/>
            <pc:sldMk cId="2905657543" sldId="278"/>
            <ac:spMk id="2" creationId="{959D0D3A-D6D3-78AB-5C4D-71CF6C20813C}"/>
          </ac:spMkLst>
        </pc:spChg>
      </pc:sldChg>
      <pc:sldChg chg="modSp add replId">
        <pc:chgData name="Αντωνιος Μακρης" userId="S::antoniosmakris@ntua.gr::eea0bc52-0833-4d66-a611-1693fee57a2c" providerId="AD" clId="Web-{1EBB1441-E1A0-53F9-8186-46EDFCAFCE72}" dt="2025-01-27T07:01:08.395" v="173" actId="20577"/>
        <pc:sldMkLst>
          <pc:docMk/>
          <pc:sldMk cId="906148007" sldId="279"/>
        </pc:sldMkLst>
        <pc:spChg chg="mod">
          <ac:chgData name="Αντωνιος Μακρης" userId="S::antoniosmakris@ntua.gr::eea0bc52-0833-4d66-a611-1693fee57a2c" providerId="AD" clId="Web-{1EBB1441-E1A0-53F9-8186-46EDFCAFCE72}" dt="2025-01-27T07:01:08.395" v="173" actId="20577"/>
          <ac:spMkLst>
            <pc:docMk/>
            <pc:sldMk cId="906148007" sldId="279"/>
            <ac:spMk id="2" creationId="{FBE90365-9BAF-6FBE-AC7B-07A38F63071D}"/>
          </ac:spMkLst>
        </pc:spChg>
      </pc:sldChg>
      <pc:sldChg chg="modSp add replId">
        <pc:chgData name="Αντωνιος Μακρης" userId="S::antoniosmakris@ntua.gr::eea0bc52-0833-4d66-a611-1693fee57a2c" providerId="AD" clId="Web-{1EBB1441-E1A0-53F9-8186-46EDFCAFCE72}" dt="2025-01-27T07:01:15.098" v="176" actId="20577"/>
        <pc:sldMkLst>
          <pc:docMk/>
          <pc:sldMk cId="2219026156" sldId="280"/>
        </pc:sldMkLst>
        <pc:spChg chg="mod">
          <ac:chgData name="Αντωνιος Μακρης" userId="S::antoniosmakris@ntua.gr::eea0bc52-0833-4d66-a611-1693fee57a2c" providerId="AD" clId="Web-{1EBB1441-E1A0-53F9-8186-46EDFCAFCE72}" dt="2025-01-27T07:01:15.098" v="176" actId="20577"/>
          <ac:spMkLst>
            <pc:docMk/>
            <pc:sldMk cId="2219026156" sldId="280"/>
            <ac:spMk id="2" creationId="{959D0D3A-D6D3-78AB-5C4D-71CF6C20813C}"/>
          </ac:spMkLst>
        </pc:spChg>
      </pc:sldChg>
      <pc:sldChg chg="add replId">
        <pc:chgData name="Αντωνιος Μακρης" userId="S::antoniosmakris@ntua.gr::eea0bc52-0833-4d66-a611-1693fee57a2c" providerId="AD" clId="Web-{1EBB1441-E1A0-53F9-8186-46EDFCAFCE72}" dt="2025-01-27T07:01:20.364" v="177"/>
        <pc:sldMkLst>
          <pc:docMk/>
          <pc:sldMk cId="692029271" sldId="281"/>
        </pc:sldMkLst>
      </pc:sldChg>
      <pc:sldChg chg="modSp add replId">
        <pc:chgData name="Αντωνιος Μακρης" userId="S::antoniosmakris@ntua.gr::eea0bc52-0833-4d66-a611-1693fee57a2c" providerId="AD" clId="Web-{1EBB1441-E1A0-53F9-8186-46EDFCAFCE72}" dt="2025-01-27T07:01:34.520" v="185" actId="20577"/>
        <pc:sldMkLst>
          <pc:docMk/>
          <pc:sldMk cId="4180217099" sldId="282"/>
        </pc:sldMkLst>
        <pc:spChg chg="mod">
          <ac:chgData name="Αντωνιος Μακρης" userId="S::antoniosmakris@ntua.gr::eea0bc52-0833-4d66-a611-1693fee57a2c" providerId="AD" clId="Web-{1EBB1441-E1A0-53F9-8186-46EDFCAFCE72}" dt="2025-01-27T07:01:34.520" v="185" actId="20577"/>
          <ac:spMkLst>
            <pc:docMk/>
            <pc:sldMk cId="4180217099" sldId="282"/>
            <ac:spMk id="2" creationId="{D4EF8DA2-A832-9ACE-1F6B-027C67E91AEE}"/>
          </ac:spMkLst>
        </pc:spChg>
      </pc:sldChg>
      <pc:sldChg chg="modSp add del replId">
        <pc:chgData name="Αντωνιος Μακρης" userId="S::antoniosmakris@ntua.gr::eea0bc52-0833-4d66-a611-1693fee57a2c" providerId="AD" clId="Web-{1EBB1441-E1A0-53F9-8186-46EDFCAFCE72}" dt="2025-01-27T09:51:47.147" v="396"/>
        <pc:sldMkLst>
          <pc:docMk/>
          <pc:sldMk cId="52333232" sldId="283"/>
        </pc:sldMkLst>
      </pc:sldChg>
      <pc:sldChg chg="addSp delSp modSp add replId">
        <pc:chgData name="Αντωνιος Μακρης" userId="S::antoniosmakris@ntua.gr::eea0bc52-0833-4d66-a611-1693fee57a2c" providerId="AD" clId="Web-{1EBB1441-E1A0-53F9-8186-46EDFCAFCE72}" dt="2025-01-27T09:54:29.962" v="440" actId="20577"/>
        <pc:sldMkLst>
          <pc:docMk/>
          <pc:sldMk cId="3378741618" sldId="284"/>
        </pc:sldMkLst>
        <pc:spChg chg="mod">
          <ac:chgData name="Αντωνιος Μακρης" userId="S::antoniosmakris@ntua.gr::eea0bc52-0833-4d66-a611-1693fee57a2c" providerId="AD" clId="Web-{1EBB1441-E1A0-53F9-8186-46EDFCAFCE72}" dt="2025-01-27T09:54:29.962" v="440" actId="20577"/>
          <ac:spMkLst>
            <pc:docMk/>
            <pc:sldMk cId="3378741618" sldId="284"/>
            <ac:spMk id="2" creationId="{959D0D3A-D6D3-78AB-5C4D-71CF6C20813C}"/>
          </ac:spMkLst>
        </pc:spChg>
        <pc:spChg chg="mod">
          <ac:chgData name="Αντωνιος Μακρης" userId="S::antoniosmakris@ntua.gr::eea0bc52-0833-4d66-a611-1693fee57a2c" providerId="AD" clId="Web-{1EBB1441-E1A0-53F9-8186-46EDFCAFCE72}" dt="2025-01-27T09:52:38.695" v="416" actId="20577"/>
          <ac:spMkLst>
            <pc:docMk/>
            <pc:sldMk cId="3378741618" sldId="284"/>
            <ac:spMk id="3" creationId="{D1A321B0-B2E5-6D79-DC44-2DB50E45AC1D}"/>
          </ac:spMkLst>
        </pc:spChg>
      </pc:sldChg>
      <pc:sldChg chg="modSp add replId">
        <pc:chgData name="Αντωνιος Μακρης" userId="S::antoniosmakris@ntua.gr::eea0bc52-0833-4d66-a611-1693fee57a2c" providerId="AD" clId="Web-{1EBB1441-E1A0-53F9-8186-46EDFCAFCE72}" dt="2025-01-27T09:54:40.197" v="441" actId="20577"/>
        <pc:sldMkLst>
          <pc:docMk/>
          <pc:sldMk cId="663267200" sldId="285"/>
        </pc:sldMkLst>
        <pc:spChg chg="mod">
          <ac:chgData name="Αντωνιος Μακρης" userId="S::antoniosmakris@ntua.gr::eea0bc52-0833-4d66-a611-1693fee57a2c" providerId="AD" clId="Web-{1EBB1441-E1A0-53F9-8186-46EDFCAFCE72}" dt="2025-01-27T09:54:40.197" v="441" actId="20577"/>
          <ac:spMkLst>
            <pc:docMk/>
            <pc:sldMk cId="663267200" sldId="285"/>
            <ac:spMk id="2" creationId="{959D0D3A-D6D3-78AB-5C4D-71CF6C20813C}"/>
          </ac:spMkLst>
        </pc:spChg>
        <pc:spChg chg="mod">
          <ac:chgData name="Αντωνιος Μακρης" userId="S::antoniosmakris@ntua.gr::eea0bc52-0833-4d66-a611-1693fee57a2c" providerId="AD" clId="Web-{1EBB1441-E1A0-53F9-8186-46EDFCAFCE72}" dt="2025-01-27T09:54:12.634" v="436" actId="20577"/>
          <ac:spMkLst>
            <pc:docMk/>
            <pc:sldMk cId="663267200" sldId="285"/>
            <ac:spMk id="3" creationId="{D1A321B0-B2E5-6D79-DC44-2DB50E45AC1D}"/>
          </ac:spMkLst>
        </pc:spChg>
      </pc:sldChg>
      <pc:sldChg chg="modSp new">
        <pc:chgData name="Αντωνιος Μακρης" userId="S::antoniosmakris@ntua.gr::eea0bc52-0833-4d66-a611-1693fee57a2c" providerId="AD" clId="Web-{1EBB1441-E1A0-53F9-8186-46EDFCAFCE72}" dt="2025-01-27T11:20:34.365" v="706" actId="20577"/>
        <pc:sldMkLst>
          <pc:docMk/>
          <pc:sldMk cId="3269087295" sldId="286"/>
        </pc:sldMkLst>
        <pc:spChg chg="mod">
          <ac:chgData name="Αντωνιος Μακρης" userId="S::antoniosmakris@ntua.gr::eea0bc52-0833-4d66-a611-1693fee57a2c" providerId="AD" clId="Web-{1EBB1441-E1A0-53F9-8186-46EDFCAFCE72}" dt="2025-01-27T09:54:45.213" v="443" actId="20577"/>
          <ac:spMkLst>
            <pc:docMk/>
            <pc:sldMk cId="3269087295" sldId="286"/>
            <ac:spMk id="2" creationId="{7E30DD69-48B4-C432-BA9B-E789C72F4137}"/>
          </ac:spMkLst>
        </pc:spChg>
        <pc:spChg chg="mod">
          <ac:chgData name="Αντωνιος Μακρης" userId="S::antoniosmakris@ntua.gr::eea0bc52-0833-4d66-a611-1693fee57a2c" providerId="AD" clId="Web-{1EBB1441-E1A0-53F9-8186-46EDFCAFCE72}" dt="2025-01-27T11:20:34.365" v="706" actId="20577"/>
          <ac:spMkLst>
            <pc:docMk/>
            <pc:sldMk cId="3269087295" sldId="286"/>
            <ac:spMk id="3" creationId="{473E1BDA-CE74-483A-C5F3-19FE51495736}"/>
          </ac:spMkLst>
        </pc:spChg>
      </pc:sldChg>
      <pc:sldChg chg="modSp add replId">
        <pc:chgData name="Αντωνιος Μακρης" userId="S::antoniosmakris@ntua.gr::eea0bc52-0833-4d66-a611-1693fee57a2c" providerId="AD" clId="Web-{1EBB1441-E1A0-53F9-8186-46EDFCAFCE72}" dt="2025-01-27T10:56:48.796" v="589" actId="20577"/>
        <pc:sldMkLst>
          <pc:docMk/>
          <pc:sldMk cId="352348642" sldId="287"/>
        </pc:sldMkLst>
        <pc:spChg chg="mod">
          <ac:chgData name="Αντωνιος Μακρης" userId="S::antoniosmakris@ntua.gr::eea0bc52-0833-4d66-a611-1693fee57a2c" providerId="AD" clId="Web-{1EBB1441-E1A0-53F9-8186-46EDFCAFCE72}" dt="2025-01-27T10:56:48.796" v="589" actId="20577"/>
          <ac:spMkLst>
            <pc:docMk/>
            <pc:sldMk cId="352348642" sldId="287"/>
            <ac:spMk id="3" creationId="{D1A321B0-B2E5-6D79-DC44-2DB50E45AC1D}"/>
          </ac:spMkLst>
        </pc:spChg>
      </pc:sldChg>
      <pc:sldChg chg="modSp new del">
        <pc:chgData name="Αντωνιος Μακρης" userId="S::antoniosmakris@ntua.gr::eea0bc52-0833-4d66-a611-1693fee57a2c" providerId="AD" clId="Web-{1EBB1441-E1A0-53F9-8186-46EDFCAFCE72}" dt="2025-01-27T10:00:04.390" v="520"/>
        <pc:sldMkLst>
          <pc:docMk/>
          <pc:sldMk cId="2002354807" sldId="287"/>
        </pc:sldMkLst>
      </pc:sldChg>
      <pc:sldChg chg="modSp new">
        <pc:chgData name="Αντωνιος Μακρης" userId="S::antoniosmakris@ntua.gr::eea0bc52-0833-4d66-a611-1693fee57a2c" providerId="AD" clId="Web-{1EBB1441-E1A0-53F9-8186-46EDFCAFCE72}" dt="2025-01-27T11:15:02.134" v="658" actId="20577"/>
        <pc:sldMkLst>
          <pc:docMk/>
          <pc:sldMk cId="398651370" sldId="288"/>
        </pc:sldMkLst>
        <pc:spChg chg="mod">
          <ac:chgData name="Αντωνιος Μακρης" userId="S::antoniosmakris@ntua.gr::eea0bc52-0833-4d66-a611-1693fee57a2c" providerId="AD" clId="Web-{1EBB1441-E1A0-53F9-8186-46EDFCAFCE72}" dt="2025-01-27T11:11:15.094" v="625" actId="20577"/>
          <ac:spMkLst>
            <pc:docMk/>
            <pc:sldMk cId="398651370" sldId="288"/>
            <ac:spMk id="2" creationId="{BE2B1F59-0DDF-9344-E922-AD2987F5B735}"/>
          </ac:spMkLst>
        </pc:spChg>
        <pc:spChg chg="mod">
          <ac:chgData name="Αντωνιος Μακρης" userId="S::antoniosmakris@ntua.gr::eea0bc52-0833-4d66-a611-1693fee57a2c" providerId="AD" clId="Web-{1EBB1441-E1A0-53F9-8186-46EDFCAFCE72}" dt="2025-01-27T11:15:02.134" v="658" actId="20577"/>
          <ac:spMkLst>
            <pc:docMk/>
            <pc:sldMk cId="398651370" sldId="288"/>
            <ac:spMk id="3" creationId="{F012B45D-178A-50D0-1E2E-2AE1F1C5038E}"/>
          </ac:spMkLst>
        </pc:spChg>
      </pc:sldChg>
      <pc:sldChg chg="modSp add replId">
        <pc:chgData name="Αντωνιος Μακρης" userId="S::antoniosmakris@ntua.gr::eea0bc52-0833-4d66-a611-1693fee57a2c" providerId="AD" clId="Web-{1EBB1441-E1A0-53F9-8186-46EDFCAFCE72}" dt="2025-01-27T11:21:05.788" v="716" actId="20577"/>
        <pc:sldMkLst>
          <pc:docMk/>
          <pc:sldMk cId="4106074254" sldId="289"/>
        </pc:sldMkLst>
        <pc:spChg chg="mod">
          <ac:chgData name="Αντωνιος Μακρης" userId="S::antoniosmakris@ntua.gr::eea0bc52-0833-4d66-a611-1693fee57a2c" providerId="AD" clId="Web-{1EBB1441-E1A0-53F9-8186-46EDFCAFCE72}" dt="2025-01-27T11:21:05.788" v="716" actId="20577"/>
          <ac:spMkLst>
            <pc:docMk/>
            <pc:sldMk cId="4106074254" sldId="289"/>
            <ac:spMk id="3" creationId="{F012B45D-178A-50D0-1E2E-2AE1F1C5038E}"/>
          </ac:spMkLst>
        </pc:spChg>
      </pc:sldChg>
      <pc:sldChg chg="modSp add replId">
        <pc:chgData name="Αντωνιος Μακρης" userId="S::antoniosmakris@ntua.gr::eea0bc52-0833-4d66-a611-1693fee57a2c" providerId="AD" clId="Web-{1EBB1441-E1A0-53F9-8186-46EDFCAFCE72}" dt="2025-01-27T12:37:25.696" v="738" actId="20577"/>
        <pc:sldMkLst>
          <pc:docMk/>
          <pc:sldMk cId="2183554142" sldId="290"/>
        </pc:sldMkLst>
        <pc:spChg chg="mod">
          <ac:chgData name="Αντωνιος Μακρης" userId="S::antoniosmakris@ntua.gr::eea0bc52-0833-4d66-a611-1693fee57a2c" providerId="AD" clId="Web-{1EBB1441-E1A0-53F9-8186-46EDFCAFCE72}" dt="2025-01-27T12:37:25.696" v="738" actId="20577"/>
          <ac:spMkLst>
            <pc:docMk/>
            <pc:sldMk cId="2183554142" sldId="290"/>
            <ac:spMk id="3" creationId="{F012B45D-178A-50D0-1E2E-2AE1F1C5038E}"/>
          </ac:spMkLst>
        </pc:spChg>
      </pc:sldChg>
      <pc:sldChg chg="addSp modSp add replId">
        <pc:chgData name="Αντωνιος Μακρης" userId="S::antoniosmakris@ntua.gr::eea0bc52-0833-4d66-a611-1693fee57a2c" providerId="AD" clId="Web-{1EBB1441-E1A0-53F9-8186-46EDFCAFCE72}" dt="2025-01-27T12:56:21.355" v="785" actId="1076"/>
        <pc:sldMkLst>
          <pc:docMk/>
          <pc:sldMk cId="2583180659" sldId="291"/>
        </pc:sldMkLst>
        <pc:spChg chg="mod">
          <ac:chgData name="Αντωνιος Μακρης" userId="S::antoniosmakris@ntua.gr::eea0bc52-0833-4d66-a611-1693fee57a2c" providerId="AD" clId="Web-{1EBB1441-E1A0-53F9-8186-46EDFCAFCE72}" dt="2025-01-27T12:39:03.094" v="762" actId="20577"/>
          <ac:spMkLst>
            <pc:docMk/>
            <pc:sldMk cId="2583180659" sldId="291"/>
            <ac:spMk id="3" creationId="{F012B45D-178A-50D0-1E2E-2AE1F1C5038E}"/>
          </ac:spMkLst>
        </pc:spChg>
        <pc:picChg chg="add mod">
          <ac:chgData name="Αντωνιος Μακρης" userId="S::antoniosmakris@ntua.gr::eea0bc52-0833-4d66-a611-1693fee57a2c" providerId="AD" clId="Web-{1EBB1441-E1A0-53F9-8186-46EDFCAFCE72}" dt="2025-01-27T12:56:21.355" v="785" actId="1076"/>
          <ac:picMkLst>
            <pc:docMk/>
            <pc:sldMk cId="2583180659" sldId="291"/>
            <ac:picMk id="4" creationId="{8074F9D0-7493-B247-C8EA-460C855838DC}"/>
          </ac:picMkLst>
        </pc:picChg>
      </pc:sldChg>
      <pc:sldChg chg="modSp add replId">
        <pc:chgData name="Αντωνιος Μακρης" userId="S::antoniosmakris@ntua.gr::eea0bc52-0833-4d66-a611-1693fee57a2c" providerId="AD" clId="Web-{1EBB1441-E1A0-53F9-8186-46EDFCAFCE72}" dt="2025-01-27T13:15:23.858" v="948" actId="20577"/>
        <pc:sldMkLst>
          <pc:docMk/>
          <pc:sldMk cId="1838713816" sldId="295"/>
        </pc:sldMkLst>
        <pc:spChg chg="mod">
          <ac:chgData name="Αντωνιος Μακρης" userId="S::antoniosmakris@ntua.gr::eea0bc52-0833-4d66-a611-1693fee57a2c" providerId="AD" clId="Web-{1EBB1441-E1A0-53F9-8186-46EDFCAFCE72}" dt="2025-01-27T13:15:23.858" v="948" actId="20577"/>
          <ac:spMkLst>
            <pc:docMk/>
            <pc:sldMk cId="1838713816" sldId="295"/>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07:26.011" v="882" actId="20577"/>
        <pc:sldMkLst>
          <pc:docMk/>
          <pc:sldMk cId="3206355377" sldId="296"/>
        </pc:sldMkLst>
        <pc:spChg chg="mod">
          <ac:chgData name="Αντωνιος Μακρης" userId="S::antoniosmakris@ntua.gr::eea0bc52-0833-4d66-a611-1693fee57a2c" providerId="AD" clId="Web-{1EBB1441-E1A0-53F9-8186-46EDFCAFCE72}" dt="2025-01-27T13:07:26.011" v="882" actId="20577"/>
          <ac:spMkLst>
            <pc:docMk/>
            <pc:sldMk cId="3206355377" sldId="296"/>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08:43.439" v="908" actId="20577"/>
        <pc:sldMkLst>
          <pc:docMk/>
          <pc:sldMk cId="733920981" sldId="298"/>
        </pc:sldMkLst>
        <pc:spChg chg="mod">
          <ac:chgData name="Αντωνιος Μακρης" userId="S::antoniosmakris@ntua.gr::eea0bc52-0833-4d66-a611-1693fee57a2c" providerId="AD" clId="Web-{1EBB1441-E1A0-53F9-8186-46EDFCAFCE72}" dt="2025-01-27T13:08:43.439" v="908" actId="20577"/>
          <ac:spMkLst>
            <pc:docMk/>
            <pc:sldMk cId="733920981" sldId="298"/>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23:16.751" v="984" actId="20577"/>
        <pc:sldMkLst>
          <pc:docMk/>
          <pc:sldMk cId="1895308846" sldId="299"/>
        </pc:sldMkLst>
        <pc:spChg chg="mod">
          <ac:chgData name="Αντωνιος Μακρης" userId="S::antoniosmakris@ntua.gr::eea0bc52-0833-4d66-a611-1693fee57a2c" providerId="AD" clId="Web-{1EBB1441-E1A0-53F9-8186-46EDFCAFCE72}" dt="2025-01-27T13:23:16.751" v="984" actId="20577"/>
          <ac:spMkLst>
            <pc:docMk/>
            <pc:sldMk cId="1895308846" sldId="299"/>
            <ac:spMk id="3" creationId="{1D9119E2-7D13-373A-B3B3-C55FA5D97E87}"/>
          </ac:spMkLst>
        </pc:spChg>
      </pc:sldChg>
      <pc:sldChg chg="delSp modSp new mod modClrScheme chgLayout">
        <pc:chgData name="Αντωνιος Μακρης" userId="S::antoniosmakris@ntua.gr::eea0bc52-0833-4d66-a611-1693fee57a2c" providerId="AD" clId="Web-{1EBB1441-E1A0-53F9-8186-46EDFCAFCE72}" dt="2025-01-27T13:16:01.610" v="970" actId="20577"/>
        <pc:sldMkLst>
          <pc:docMk/>
          <pc:sldMk cId="472625683" sldId="300"/>
        </pc:sldMkLst>
        <pc:spChg chg="mod ord">
          <ac:chgData name="Αντωνιος Μακρης" userId="S::antoniosmakris@ntua.gr::eea0bc52-0833-4d66-a611-1693fee57a2c" providerId="AD" clId="Web-{1EBB1441-E1A0-53F9-8186-46EDFCAFCE72}" dt="2025-01-27T13:16:01.610" v="970" actId="20577"/>
          <ac:spMkLst>
            <pc:docMk/>
            <pc:sldMk cId="472625683" sldId="300"/>
            <ac:spMk id="2" creationId="{41C83CCC-E04E-3F71-044A-C5BE5E020B6A}"/>
          </ac:spMkLst>
        </pc:spChg>
        <pc:spChg chg="mod ord">
          <ac:chgData name="Αντωνιος Μακρης" userId="S::antoniosmakris@ntua.gr::eea0bc52-0833-4d66-a611-1693fee57a2c" providerId="AD" clId="Web-{1EBB1441-E1A0-53F9-8186-46EDFCAFCE72}" dt="2025-01-27T13:15:54.266" v="950"/>
          <ac:spMkLst>
            <pc:docMk/>
            <pc:sldMk cId="472625683" sldId="300"/>
            <ac:spMk id="3" creationId="{D2FF4C6D-4001-5666-C302-FEE7F34E6F0D}"/>
          </ac:spMkLst>
        </pc:spChg>
      </pc:sldChg>
      <pc:sldChg chg="modSp add replId">
        <pc:chgData name="Αντωνιος Μακρης" userId="S::antoniosmakris@ntua.gr::eea0bc52-0833-4d66-a611-1693fee57a2c" providerId="AD" clId="Web-{1EBB1441-E1A0-53F9-8186-46EDFCAFCE72}" dt="2025-01-27T13:28:22.663" v="1060"/>
        <pc:sldMkLst>
          <pc:docMk/>
          <pc:sldMk cId="1479836977" sldId="301"/>
        </pc:sldMkLst>
        <pc:spChg chg="mod">
          <ac:chgData name="Αντωνιος Μακρης" userId="S::antoniosmakris@ntua.gr::eea0bc52-0833-4d66-a611-1693fee57a2c" providerId="AD" clId="Web-{1EBB1441-E1A0-53F9-8186-46EDFCAFCE72}" dt="2025-01-27T13:28:22.663" v="1060"/>
          <ac:spMkLst>
            <pc:docMk/>
            <pc:sldMk cId="1479836977" sldId="301"/>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46:44.600" v="1091" actId="20577"/>
        <pc:sldMkLst>
          <pc:docMk/>
          <pc:sldMk cId="2325383273" sldId="302"/>
        </pc:sldMkLst>
        <pc:spChg chg="mod">
          <ac:chgData name="Αντωνιος Μακρης" userId="S::antoniosmakris@ntua.gr::eea0bc52-0833-4d66-a611-1693fee57a2c" providerId="AD" clId="Web-{1EBB1441-E1A0-53F9-8186-46EDFCAFCE72}" dt="2025-01-27T13:46:44.600" v="1091" actId="20577"/>
          <ac:spMkLst>
            <pc:docMk/>
            <pc:sldMk cId="2325383273" sldId="302"/>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51:02.681" v="1143" actId="20577"/>
        <pc:sldMkLst>
          <pc:docMk/>
          <pc:sldMk cId="3555019897" sldId="305"/>
        </pc:sldMkLst>
        <pc:spChg chg="mod">
          <ac:chgData name="Αντωνιος Μακρης" userId="S::antoniosmakris@ntua.gr::eea0bc52-0833-4d66-a611-1693fee57a2c" providerId="AD" clId="Web-{1EBB1441-E1A0-53F9-8186-46EDFCAFCE72}" dt="2025-01-27T13:51:02.681" v="1143" actId="20577"/>
          <ac:spMkLst>
            <pc:docMk/>
            <pc:sldMk cId="3555019897" sldId="305"/>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51:28.449" v="1149" actId="20577"/>
        <pc:sldMkLst>
          <pc:docMk/>
          <pc:sldMk cId="3157288640" sldId="306"/>
        </pc:sldMkLst>
        <pc:spChg chg="mod">
          <ac:chgData name="Αντωνιος Μακρης" userId="S::antoniosmakris@ntua.gr::eea0bc52-0833-4d66-a611-1693fee57a2c" providerId="AD" clId="Web-{1EBB1441-E1A0-53F9-8186-46EDFCAFCE72}" dt="2025-01-27T13:51:28.449" v="1149" actId="20577"/>
          <ac:spMkLst>
            <pc:docMk/>
            <pc:sldMk cId="3157288640" sldId="306"/>
            <ac:spMk id="3" creationId="{1D9119E2-7D13-373A-B3B3-C55FA5D97E87}"/>
          </ac:spMkLst>
        </pc:spChg>
      </pc:sldChg>
    </pc:docChg>
  </pc:docChgLst>
  <pc:docChgLst>
    <pc:chgData name="Αντωνιος Μακρης" userId="S::antoniosmakris@ntua.gr::eea0bc52-0833-4d66-a611-1693fee57a2c" providerId="AD" clId="Web-{F62090F2-0744-2434-D2F4-76402126E641}"/>
    <pc:docChg chg="addSld modSld">
      <pc:chgData name="Αντωνιος Μακρης" userId="S::antoniosmakris@ntua.gr::eea0bc52-0833-4d66-a611-1693fee57a2c" providerId="AD" clId="Web-{F62090F2-0744-2434-D2F4-76402126E641}" dt="2025-02-07T09:38:45.650" v="27" actId="1076"/>
      <pc:docMkLst>
        <pc:docMk/>
      </pc:docMkLst>
      <pc:sldChg chg="modSp">
        <pc:chgData name="Αντωνιος Μακρης" userId="S::antoniosmakris@ntua.gr::eea0bc52-0833-4d66-a611-1693fee57a2c" providerId="AD" clId="Web-{F62090F2-0744-2434-D2F4-76402126E641}" dt="2025-02-07T08:03:40.631" v="2" actId="20577"/>
        <pc:sldMkLst>
          <pc:docMk/>
          <pc:sldMk cId="899780933" sldId="271"/>
        </pc:sldMkLst>
        <pc:spChg chg="mod">
          <ac:chgData name="Αντωνιος Μακρης" userId="S::antoniosmakris@ntua.gr::eea0bc52-0833-4d66-a611-1693fee57a2c" providerId="AD" clId="Web-{F62090F2-0744-2434-D2F4-76402126E641}" dt="2025-02-07T08:03:40.631" v="2" actId="20577"/>
          <ac:spMkLst>
            <pc:docMk/>
            <pc:sldMk cId="899780933" sldId="271"/>
            <ac:spMk id="3" creationId="{D1A321B0-B2E5-6D79-DC44-2DB50E45AC1D}"/>
          </ac:spMkLst>
        </pc:spChg>
      </pc:sldChg>
      <pc:sldChg chg="modSp">
        <pc:chgData name="Αντωνιος Μακρης" userId="S::antoniosmakris@ntua.gr::eea0bc52-0833-4d66-a611-1693fee57a2c" providerId="AD" clId="Web-{F62090F2-0744-2434-D2F4-76402126E641}" dt="2025-02-07T08:58:29.913" v="6" actId="20577"/>
        <pc:sldMkLst>
          <pc:docMk/>
          <pc:sldMk cId="3206355377" sldId="296"/>
        </pc:sldMkLst>
        <pc:spChg chg="mod">
          <ac:chgData name="Αντωνιος Μακρης" userId="S::antoniosmakris@ntua.gr::eea0bc52-0833-4d66-a611-1693fee57a2c" providerId="AD" clId="Web-{F62090F2-0744-2434-D2F4-76402126E641}" dt="2025-02-07T08:58:29.913" v="6" actId="20577"/>
          <ac:spMkLst>
            <pc:docMk/>
            <pc:sldMk cId="3206355377" sldId="296"/>
            <ac:spMk id="3" creationId="{1D9119E2-7D13-373A-B3B3-C55FA5D97E87}"/>
          </ac:spMkLst>
        </pc:spChg>
      </pc:sldChg>
      <pc:sldChg chg="modSp">
        <pc:chgData name="Αντωνιος Μακρης" userId="S::antoniosmakris@ntua.gr::eea0bc52-0833-4d66-a611-1693fee57a2c" providerId="AD" clId="Web-{F62090F2-0744-2434-D2F4-76402126E641}" dt="2025-02-07T09:06:45.054" v="10" actId="20577"/>
        <pc:sldMkLst>
          <pc:docMk/>
          <pc:sldMk cId="1479836977" sldId="301"/>
        </pc:sldMkLst>
        <pc:spChg chg="mod">
          <ac:chgData name="Αντωνιος Μακρης" userId="S::antoniosmakris@ntua.gr::eea0bc52-0833-4d66-a611-1693fee57a2c" providerId="AD" clId="Web-{F62090F2-0744-2434-D2F4-76402126E641}" dt="2025-02-07T09:06:45.054" v="10" actId="20577"/>
          <ac:spMkLst>
            <pc:docMk/>
            <pc:sldMk cId="1479836977" sldId="301"/>
            <ac:spMk id="3" creationId="{1D9119E2-7D13-373A-B3B3-C55FA5D97E87}"/>
          </ac:spMkLst>
        </pc:spChg>
      </pc:sldChg>
      <pc:sldChg chg="modSp">
        <pc:chgData name="Αντωνιος Μακρης" userId="S::antoniosmakris@ntua.gr::eea0bc52-0833-4d66-a611-1693fee57a2c" providerId="AD" clId="Web-{F62090F2-0744-2434-D2F4-76402126E641}" dt="2025-02-07T09:18:41.485" v="12" actId="20577"/>
        <pc:sldMkLst>
          <pc:docMk/>
          <pc:sldMk cId="3157288640" sldId="306"/>
        </pc:sldMkLst>
        <pc:spChg chg="mod">
          <ac:chgData name="Αντωνιος Μακρης" userId="S::antoniosmakris@ntua.gr::eea0bc52-0833-4d66-a611-1693fee57a2c" providerId="AD" clId="Web-{F62090F2-0744-2434-D2F4-76402126E641}" dt="2025-02-07T09:18:41.485" v="12" actId="20577"/>
          <ac:spMkLst>
            <pc:docMk/>
            <pc:sldMk cId="3157288640" sldId="306"/>
            <ac:spMk id="3" creationId="{1D9119E2-7D13-373A-B3B3-C55FA5D97E87}"/>
          </ac:spMkLst>
        </pc:spChg>
      </pc:sldChg>
      <pc:sldChg chg="modSp">
        <pc:chgData name="Αντωνιος Μακρης" userId="S::antoniosmakris@ntua.gr::eea0bc52-0833-4d66-a611-1693fee57a2c" providerId="AD" clId="Web-{F62090F2-0744-2434-D2F4-76402126E641}" dt="2025-02-07T09:32:31.325" v="15" actId="20577"/>
        <pc:sldMkLst>
          <pc:docMk/>
          <pc:sldMk cId="3558979755" sldId="309"/>
        </pc:sldMkLst>
        <pc:spChg chg="mod">
          <ac:chgData name="Αντωνιος Μακρης" userId="S::antoniosmakris@ntua.gr::eea0bc52-0833-4d66-a611-1693fee57a2c" providerId="AD" clId="Web-{F62090F2-0744-2434-D2F4-76402126E641}" dt="2025-02-07T09:32:31.325" v="15" actId="20577"/>
          <ac:spMkLst>
            <pc:docMk/>
            <pc:sldMk cId="3558979755" sldId="309"/>
            <ac:spMk id="3" creationId="{FF78C02A-9112-C727-E9BC-D1F26D5CFD35}"/>
          </ac:spMkLst>
        </pc:spChg>
      </pc:sldChg>
      <pc:sldChg chg="addSp modSp new">
        <pc:chgData name="Αντωνιος Μακρης" userId="S::antoniosmakris@ntua.gr::eea0bc52-0833-4d66-a611-1693fee57a2c" providerId="AD" clId="Web-{F62090F2-0744-2434-D2F4-76402126E641}" dt="2025-02-07T09:38:45.650" v="27" actId="1076"/>
        <pc:sldMkLst>
          <pc:docMk/>
          <pc:sldMk cId="2539080630" sldId="319"/>
        </pc:sldMkLst>
        <pc:spChg chg="mod">
          <ac:chgData name="Αντωνιος Μακρης" userId="S::antoniosmakris@ntua.gr::eea0bc52-0833-4d66-a611-1693fee57a2c" providerId="AD" clId="Web-{F62090F2-0744-2434-D2F4-76402126E641}" dt="2025-02-07T09:38:28.447" v="26" actId="20577"/>
          <ac:spMkLst>
            <pc:docMk/>
            <pc:sldMk cId="2539080630" sldId="319"/>
            <ac:spMk id="2" creationId="{10EEF5D5-A411-EE55-7708-C8BB49319923}"/>
          </ac:spMkLst>
        </pc:spChg>
        <pc:spChg chg="mod">
          <ac:chgData name="Αντωνιος Μακρης" userId="S::antoniosmakris@ntua.gr::eea0bc52-0833-4d66-a611-1693fee57a2c" providerId="AD" clId="Web-{F62090F2-0744-2434-D2F4-76402126E641}" dt="2025-02-07T09:38:22.196" v="25" actId="20577"/>
          <ac:spMkLst>
            <pc:docMk/>
            <pc:sldMk cId="2539080630" sldId="319"/>
            <ac:spMk id="3" creationId="{BFDFBD0E-9EA4-5EDD-6523-FDCC4269D646}"/>
          </ac:spMkLst>
        </pc:spChg>
        <pc:picChg chg="add mod">
          <ac:chgData name="Αντωνιος Μακρης" userId="S::antoniosmakris@ntua.gr::eea0bc52-0833-4d66-a611-1693fee57a2c" providerId="AD" clId="Web-{F62090F2-0744-2434-D2F4-76402126E641}" dt="2025-02-07T09:38:45.650" v="27" actId="1076"/>
          <ac:picMkLst>
            <pc:docMk/>
            <pc:sldMk cId="2539080630" sldId="319"/>
            <ac:picMk id="4" creationId="{4F014C2C-108E-0E72-C6C2-8534981E7F5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Προσαρμοσμένη διάταξη">
  <p:cSld name="Προσαρμοσμένη διάταξη">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838199" y="3204504"/>
            <a:ext cx="10515600" cy="1325563"/>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8"/>
          <p:cNvSpPr txBox="1">
            <a:spLocks noGrp="1"/>
          </p:cNvSpPr>
          <p:nvPr>
            <p:ph type="body" idx="1"/>
          </p:nvPr>
        </p:nvSpPr>
        <p:spPr>
          <a:xfrm>
            <a:off x="2886868" y="4865060"/>
            <a:ext cx="6418263" cy="1325564"/>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8"/>
          <p:cNvSpPr txBox="1">
            <a:spLocks noGrp="1"/>
          </p:cNvSpPr>
          <p:nvPr>
            <p:ph type="body" idx="2"/>
          </p:nvPr>
        </p:nvSpPr>
        <p:spPr>
          <a:xfrm>
            <a:off x="266700" y="1983447"/>
            <a:ext cx="2286000" cy="63976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Δύο περιεχόμενα" type="twoObj">
  <p:cSld name="TWO_OBJECTS">
    <p:spTree>
      <p:nvGrpSpPr>
        <p:cNvPr id="1" name="Shape 44"/>
        <p:cNvGrpSpPr/>
        <p:nvPr/>
      </p:nvGrpSpPr>
      <p:grpSpPr>
        <a:xfrm>
          <a:off x="0" y="0"/>
          <a:ext cx="0" cy="0"/>
          <a:chOff x="0" y="0"/>
          <a:chExt cx="0" cy="0"/>
        </a:xfrm>
      </p:grpSpPr>
      <p:sp>
        <p:nvSpPr>
          <p:cNvPr id="45" name="Google Shape;45;p14"/>
          <p:cNvSpPr/>
          <p:nvPr/>
        </p:nvSpPr>
        <p:spPr>
          <a:xfrm>
            <a:off x="0" y="0"/>
            <a:ext cx="12192000" cy="1646100"/>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 name="Google Shape;46;p14"/>
          <p:cNvSpPr/>
          <p:nvPr/>
        </p:nvSpPr>
        <p:spPr>
          <a:xfrm>
            <a:off x="8074325" y="0"/>
            <a:ext cx="4117800" cy="1646100"/>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 name="Google Shape;47;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3" name="Google Shape;53;p14"/>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Περιεχόμενο με λεζάντα" type="objTx">
  <p:cSld name="OBJECT_WITH_CAPTION_TEXT">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losing slide" type="blank">
  <p:cSld name="BLANK">
    <p:spTree>
      <p:nvGrpSpPr>
        <p:cNvPr id="1" name="Shape 61"/>
        <p:cNvGrpSpPr/>
        <p:nvPr/>
      </p:nvGrpSpPr>
      <p:grpSpPr>
        <a:xfrm>
          <a:off x="0" y="0"/>
          <a:ext cx="0" cy="0"/>
          <a:chOff x="0" y="0"/>
          <a:chExt cx="0" cy="0"/>
        </a:xfrm>
      </p:grpSpPr>
      <p:pic>
        <p:nvPicPr>
          <p:cNvPr id="62" name="Google Shape;62;p16"/>
          <p:cNvPicPr preferRelativeResize="0"/>
          <p:nvPr/>
        </p:nvPicPr>
        <p:blipFill rotWithShape="1">
          <a:blip r:embed="rId2">
            <a:alphaModFix/>
          </a:blip>
          <a:srcRect/>
          <a:stretch/>
        </p:blipFill>
        <p:spPr>
          <a:xfrm>
            <a:off x="0" y="0"/>
            <a:ext cx="6383069" cy="6858000"/>
          </a:xfrm>
          <a:prstGeom prst="rect">
            <a:avLst/>
          </a:prstGeom>
          <a:noFill/>
          <a:ln>
            <a:noFill/>
          </a:ln>
        </p:spPr>
      </p:pic>
      <p:pic>
        <p:nvPicPr>
          <p:cNvPr id="63" name="Google Shape;63;p16" descr="Χειραψία"/>
          <p:cNvPicPr preferRelativeResize="0"/>
          <p:nvPr/>
        </p:nvPicPr>
        <p:blipFill rotWithShape="1">
          <a:blip r:embed="rId3">
            <a:alphaModFix/>
          </a:blip>
          <a:srcRect/>
          <a:stretch/>
        </p:blipFill>
        <p:spPr>
          <a:xfrm>
            <a:off x="340470" y="1815320"/>
            <a:ext cx="4141760" cy="4141760"/>
          </a:xfrm>
          <a:custGeom>
            <a:avLst/>
            <a:gdLst/>
            <a:ahLst/>
            <a:cxnLst/>
            <a:rect l="l" t="t" r="r" b="b"/>
            <a:pathLst>
              <a:path w="4141760" h="4377846" extrusionOk="0">
                <a:moveTo>
                  <a:pt x="0" y="0"/>
                </a:moveTo>
                <a:lnTo>
                  <a:pt x="4141760" y="0"/>
                </a:lnTo>
                <a:lnTo>
                  <a:pt x="4141760" y="4377846"/>
                </a:lnTo>
                <a:lnTo>
                  <a:pt x="0" y="4377846"/>
                </a:lnTo>
                <a:close/>
              </a:path>
            </a:pathLst>
          </a:custGeom>
          <a:noFill/>
          <a:ln>
            <a:noFill/>
          </a:ln>
        </p:spPr>
      </p:pic>
      <p:sp>
        <p:nvSpPr>
          <p:cNvPr id="64" name="Google Shape;64;p16"/>
          <p:cNvSpPr txBox="1"/>
          <p:nvPr/>
        </p:nvSpPr>
        <p:spPr>
          <a:xfrm>
            <a:off x="6091652" y="5984679"/>
            <a:ext cx="6028800" cy="677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1050"/>
              <a:buFont typeface="Calibri"/>
              <a:buNone/>
            </a:pPr>
            <a:r>
              <a:rPr lang="en-US" sz="950" b="0" i="0" u="none" strike="noStrike" cap="none">
                <a:solidFill>
                  <a:srgbClr val="757070"/>
                </a:solidFill>
                <a:latin typeface="Arial"/>
                <a:ea typeface="Arial"/>
                <a:cs typeface="Arial"/>
                <a:sym typeface="Arial"/>
              </a:rPr>
              <a:t>The work described in this presentation has been conducted within the project CoEvolution. This project has received funding from the European Union’s Horizon Europe Framework Programme (Horizon) under Grant Agreement No 101168560. This document does not represent the opinion of the European Union, and the European Union is not responsible for any use that might be made of this content.</a:t>
            </a:r>
            <a:endParaRPr sz="1300" b="0" i="0" u="none" strike="noStrike" cap="none">
              <a:solidFill>
                <a:srgbClr val="000000"/>
              </a:solidFill>
              <a:latin typeface="Arial"/>
              <a:ea typeface="Arial"/>
              <a:cs typeface="Arial"/>
              <a:sym typeface="Arial"/>
            </a:endParaRPr>
          </a:p>
        </p:txBody>
      </p:sp>
      <p:sp>
        <p:nvSpPr>
          <p:cNvPr id="65" name="Google Shape;65;p16"/>
          <p:cNvSpPr txBox="1"/>
          <p:nvPr/>
        </p:nvSpPr>
        <p:spPr>
          <a:xfrm>
            <a:off x="6501028" y="2343782"/>
            <a:ext cx="4805996" cy="129711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44546A"/>
              </a:buClr>
              <a:buSzPts val="4000"/>
              <a:buFont typeface="Calibri"/>
              <a:buNone/>
            </a:pPr>
            <a:r>
              <a:rPr lang="en-US" sz="4000" b="1" i="0" u="none" strike="noStrike" cap="none">
                <a:solidFill>
                  <a:srgbClr val="44546A"/>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Διαφάνεια τίτλου" type="title">
  <p:cSld name="TITLE">
    <p:spTree>
      <p:nvGrpSpPr>
        <p:cNvPr id="1" name="Shape 66"/>
        <p:cNvGrpSpPr/>
        <p:nvPr/>
      </p:nvGrpSpPr>
      <p:grpSpPr>
        <a:xfrm>
          <a:off x="0" y="0"/>
          <a:ext cx="0" cy="0"/>
          <a:chOff x="0" y="0"/>
          <a:chExt cx="0" cy="0"/>
        </a:xfrm>
      </p:grpSpPr>
      <p:sp>
        <p:nvSpPr>
          <p:cNvPr id="67" name="Google Shape;67;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9" name="Google Shape;6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1" name="Google Shape;71;p17"/>
          <p:cNvPicPr preferRelativeResize="0"/>
          <p:nvPr/>
        </p:nvPicPr>
        <p:blipFill rotWithShape="1">
          <a:blip r:embed="rId2">
            <a:alphaModFix/>
          </a:blip>
          <a:srcRect/>
          <a:stretch/>
        </p:blipFill>
        <p:spPr>
          <a:xfrm>
            <a:off x="10566582" y="5735637"/>
            <a:ext cx="772930" cy="514350"/>
          </a:xfrm>
          <a:prstGeom prst="rect">
            <a:avLst/>
          </a:prstGeom>
          <a:noFill/>
          <a:ln>
            <a:noFill/>
          </a:ln>
        </p:spPr>
      </p:pic>
      <p:sp>
        <p:nvSpPr>
          <p:cNvPr id="72" name="Google Shape;72;p17"/>
          <p:cNvSpPr txBox="1"/>
          <p:nvPr/>
        </p:nvSpPr>
        <p:spPr>
          <a:xfrm>
            <a:off x="9982200" y="6254175"/>
            <a:ext cx="203835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800"/>
              <a:buFont typeface="Arial"/>
              <a:buNone/>
            </a:pPr>
            <a:r>
              <a:rPr lang="en-US" sz="800" b="0" i="0" u="none" strike="noStrike" cap="none">
                <a:solidFill>
                  <a:srgbClr val="757070"/>
                </a:solidFill>
                <a:latin typeface="Arial"/>
                <a:ea typeface="Arial"/>
                <a:cs typeface="Arial"/>
                <a:sym typeface="Arial"/>
              </a:rPr>
              <a:t>The project has received funding form the European Union’s Horizon Europe Framework Programme (Horizon) under grant agreement No 101135775</a:t>
            </a:r>
            <a:endParaRPr sz="800" b="0" i="0" u="none" strike="noStrike" cap="none">
              <a:solidFill>
                <a:srgbClr val="75707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Τίτλος και περιεχόμενο" type="obj">
  <p:cSld name="OBJECT">
    <p:spTree>
      <p:nvGrpSpPr>
        <p:cNvPr id="1" name="Shape 73"/>
        <p:cNvGrpSpPr/>
        <p:nvPr/>
      </p:nvGrpSpPr>
      <p:grpSpPr>
        <a:xfrm>
          <a:off x="0" y="0"/>
          <a:ext cx="0" cy="0"/>
          <a:chOff x="0" y="0"/>
          <a:chExt cx="0" cy="0"/>
        </a:xfrm>
      </p:grpSpPr>
      <p:sp>
        <p:nvSpPr>
          <p:cNvPr id="74" name="Google Shape;74;p18"/>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 name="Google Shape;75;p18"/>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6" name="Google Shape;7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81" name="Google Shape;81;p18"/>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Κεφαλίδα ενότητας" type="secHead">
  <p:cSld name="SECTION_HEADER">
    <p:spTree>
      <p:nvGrpSpPr>
        <p:cNvPr id="1" name="Shape 82"/>
        <p:cNvGrpSpPr/>
        <p:nvPr/>
      </p:nvGrpSpPr>
      <p:grpSpPr>
        <a:xfrm>
          <a:off x="0" y="0"/>
          <a:ext cx="0" cy="0"/>
          <a:chOff x="0" y="0"/>
          <a:chExt cx="0" cy="0"/>
        </a:xfrm>
      </p:grpSpPr>
      <p:sp>
        <p:nvSpPr>
          <p:cNvPr id="83" name="Google Shape;83;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85" name="Google Shape;8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Σύγκριση" type="twoTxTwoObj">
  <p:cSld name="TWO_OBJECTS_WITH_TEXT">
    <p:spTree>
      <p:nvGrpSpPr>
        <p:cNvPr id="1" name="Shape 88"/>
        <p:cNvGrpSpPr/>
        <p:nvPr/>
      </p:nvGrpSpPr>
      <p:grpSpPr>
        <a:xfrm>
          <a:off x="0" y="0"/>
          <a:ext cx="0" cy="0"/>
          <a:chOff x="0" y="0"/>
          <a:chExt cx="0" cy="0"/>
        </a:xfrm>
      </p:grpSpPr>
      <p:sp>
        <p:nvSpPr>
          <p:cNvPr id="89" name="Google Shape;89;p20"/>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 name="Google Shape;90;p20"/>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 name="Google Shape;91;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3" name="Google Shape;93;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5" name="Google Shape;95;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9" name="Google Shape;99;p20"/>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Μόνο τίτλος" type="titleOnly">
  <p:cSld name="TITLE_ONLY">
    <p:spTree>
      <p:nvGrpSpPr>
        <p:cNvPr id="1" name="Shape 100"/>
        <p:cNvGrpSpPr/>
        <p:nvPr/>
      </p:nvGrpSpPr>
      <p:grpSpPr>
        <a:xfrm>
          <a:off x="0" y="0"/>
          <a:ext cx="0" cy="0"/>
          <a:chOff x="0" y="0"/>
          <a:chExt cx="0" cy="0"/>
        </a:xfrm>
      </p:grpSpPr>
      <p:sp>
        <p:nvSpPr>
          <p:cNvPr id="101" name="Google Shape;101;p21"/>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21"/>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 name="Google Shape;10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07" name="Google Shape;107;p21"/>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Κενό">
  <p:cSld name="Κενό">
    <p:spTree>
      <p:nvGrpSpPr>
        <p:cNvPr id="1" name="Shape 108"/>
        <p:cNvGrpSpPr/>
        <p:nvPr/>
      </p:nvGrpSpPr>
      <p:grpSpPr>
        <a:xfrm>
          <a:off x="0" y="0"/>
          <a:ext cx="0" cy="0"/>
          <a:chOff x="0" y="0"/>
          <a:chExt cx="0" cy="0"/>
        </a:xfrm>
      </p:grpSpPr>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Εικόνα με λεζάντα"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Τίτλος και Κατακόρυφο κείμενο" type="vertTx">
  <p:cSld name="VERTICAL_TEXT">
    <p:spTree>
      <p:nvGrpSpPr>
        <p:cNvPr id="1" name="Shape 119"/>
        <p:cNvGrpSpPr/>
        <p:nvPr/>
      </p:nvGrpSpPr>
      <p:grpSpPr>
        <a:xfrm>
          <a:off x="0" y="0"/>
          <a:ext cx="0" cy="0"/>
          <a:chOff x="0" y="0"/>
          <a:chExt cx="0" cy="0"/>
        </a:xfrm>
      </p:grpSpPr>
      <p:sp>
        <p:nvSpPr>
          <p:cNvPr id="120" name="Google Shape;120;p24"/>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1" name="Google Shape;121;p24"/>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2" name="Google Shape;12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27" name="Google Shape;127;p24"/>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Κατακόρυφος τίτλος και Κείμενο" type="vertTitleAndTx">
  <p:cSld name="VERTICAL_TITLE_AND_VERTICAL_TEXT">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7"/>
          <p:cNvPicPr preferRelativeResize="0"/>
          <p:nvPr/>
        </p:nvPicPr>
        <p:blipFill rotWithShape="1">
          <a:blip r:embed="rId3">
            <a:alphaModFix/>
          </a:blip>
          <a:srcRect/>
          <a:stretch/>
        </p:blipFill>
        <p:spPr>
          <a:xfrm>
            <a:off x="10614982" y="5739837"/>
            <a:ext cx="772930" cy="514350"/>
          </a:xfrm>
          <a:prstGeom prst="rect">
            <a:avLst/>
          </a:prstGeom>
          <a:noFill/>
          <a:ln>
            <a:noFill/>
          </a:ln>
        </p:spPr>
      </p:pic>
      <p:sp>
        <p:nvSpPr>
          <p:cNvPr id="11" name="Google Shape;11;p7"/>
          <p:cNvSpPr txBox="1"/>
          <p:nvPr/>
        </p:nvSpPr>
        <p:spPr>
          <a:xfrm>
            <a:off x="9982200" y="6254175"/>
            <a:ext cx="20385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757070"/>
              </a:buClr>
              <a:buSzPts val="800"/>
              <a:buFont typeface="Calibri"/>
              <a:buNone/>
            </a:pPr>
            <a:r>
              <a:rPr lang="en-US" sz="800" b="0" i="0" u="none" strike="noStrike" cap="none">
                <a:solidFill>
                  <a:srgbClr val="757070"/>
                </a:solidFill>
                <a:latin typeface="Arial"/>
                <a:ea typeface="Arial"/>
                <a:cs typeface="Arial"/>
                <a:sym typeface="Arial"/>
              </a:rPr>
              <a:t>The project has received funding from the European Union’s Horizon Europe Framework Programme (Horizon) under grant agreement No 101168560</a:t>
            </a:r>
            <a:endParaRPr sz="800" b="0" i="0" u="none" strike="noStrike" cap="none">
              <a:solidFill>
                <a:srgbClr val="757070"/>
              </a:solidFill>
              <a:latin typeface="Arial"/>
              <a:ea typeface="Arial"/>
              <a:cs typeface="Arial"/>
              <a:sym typeface="Arial"/>
            </a:endParaRPr>
          </a:p>
        </p:txBody>
      </p:sp>
      <p:pic>
        <p:nvPicPr>
          <p:cNvPr id="12" name="Google Shape;12;p7"/>
          <p:cNvPicPr preferRelativeResize="0"/>
          <p:nvPr/>
        </p:nvPicPr>
        <p:blipFill rotWithShape="1">
          <a:blip r:embed="rId4">
            <a:alphaModFix/>
          </a:blip>
          <a:srcRect/>
          <a:stretch/>
        </p:blipFill>
        <p:spPr>
          <a:xfrm>
            <a:off x="4587038" y="100275"/>
            <a:ext cx="3017923" cy="18184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
        <p:cNvGrpSpPr/>
        <p:nvPr/>
      </p:nvGrpSpPr>
      <p:grpSpPr>
        <a:xfrm>
          <a:off x="0" y="0"/>
          <a:ext cx="0" cy="0"/>
          <a:chOff x="0" y="0"/>
          <a:chExt cx="0" cy="0"/>
        </a:xfrm>
      </p:grpSpPr>
      <p:sp>
        <p:nvSpPr>
          <p:cNvPr id="38" name="Google Shape;38;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9" name="Google Shape;39;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0" name="Google Shape;4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1" name="Google Shape;4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2" name="Google Shape;4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3" name="Google Shape;43;p13"/>
          <p:cNvPicPr preferRelativeResize="0"/>
          <p:nvPr/>
        </p:nvPicPr>
        <p:blipFill rotWithShape="1">
          <a:blip r:embed="rId14">
            <a:alphaModFix/>
          </a:blip>
          <a:srcRect/>
          <a:stretch/>
        </p:blipFill>
        <p:spPr>
          <a:xfrm>
            <a:off x="10246900" y="33425"/>
            <a:ext cx="1911675" cy="2791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
          <p:cNvSpPr txBox="1">
            <a:spLocks noGrp="1"/>
          </p:cNvSpPr>
          <p:nvPr>
            <p:ph type="title"/>
          </p:nvPr>
        </p:nvSpPr>
        <p:spPr>
          <a:xfrm>
            <a:off x="838199" y="3381317"/>
            <a:ext cx="10515600" cy="13257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sz="3800"/>
              <a:t>Task 3.1 State-of-the-Art, Threat model and Technical Specifications</a:t>
            </a:r>
            <a:endParaRPr sz="3800"/>
          </a:p>
        </p:txBody>
      </p:sp>
      <p:sp>
        <p:nvSpPr>
          <p:cNvPr id="139" name="Google Shape;139;p1"/>
          <p:cNvSpPr txBox="1">
            <a:spLocks noGrp="1"/>
          </p:cNvSpPr>
          <p:nvPr>
            <p:ph type="body" idx="1"/>
          </p:nvPr>
        </p:nvSpPr>
        <p:spPr>
          <a:xfrm>
            <a:off x="2886868" y="5061635"/>
            <a:ext cx="64182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154A2"/>
              </a:buClr>
              <a:buSzPts val="2800"/>
              <a:buNone/>
            </a:pPr>
            <a:r>
              <a:rPr lang="en-US" sz="2600"/>
              <a:t>ICCS</a:t>
            </a:r>
            <a:endParaRPr sz="2600"/>
          </a:p>
        </p:txBody>
      </p:sp>
      <p:sp>
        <p:nvSpPr>
          <p:cNvPr id="140" name="Google Shape;140;p1"/>
          <p:cNvSpPr txBox="1"/>
          <p:nvPr/>
        </p:nvSpPr>
        <p:spPr>
          <a:xfrm>
            <a:off x="226425" y="2058300"/>
            <a:ext cx="3135900" cy="639900"/>
          </a:xfrm>
          <a:prstGeom prst="rect">
            <a:avLst/>
          </a:prstGeom>
          <a:noFill/>
          <a:ln>
            <a:noFill/>
          </a:ln>
        </p:spPr>
        <p:txBody>
          <a:bodyPr spcFirstLastPara="1" wrap="square" lIns="91425" tIns="45700" rIns="91425" bIns="45700" anchor="t" anchorCtr="0">
            <a:normAutofit fontScale="77500" lnSpcReduction="20000"/>
          </a:bodyPr>
          <a:lstStyle/>
          <a:p>
            <a:pPr>
              <a:lnSpc>
                <a:spcPct val="90000"/>
              </a:lnSpc>
            </a:pPr>
            <a:r>
              <a:rPr lang="en-US" sz="2400" dirty="0">
                <a:solidFill>
                  <a:srgbClr val="2154A2"/>
                </a:solidFill>
              </a:rPr>
              <a:t>WP3 Third Meeting</a:t>
            </a:r>
            <a:endParaRPr sz="2400" dirty="0">
              <a:solidFill>
                <a:srgbClr val="2154A2"/>
              </a:solidFill>
            </a:endParaRPr>
          </a:p>
          <a:p>
            <a:pPr>
              <a:lnSpc>
                <a:spcPct val="90000"/>
              </a:lnSpc>
            </a:pPr>
            <a:r>
              <a:rPr lang="en-US" sz="2400" dirty="0">
                <a:solidFill>
                  <a:srgbClr val="2154A2"/>
                </a:solidFill>
              </a:rPr>
              <a:t>	</a:t>
            </a:r>
            <a:r>
              <a:rPr lang="en-US" dirty="0">
                <a:solidFill>
                  <a:srgbClr val="2154A2"/>
                </a:solidFill>
              </a:rPr>
              <a:t>			12</a:t>
            </a:r>
            <a:r>
              <a:rPr lang="en-US" i="1" dirty="0">
                <a:solidFill>
                  <a:srgbClr val="2154A2"/>
                </a:solidFill>
              </a:rPr>
              <a:t> 02 2025</a:t>
            </a:r>
            <a:endParaRPr i="1" dirty="0">
              <a:solidFill>
                <a:srgbClr val="2154A2"/>
              </a:solidFill>
            </a:endParaRPr>
          </a:p>
        </p:txBody>
      </p:sp>
      <p:pic>
        <p:nvPicPr>
          <p:cNvPr id="2" name="Picture 1" descr="Εθνικό Μετσόβιο Πολυτεχνείο (ΕΜΠ) - ΣΣΚ - Δευκαλίων">
            <a:extLst>
              <a:ext uri="{FF2B5EF4-FFF2-40B4-BE49-F238E27FC236}">
                <a16:creationId xmlns:a16="http://schemas.microsoft.com/office/drawing/2014/main" id="{1715FCCC-7054-DBE2-72E6-C1C6873F25BE}"/>
              </a:ext>
            </a:extLst>
          </p:cNvPr>
          <p:cNvPicPr>
            <a:picLocks noChangeAspect="1"/>
          </p:cNvPicPr>
          <p:nvPr/>
        </p:nvPicPr>
        <p:blipFill>
          <a:blip r:embed="rId3"/>
          <a:stretch>
            <a:fillRect/>
          </a:stretch>
        </p:blipFill>
        <p:spPr>
          <a:xfrm>
            <a:off x="10716194" y="91830"/>
            <a:ext cx="1688124" cy="11254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83CCC-E04E-3F71-044A-C5BE5E020B6A}"/>
              </a:ext>
            </a:extLst>
          </p:cNvPr>
          <p:cNvSpPr>
            <a:spLocks noGrp="1"/>
          </p:cNvSpPr>
          <p:nvPr>
            <p:ph type="ctrTitle"/>
          </p:nvPr>
        </p:nvSpPr>
        <p:spPr/>
        <p:txBody>
          <a:bodyPr/>
          <a:lstStyle/>
          <a:p>
            <a:r>
              <a:rPr lang="en-GB"/>
              <a:t>Single Model Paradigm</a:t>
            </a:r>
          </a:p>
        </p:txBody>
      </p:sp>
      <p:sp>
        <p:nvSpPr>
          <p:cNvPr id="3" name="Text Placeholder 2">
            <a:extLst>
              <a:ext uri="{FF2B5EF4-FFF2-40B4-BE49-F238E27FC236}">
                <a16:creationId xmlns:a16="http://schemas.microsoft.com/office/drawing/2014/main" id="{D2FF4C6D-4001-5666-C302-FEE7F34E6F0D}"/>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72625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F75EEB-53BA-2B93-8337-C0C1809F1A31}"/>
              </a:ext>
            </a:extLst>
          </p:cNvPr>
          <p:cNvPicPr>
            <a:picLocks noChangeAspect="1"/>
          </p:cNvPicPr>
          <p:nvPr/>
        </p:nvPicPr>
        <p:blipFill>
          <a:blip r:embed="rId2"/>
          <a:stretch>
            <a:fillRect/>
          </a:stretch>
        </p:blipFill>
        <p:spPr>
          <a:xfrm>
            <a:off x="2072194" y="578175"/>
            <a:ext cx="8034571" cy="5694921"/>
          </a:xfrm>
          <a:prstGeom prst="rect">
            <a:avLst/>
          </a:prstGeom>
        </p:spPr>
      </p:pic>
    </p:spTree>
    <p:extLst>
      <p:ext uri="{BB962C8B-B14F-4D97-AF65-F5344CB8AC3E}">
        <p14:creationId xmlns:p14="http://schemas.microsoft.com/office/powerpoint/2010/main" val="291650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Data Collection phase</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628669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Data Collection phase - Overview</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normAutofit fontScale="92500" lnSpcReduction="10000"/>
          </a:bodyPr>
          <a:lstStyle/>
          <a:p>
            <a:pPr marL="114300" indent="0">
              <a:buNone/>
            </a:pPr>
            <a:r>
              <a:rPr lang="en-GB" sz="2400" dirty="0"/>
              <a:t>Data is the driving force behind the rapid development of AI. </a:t>
            </a:r>
            <a:endParaRPr lang="en-US" sz="2400" dirty="0"/>
          </a:p>
          <a:p>
            <a:pPr marL="114300" indent="0">
              <a:buNone/>
            </a:pPr>
            <a:endParaRPr lang="en-GB" sz="2400" dirty="0"/>
          </a:p>
          <a:p>
            <a:endParaRPr lang="en-GB" sz="2400"/>
          </a:p>
          <a:p>
            <a:pPr marL="114300" indent="0">
              <a:buNone/>
            </a:pPr>
            <a:r>
              <a:rPr lang="en-GB" sz="2400" dirty="0"/>
              <a:t>Data Collection can be categorized into:</a:t>
            </a:r>
          </a:p>
          <a:p>
            <a:r>
              <a:rPr lang="en-GB" sz="2400" b="1" dirty="0"/>
              <a:t>Software-based data collection</a:t>
            </a:r>
            <a:r>
              <a:rPr lang="en-GB" sz="2400" dirty="0"/>
              <a:t>: relies on tools like crawlers, where vulnerabilities in any component can compromise data quality.</a:t>
            </a:r>
            <a:endParaRPr lang="en-GB" dirty="0"/>
          </a:p>
          <a:p>
            <a:r>
              <a:rPr lang="en-GB" sz="2400" b="1" dirty="0"/>
              <a:t>Hardware-based data collection</a:t>
            </a:r>
            <a:r>
              <a:rPr lang="en-GB" sz="2400" dirty="0"/>
              <a:t>: Sensors are the most widely used data collection tools, however, sensor data collection is, for example, vulnerable to security threats such as sensor spoofing attacks. </a:t>
            </a:r>
            <a:endParaRPr lang="en-GB" dirty="0"/>
          </a:p>
          <a:p>
            <a:pPr lvl="1">
              <a:buFont typeface="Courier New"/>
              <a:buChar char="o"/>
            </a:pPr>
            <a:r>
              <a:rPr lang="en-GB" sz="2000" dirty="0"/>
              <a:t>In such attacks, an attacker gains access to or tampers with the data provided by the sensors. In other words, an attack targets the sensors in a system to manipulate or deceive their readings, as a result to manipulate the data.  </a:t>
            </a:r>
          </a:p>
        </p:txBody>
      </p:sp>
    </p:spTree>
    <p:extLst>
      <p:ext uri="{BB962C8B-B14F-4D97-AF65-F5344CB8AC3E}">
        <p14:creationId xmlns:p14="http://schemas.microsoft.com/office/powerpoint/2010/main" val="899780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Data Collection phase - Attacks</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r>
              <a:rPr lang="en-GB" sz="2400" b="1" i="1">
                <a:solidFill>
                  <a:srgbClr val="C00000"/>
                </a:solidFill>
              </a:rPr>
              <a:t>Data Bias</a:t>
            </a:r>
          </a:p>
          <a:p>
            <a:r>
              <a:rPr lang="en-GB" sz="2400" b="1" i="1">
                <a:solidFill>
                  <a:srgbClr val="C00000"/>
                </a:solidFill>
              </a:rPr>
              <a:t>Fake Data</a:t>
            </a:r>
          </a:p>
          <a:p>
            <a:r>
              <a:rPr lang="en-GB" sz="2400" b="1" i="1">
                <a:solidFill>
                  <a:srgbClr val="C00000"/>
                </a:solidFill>
              </a:rPr>
              <a:t>Data Breach</a:t>
            </a:r>
          </a:p>
          <a:p>
            <a:r>
              <a:rPr lang="en-GB" sz="2400" b="1" i="1">
                <a:solidFill>
                  <a:srgbClr val="C00000"/>
                </a:solidFill>
              </a:rPr>
              <a:t>Sensor Spoofing Attack</a:t>
            </a:r>
          </a:p>
        </p:txBody>
      </p:sp>
    </p:spTree>
    <p:extLst>
      <p:ext uri="{BB962C8B-B14F-4D97-AF65-F5344CB8AC3E}">
        <p14:creationId xmlns:p14="http://schemas.microsoft.com/office/powerpoint/2010/main" val="2029861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Data Collection phase – Attacks</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normAutofit/>
          </a:bodyPr>
          <a:lstStyle/>
          <a:p>
            <a:pPr marL="114300" indent="0">
              <a:buNone/>
            </a:pPr>
            <a:r>
              <a:rPr lang="en-GB" sz="2400" b="1" i="1">
                <a:solidFill>
                  <a:srgbClr val="C00000"/>
                </a:solidFill>
              </a:rPr>
              <a:t>Data Bias</a:t>
            </a:r>
            <a:endParaRPr lang="en-GB" sz="2400" b="1">
              <a:solidFill>
                <a:srgbClr val="000000"/>
              </a:solidFill>
            </a:endParaRPr>
          </a:p>
          <a:p>
            <a:pPr marL="114300" indent="0">
              <a:buNone/>
            </a:pPr>
            <a:endParaRPr lang="en-GB" sz="2400"/>
          </a:p>
          <a:p>
            <a:pPr marL="114300" indent="0">
              <a:buNone/>
            </a:pPr>
            <a:r>
              <a:rPr lang="en-GB" sz="2400"/>
              <a:t>AI is very </a:t>
            </a:r>
            <a:r>
              <a:rPr lang="en-GB" sz="2400" b="1"/>
              <a:t>sensitive </a:t>
            </a:r>
            <a:r>
              <a:rPr lang="en-GB" sz="2400"/>
              <a:t>to training data. </a:t>
            </a:r>
            <a:endParaRPr lang="en-US"/>
          </a:p>
          <a:p>
            <a:pPr marL="114300" indent="0">
              <a:buNone/>
            </a:pPr>
            <a:r>
              <a:rPr lang="en-GB" sz="2400"/>
              <a:t>Data source selection and data preparation may introduce </a:t>
            </a:r>
            <a:r>
              <a:rPr lang="en-GB" sz="2400" b="1"/>
              <a:t>bias</a:t>
            </a:r>
            <a:r>
              <a:rPr lang="en-GB" sz="2400"/>
              <a:t>. </a:t>
            </a:r>
            <a:endParaRPr lang="en-GB"/>
          </a:p>
          <a:p>
            <a:pPr marL="114300" indent="0">
              <a:buNone/>
            </a:pPr>
            <a:r>
              <a:rPr lang="en-GB" sz="2400"/>
              <a:t>Data bias occurs when the collected data does </a:t>
            </a:r>
            <a:r>
              <a:rPr lang="en-GB" sz="2400" b="1"/>
              <a:t>not accurately</a:t>
            </a:r>
            <a:r>
              <a:rPr lang="en-GB" sz="2400"/>
              <a:t> represent the </a:t>
            </a:r>
            <a:r>
              <a:rPr lang="en-GB" sz="2400" b="1"/>
              <a:t>full diversity</a:t>
            </a:r>
            <a:r>
              <a:rPr lang="en-GB" sz="2400"/>
              <a:t> of the </a:t>
            </a:r>
            <a:r>
              <a:rPr lang="en-GB" sz="2400" b="1"/>
              <a:t>target population </a:t>
            </a:r>
            <a:r>
              <a:rPr lang="en-GB" sz="2400"/>
              <a:t>or scenario, often due to systemic flaws in the collection process. </a:t>
            </a:r>
            <a:endParaRPr lang="en-GB"/>
          </a:p>
          <a:p>
            <a:pPr marL="114300" indent="0">
              <a:buNone/>
            </a:pPr>
            <a:r>
              <a:rPr lang="en-GB" sz="2400"/>
              <a:t>This can lead to </a:t>
            </a:r>
            <a:r>
              <a:rPr lang="en-GB" sz="2400" b="1"/>
              <a:t>skewed </a:t>
            </a:r>
            <a:r>
              <a:rPr lang="en-GB" sz="2400"/>
              <a:t>results, </a:t>
            </a:r>
            <a:r>
              <a:rPr lang="en-GB" sz="2400" b="1"/>
              <a:t>misinterpretations</a:t>
            </a:r>
            <a:r>
              <a:rPr lang="en-GB" sz="2400"/>
              <a:t>, and </a:t>
            </a:r>
            <a:r>
              <a:rPr lang="en-GB" sz="2400" b="1"/>
              <a:t>unfair </a:t>
            </a:r>
            <a:r>
              <a:rPr lang="en-GB" sz="2400"/>
              <a:t>outcomes in systems relying on the biased data for analysis or decision-making. </a:t>
            </a:r>
            <a:endParaRPr lang="en-GB"/>
          </a:p>
          <a:p>
            <a:pPr marL="114300" indent="0">
              <a:buNone/>
            </a:pPr>
            <a:r>
              <a:rPr lang="en-GB" sz="2400"/>
              <a:t>AI biases undermine the </a:t>
            </a:r>
            <a:r>
              <a:rPr lang="en-GB" sz="2400" b="1"/>
              <a:t>integrity </a:t>
            </a:r>
            <a:r>
              <a:rPr lang="en-GB" sz="2400"/>
              <a:t>of the AI.</a:t>
            </a:r>
            <a:endParaRPr lang="en-GB"/>
          </a:p>
        </p:txBody>
      </p:sp>
    </p:spTree>
    <p:extLst>
      <p:ext uri="{BB962C8B-B14F-4D97-AF65-F5344CB8AC3E}">
        <p14:creationId xmlns:p14="http://schemas.microsoft.com/office/powerpoint/2010/main" val="3378741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Data Collection phase – Attacks</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normAutofit/>
          </a:bodyPr>
          <a:lstStyle/>
          <a:p>
            <a:pPr marL="114300" indent="0">
              <a:buNone/>
            </a:pPr>
            <a:r>
              <a:rPr lang="en-GB" sz="2400" b="1" i="1">
                <a:solidFill>
                  <a:srgbClr val="C00000"/>
                </a:solidFill>
              </a:rPr>
              <a:t>Fake Data</a:t>
            </a:r>
            <a:endParaRPr lang="en-GB" sz="2400" b="1">
              <a:solidFill>
                <a:srgbClr val="000000"/>
              </a:solidFill>
            </a:endParaRPr>
          </a:p>
          <a:p>
            <a:pPr marL="114300" indent="0">
              <a:buNone/>
            </a:pPr>
            <a:endParaRPr lang="en-GB" sz="2400"/>
          </a:p>
          <a:p>
            <a:pPr marL="114300" indent="0">
              <a:buNone/>
            </a:pPr>
            <a:r>
              <a:rPr lang="en-GB" sz="2400"/>
              <a:t>The issue of fake data—</a:t>
            </a:r>
            <a:r>
              <a:rPr lang="en-GB" sz="2400" b="1"/>
              <a:t>false </a:t>
            </a:r>
            <a:r>
              <a:rPr lang="en-GB" sz="2400"/>
              <a:t>or </a:t>
            </a:r>
            <a:r>
              <a:rPr lang="en-GB" sz="2400" b="1"/>
              <a:t>misleading </a:t>
            </a:r>
            <a:r>
              <a:rPr lang="en-GB" sz="2400"/>
              <a:t>information </a:t>
            </a:r>
            <a:r>
              <a:rPr lang="en-GB" sz="2400" b="1"/>
              <a:t>intentionally </a:t>
            </a:r>
            <a:r>
              <a:rPr lang="en-GB" sz="2400"/>
              <a:t>introduced into a system—is a challenge affecting the AI domain.</a:t>
            </a:r>
            <a:endParaRPr lang="en-GB"/>
          </a:p>
        </p:txBody>
      </p:sp>
    </p:spTree>
    <p:extLst>
      <p:ext uri="{BB962C8B-B14F-4D97-AF65-F5344CB8AC3E}">
        <p14:creationId xmlns:p14="http://schemas.microsoft.com/office/powerpoint/2010/main" val="663267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0DD69-48B4-C432-BA9B-E789C72F4137}"/>
              </a:ext>
            </a:extLst>
          </p:cNvPr>
          <p:cNvSpPr>
            <a:spLocks noGrp="1"/>
          </p:cNvSpPr>
          <p:nvPr>
            <p:ph type="title"/>
          </p:nvPr>
        </p:nvSpPr>
        <p:spPr/>
        <p:txBody>
          <a:bodyPr/>
          <a:lstStyle/>
          <a:p>
            <a:r>
              <a:rPr lang="en-GB"/>
              <a:t>Data Collection phase – Attacks</a:t>
            </a:r>
            <a:endParaRPr lang="en-US"/>
          </a:p>
        </p:txBody>
      </p:sp>
      <p:sp>
        <p:nvSpPr>
          <p:cNvPr id="3" name="Text Placeholder 2">
            <a:extLst>
              <a:ext uri="{FF2B5EF4-FFF2-40B4-BE49-F238E27FC236}">
                <a16:creationId xmlns:a16="http://schemas.microsoft.com/office/drawing/2014/main" id="{473E1BDA-CE74-483A-C5F3-19FE51495736}"/>
              </a:ext>
            </a:extLst>
          </p:cNvPr>
          <p:cNvSpPr>
            <a:spLocks noGrp="1"/>
          </p:cNvSpPr>
          <p:nvPr>
            <p:ph type="body" idx="1"/>
          </p:nvPr>
        </p:nvSpPr>
        <p:spPr>
          <a:xfrm>
            <a:off x="838200" y="1825625"/>
            <a:ext cx="10515600" cy="5035726"/>
          </a:xfrm>
        </p:spPr>
        <p:txBody>
          <a:bodyPr>
            <a:normAutofit/>
          </a:bodyPr>
          <a:lstStyle/>
          <a:p>
            <a:pPr marL="114300" indent="0">
              <a:buNone/>
            </a:pPr>
            <a:r>
              <a:rPr lang="en-GB" sz="2400" b="1" i="1">
                <a:solidFill>
                  <a:srgbClr val="C00000"/>
                </a:solidFill>
              </a:rPr>
              <a:t>Data Breach</a:t>
            </a:r>
          </a:p>
          <a:p>
            <a:pPr marL="114300" indent="0">
              <a:buNone/>
            </a:pPr>
            <a:endParaRPr lang="en-GB" b="1" i="1">
              <a:solidFill>
                <a:srgbClr val="C00000"/>
              </a:solidFill>
            </a:endParaRPr>
          </a:p>
          <a:p>
            <a:pPr marL="114300" indent="0">
              <a:lnSpc>
                <a:spcPct val="70000"/>
              </a:lnSpc>
              <a:buNone/>
            </a:pPr>
            <a:r>
              <a:rPr lang="en-GB" sz="2200" b="1">
                <a:solidFill>
                  <a:srgbClr val="000000"/>
                </a:solidFill>
              </a:rPr>
              <a:t>Unauthorized </a:t>
            </a:r>
            <a:r>
              <a:rPr lang="en-GB" sz="2200">
                <a:solidFill>
                  <a:srgbClr val="000000"/>
                </a:solidFill>
              </a:rPr>
              <a:t>access or </a:t>
            </a:r>
            <a:r>
              <a:rPr lang="en-GB" sz="2200" b="1">
                <a:solidFill>
                  <a:srgbClr val="000000"/>
                </a:solidFill>
              </a:rPr>
              <a:t>acquisition </a:t>
            </a:r>
            <a:r>
              <a:rPr lang="en-GB" sz="2200">
                <a:solidFill>
                  <a:srgbClr val="000000"/>
                </a:solidFill>
              </a:rPr>
              <a:t>of information by an external party can </a:t>
            </a:r>
            <a:r>
              <a:rPr lang="en-GB" sz="2200" b="1">
                <a:solidFill>
                  <a:srgbClr val="000000"/>
                </a:solidFill>
              </a:rPr>
              <a:t>expose sensitive </a:t>
            </a:r>
            <a:r>
              <a:rPr lang="en-GB" sz="2200">
                <a:solidFill>
                  <a:srgbClr val="000000"/>
                </a:solidFill>
              </a:rPr>
              <a:t>data, such as training data, </a:t>
            </a:r>
            <a:r>
              <a:rPr lang="en-GB" sz="2200" b="1">
                <a:solidFill>
                  <a:srgbClr val="000000"/>
                </a:solidFill>
              </a:rPr>
              <a:t>compromising </a:t>
            </a:r>
            <a:r>
              <a:rPr lang="en-GB" sz="2200">
                <a:solidFill>
                  <a:srgbClr val="000000"/>
                </a:solidFill>
              </a:rPr>
              <a:t>individuals' </a:t>
            </a:r>
            <a:r>
              <a:rPr lang="en-GB" sz="2200" b="1">
                <a:solidFill>
                  <a:srgbClr val="000000"/>
                </a:solidFill>
              </a:rPr>
              <a:t>privacy </a:t>
            </a:r>
            <a:r>
              <a:rPr lang="en-GB" sz="2200">
                <a:solidFill>
                  <a:srgbClr val="000000"/>
                </a:solidFill>
              </a:rPr>
              <a:t>and introducing risks like </a:t>
            </a:r>
            <a:r>
              <a:rPr lang="en-GB" sz="2200" b="1">
                <a:solidFill>
                  <a:srgbClr val="000000"/>
                </a:solidFill>
              </a:rPr>
              <a:t>model inversion</a:t>
            </a:r>
            <a:r>
              <a:rPr lang="en-GB" sz="2200">
                <a:solidFill>
                  <a:srgbClr val="000000"/>
                </a:solidFill>
              </a:rPr>
              <a:t>, where adversaries infer private data from the model. </a:t>
            </a:r>
            <a:endParaRPr lang="en-GB" sz="2200"/>
          </a:p>
          <a:p>
            <a:pPr marL="114300" indent="0">
              <a:lnSpc>
                <a:spcPct val="70000"/>
              </a:lnSpc>
              <a:buNone/>
            </a:pPr>
            <a:endParaRPr lang="en-GB" sz="2200">
              <a:solidFill>
                <a:srgbClr val="000000"/>
              </a:solidFill>
            </a:endParaRPr>
          </a:p>
          <a:p>
            <a:pPr marL="114300" indent="0">
              <a:lnSpc>
                <a:spcPct val="70000"/>
              </a:lnSpc>
              <a:buNone/>
            </a:pPr>
            <a:r>
              <a:rPr lang="en-GB" sz="2200">
                <a:solidFill>
                  <a:srgbClr val="000000"/>
                </a:solidFill>
              </a:rPr>
              <a:t>Additionally, leaked data can enable attackers to craft </a:t>
            </a:r>
            <a:r>
              <a:rPr lang="en-GB" sz="2200" b="1">
                <a:solidFill>
                  <a:srgbClr val="000000"/>
                </a:solidFill>
              </a:rPr>
              <a:t>adversarial inputs </a:t>
            </a:r>
            <a:r>
              <a:rPr lang="en-GB" sz="2200">
                <a:solidFill>
                  <a:srgbClr val="000000"/>
                </a:solidFill>
              </a:rPr>
              <a:t>or </a:t>
            </a:r>
            <a:r>
              <a:rPr lang="en-GB" sz="2200" b="1">
                <a:solidFill>
                  <a:srgbClr val="000000"/>
                </a:solidFill>
              </a:rPr>
              <a:t>poison </a:t>
            </a:r>
            <a:r>
              <a:rPr lang="en-GB" sz="2200">
                <a:solidFill>
                  <a:srgbClr val="000000"/>
                </a:solidFill>
              </a:rPr>
              <a:t>future </a:t>
            </a:r>
            <a:r>
              <a:rPr lang="en-GB" sz="2200" b="1">
                <a:solidFill>
                  <a:srgbClr val="000000"/>
                </a:solidFill>
              </a:rPr>
              <a:t>training</a:t>
            </a:r>
            <a:r>
              <a:rPr lang="en-GB" sz="2200">
                <a:solidFill>
                  <a:srgbClr val="000000"/>
                </a:solidFill>
              </a:rPr>
              <a:t> processes, thereby </a:t>
            </a:r>
            <a:r>
              <a:rPr lang="en-GB" sz="2200" b="1">
                <a:solidFill>
                  <a:srgbClr val="000000"/>
                </a:solidFill>
              </a:rPr>
              <a:t>degrading </a:t>
            </a:r>
            <a:r>
              <a:rPr lang="en-GB" sz="2200">
                <a:solidFill>
                  <a:srgbClr val="000000"/>
                </a:solidFill>
              </a:rPr>
              <a:t>the AI model’s </a:t>
            </a:r>
            <a:r>
              <a:rPr lang="en-GB" sz="2200" b="1">
                <a:solidFill>
                  <a:srgbClr val="000000"/>
                </a:solidFill>
              </a:rPr>
              <a:t>performance </a:t>
            </a:r>
            <a:r>
              <a:rPr lang="en-GB" sz="2200">
                <a:solidFill>
                  <a:srgbClr val="000000"/>
                </a:solidFill>
              </a:rPr>
              <a:t>and </a:t>
            </a:r>
            <a:r>
              <a:rPr lang="en-GB" sz="2200" b="1">
                <a:solidFill>
                  <a:srgbClr val="000000"/>
                </a:solidFill>
              </a:rPr>
              <a:t>trustworthiness</a:t>
            </a:r>
            <a:r>
              <a:rPr lang="en-GB" sz="2200">
                <a:solidFill>
                  <a:srgbClr val="000000"/>
                </a:solidFill>
              </a:rPr>
              <a:t>. </a:t>
            </a:r>
            <a:endParaRPr lang="en-GB" sz="2200"/>
          </a:p>
          <a:p>
            <a:pPr marL="114300" indent="0">
              <a:lnSpc>
                <a:spcPct val="70000"/>
              </a:lnSpc>
              <a:buNone/>
            </a:pPr>
            <a:endParaRPr lang="en-GB" sz="2200">
              <a:solidFill>
                <a:srgbClr val="000000"/>
              </a:solidFill>
            </a:endParaRPr>
          </a:p>
          <a:p>
            <a:pPr marL="114300" indent="0">
              <a:lnSpc>
                <a:spcPct val="70000"/>
              </a:lnSpc>
              <a:buNone/>
            </a:pPr>
            <a:r>
              <a:rPr lang="en-GB" sz="2200">
                <a:solidFill>
                  <a:srgbClr val="000000"/>
                </a:solidFill>
              </a:rPr>
              <a:t>Data breach is not only a problem specific to the data collection phase but can also occur during the training and inference phases of the model.</a:t>
            </a:r>
            <a:endParaRPr lang="en-GB" sz="2200"/>
          </a:p>
          <a:p>
            <a:pPr marL="114300" indent="0">
              <a:buNone/>
            </a:pPr>
            <a:endParaRPr lang="en-GB">
              <a:solidFill>
                <a:schemeClr val="tx1"/>
              </a:solidFill>
            </a:endParaRPr>
          </a:p>
        </p:txBody>
      </p:sp>
    </p:spTree>
    <p:extLst>
      <p:ext uri="{BB962C8B-B14F-4D97-AF65-F5344CB8AC3E}">
        <p14:creationId xmlns:p14="http://schemas.microsoft.com/office/powerpoint/2010/main" val="3269087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Data Collection phase – Attacks</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a:xfrm>
            <a:off x="838200" y="1825625"/>
            <a:ext cx="10515600" cy="4936949"/>
          </a:xfrm>
        </p:spPr>
        <p:txBody>
          <a:bodyPr>
            <a:normAutofit/>
          </a:bodyPr>
          <a:lstStyle/>
          <a:p>
            <a:pPr marL="114300" indent="0">
              <a:buNone/>
            </a:pPr>
            <a:r>
              <a:rPr lang="en-GB" sz="2400" b="1" i="1" dirty="0">
                <a:solidFill>
                  <a:srgbClr val="C00000"/>
                </a:solidFill>
              </a:rPr>
              <a:t>Sensor Spoofing Attack</a:t>
            </a:r>
            <a:endParaRPr lang="en-US" b="1" dirty="0"/>
          </a:p>
          <a:p>
            <a:pPr marL="114300" indent="0">
              <a:buNone/>
            </a:pPr>
            <a:endParaRPr lang="en-GB" sz="2400"/>
          </a:p>
          <a:p>
            <a:pPr marL="114300" indent="0">
              <a:buNone/>
            </a:pPr>
            <a:r>
              <a:rPr lang="en-GB" sz="2400" dirty="0"/>
              <a:t>Attackers can exploit the physical properties of sensors (e.g. sensors integrated into automated driving vehicles, and Light Detection and Ranging (LIDAR) responsible for data collection) to </a:t>
            </a:r>
            <a:r>
              <a:rPr lang="en-GB" sz="2400" b="1" dirty="0"/>
              <a:t>construct malicious </a:t>
            </a:r>
            <a:r>
              <a:rPr lang="en-GB" sz="2400" dirty="0"/>
              <a:t>samples to </a:t>
            </a:r>
            <a:r>
              <a:rPr lang="en-GB" sz="2400" b="1" dirty="0"/>
              <a:t>spoof </a:t>
            </a:r>
            <a:r>
              <a:rPr lang="en-GB" sz="2400" dirty="0"/>
              <a:t>sensors to interfere with data collection.</a:t>
            </a:r>
            <a:endParaRPr lang="en-GB" dirty="0"/>
          </a:p>
          <a:p>
            <a:pPr marL="114300" indent="0">
              <a:buNone/>
            </a:pPr>
            <a:endParaRPr lang="en-GB" sz="2400"/>
          </a:p>
          <a:p>
            <a:pPr marL="114300" indent="0">
              <a:buNone/>
            </a:pPr>
            <a:endParaRPr lang="en-GB"/>
          </a:p>
        </p:txBody>
      </p:sp>
    </p:spTree>
    <p:extLst>
      <p:ext uri="{BB962C8B-B14F-4D97-AF65-F5344CB8AC3E}">
        <p14:creationId xmlns:p14="http://schemas.microsoft.com/office/powerpoint/2010/main" val="352348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Data Pre-processing phase</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431708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Data Pre-processing phase - Overview</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pPr marL="114300" indent="0">
              <a:buNone/>
            </a:pPr>
            <a:r>
              <a:rPr lang="en-GB" sz="2400" dirty="0"/>
              <a:t>The real-world data is generally </a:t>
            </a:r>
            <a:r>
              <a:rPr lang="en-GB" sz="2400" b="1" dirty="0"/>
              <a:t>incomplete</a:t>
            </a:r>
            <a:r>
              <a:rPr lang="en-GB" sz="2400" dirty="0"/>
              <a:t>, </a:t>
            </a:r>
            <a:r>
              <a:rPr lang="en-GB" sz="2400" b="1" dirty="0"/>
              <a:t>noisy </a:t>
            </a:r>
            <a:r>
              <a:rPr lang="en-GB" sz="2400" dirty="0"/>
              <a:t>and </a:t>
            </a:r>
            <a:r>
              <a:rPr lang="en-GB" sz="2400" b="1" dirty="0"/>
              <a:t>inconsistent</a:t>
            </a:r>
            <a:r>
              <a:rPr lang="en-GB" sz="2400" dirty="0"/>
              <a:t>. </a:t>
            </a:r>
            <a:endParaRPr lang="en-US" sz="2400" dirty="0"/>
          </a:p>
          <a:p>
            <a:pPr marL="114300" indent="0">
              <a:buNone/>
            </a:pPr>
            <a:endParaRPr lang="en-GB" sz="2400"/>
          </a:p>
          <a:p>
            <a:pPr marL="114300" indent="0">
              <a:buNone/>
            </a:pPr>
            <a:r>
              <a:rPr lang="en-GB" sz="2400" dirty="0"/>
              <a:t>Data pre-processing involves cleaning and transforming raw data before training and testing ML/AI models </a:t>
            </a:r>
            <a:endParaRPr lang="en-US" sz="2400" dirty="0"/>
          </a:p>
          <a:p>
            <a:r>
              <a:rPr lang="en-GB" sz="2400" dirty="0"/>
              <a:t>scaling, normalization, and feature selection are commonly used preprocessing techniques</a:t>
            </a:r>
            <a:endParaRPr lang="en-US" sz="2400" dirty="0"/>
          </a:p>
        </p:txBody>
      </p:sp>
    </p:spTree>
    <p:extLst>
      <p:ext uri="{BB962C8B-B14F-4D97-AF65-F5344CB8AC3E}">
        <p14:creationId xmlns:p14="http://schemas.microsoft.com/office/powerpoint/2010/main" val="765087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Data Pre-processing phase - Attacks</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r>
              <a:rPr lang="en-GB" sz="2400" b="1" i="1">
                <a:solidFill>
                  <a:srgbClr val="C00000"/>
                </a:solidFill>
              </a:rPr>
              <a:t>Data Leakage</a:t>
            </a:r>
          </a:p>
          <a:p>
            <a:r>
              <a:rPr lang="en-GB" sz="2400" b="1" i="1">
                <a:solidFill>
                  <a:srgbClr val="C00000"/>
                </a:solidFill>
              </a:rPr>
              <a:t>Scaling </a:t>
            </a:r>
          </a:p>
        </p:txBody>
      </p:sp>
    </p:spTree>
    <p:extLst>
      <p:ext uri="{BB962C8B-B14F-4D97-AF65-F5344CB8AC3E}">
        <p14:creationId xmlns:p14="http://schemas.microsoft.com/office/powerpoint/2010/main" val="816798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B1F59-0DDF-9344-E922-AD2987F5B735}"/>
              </a:ext>
            </a:extLst>
          </p:cNvPr>
          <p:cNvSpPr>
            <a:spLocks noGrp="1"/>
          </p:cNvSpPr>
          <p:nvPr>
            <p:ph type="title"/>
          </p:nvPr>
        </p:nvSpPr>
        <p:spPr/>
        <p:txBody>
          <a:bodyPr/>
          <a:lstStyle/>
          <a:p>
            <a:r>
              <a:rPr lang="en-GB"/>
              <a:t>Data Pre-processing phase - Attacks</a:t>
            </a:r>
            <a:endParaRPr lang="en-US"/>
          </a:p>
        </p:txBody>
      </p:sp>
      <p:sp>
        <p:nvSpPr>
          <p:cNvPr id="3" name="Text Placeholder 2">
            <a:extLst>
              <a:ext uri="{FF2B5EF4-FFF2-40B4-BE49-F238E27FC236}">
                <a16:creationId xmlns:a16="http://schemas.microsoft.com/office/drawing/2014/main" id="{F012B45D-178A-50D0-1E2E-2AE1F1C5038E}"/>
              </a:ext>
            </a:extLst>
          </p:cNvPr>
          <p:cNvSpPr>
            <a:spLocks noGrp="1"/>
          </p:cNvSpPr>
          <p:nvPr>
            <p:ph type="body" idx="1"/>
          </p:nvPr>
        </p:nvSpPr>
        <p:spPr>
          <a:xfrm>
            <a:off x="838200" y="1825625"/>
            <a:ext cx="10515600" cy="4978867"/>
          </a:xfrm>
        </p:spPr>
        <p:txBody>
          <a:bodyPr>
            <a:normAutofit fontScale="92500" lnSpcReduction="10000"/>
          </a:bodyPr>
          <a:lstStyle/>
          <a:p>
            <a:pPr marL="114300" indent="0">
              <a:buNone/>
            </a:pPr>
            <a:r>
              <a:rPr lang="en-GB" b="1" i="1">
                <a:solidFill>
                  <a:srgbClr val="C00000"/>
                </a:solidFill>
              </a:rPr>
              <a:t>Data Leakage</a:t>
            </a:r>
          </a:p>
          <a:p>
            <a:pPr marL="114300" indent="0">
              <a:buNone/>
            </a:pPr>
            <a:endParaRPr lang="en-GB" b="1" i="1">
              <a:solidFill>
                <a:srgbClr val="C00000"/>
              </a:solidFill>
            </a:endParaRPr>
          </a:p>
          <a:p>
            <a:pPr marL="114300" indent="0">
              <a:buNone/>
            </a:pPr>
            <a:r>
              <a:rPr lang="en-GB" sz="2400">
                <a:solidFill>
                  <a:schemeClr val="tx1"/>
                </a:solidFill>
              </a:rPr>
              <a:t>Any feature that directly or indirectly </a:t>
            </a:r>
            <a:r>
              <a:rPr lang="en-GB" sz="2400" b="1">
                <a:solidFill>
                  <a:schemeClr val="tx1"/>
                </a:solidFill>
              </a:rPr>
              <a:t>reveals </a:t>
            </a:r>
            <a:r>
              <a:rPr lang="en-GB" sz="2400">
                <a:solidFill>
                  <a:schemeClr val="tx1"/>
                </a:solidFill>
              </a:rPr>
              <a:t>the value the model aims to </a:t>
            </a:r>
            <a:r>
              <a:rPr lang="en-GB" sz="2400" b="1">
                <a:solidFill>
                  <a:schemeClr val="tx1"/>
                </a:solidFill>
              </a:rPr>
              <a:t>predict </a:t>
            </a:r>
            <a:r>
              <a:rPr lang="en-GB" sz="2400">
                <a:solidFill>
                  <a:schemeClr val="tx1"/>
                </a:solidFill>
              </a:rPr>
              <a:t>is considered a data leak, leading to misleadingly high performance and false results. </a:t>
            </a:r>
          </a:p>
          <a:p>
            <a:r>
              <a:rPr lang="en-GB" sz="2400">
                <a:solidFill>
                  <a:schemeClr val="tx1"/>
                </a:solidFill>
              </a:rPr>
              <a:t>model sees information it’s not supposed to during training, such as parts of the test data or features. This makes the model seem very accurate during testing, but it fails in real-world situations.</a:t>
            </a:r>
          </a:p>
          <a:p>
            <a:endParaRPr lang="en-GB" sz="2400">
              <a:solidFill>
                <a:schemeClr val="tx1"/>
              </a:solidFill>
            </a:endParaRPr>
          </a:p>
          <a:p>
            <a:pPr marL="114300" indent="0">
              <a:buNone/>
            </a:pPr>
            <a:r>
              <a:rPr lang="en-GB" sz="2400">
                <a:solidFill>
                  <a:schemeClr val="tx1"/>
                </a:solidFill>
              </a:rPr>
              <a:t>If preprocessing techniques are applied to the entire dataset </a:t>
            </a:r>
            <a:r>
              <a:rPr lang="en-GB" sz="2400" b="1">
                <a:solidFill>
                  <a:schemeClr val="tx1"/>
                </a:solidFill>
              </a:rPr>
              <a:t>before splitting</a:t>
            </a:r>
            <a:r>
              <a:rPr lang="en-GB" sz="2400">
                <a:solidFill>
                  <a:schemeClr val="tx1"/>
                </a:solidFill>
              </a:rPr>
              <a:t>, the model will learn patterns from both the training and test sets, resulting in data leakage. </a:t>
            </a:r>
          </a:p>
          <a:p>
            <a:r>
              <a:rPr lang="en-GB" sz="2400">
                <a:solidFill>
                  <a:schemeClr val="tx1"/>
                </a:solidFill>
              </a:rPr>
              <a:t>Consequently, the model may perform exceptionally well on the test set but fail to generalize to unseen data.</a:t>
            </a:r>
          </a:p>
          <a:p>
            <a:endParaRPr lang="en-GB" sz="2400">
              <a:solidFill>
                <a:schemeClr val="tx1"/>
              </a:solidFill>
            </a:endParaRPr>
          </a:p>
        </p:txBody>
      </p:sp>
    </p:spTree>
    <p:extLst>
      <p:ext uri="{BB962C8B-B14F-4D97-AF65-F5344CB8AC3E}">
        <p14:creationId xmlns:p14="http://schemas.microsoft.com/office/powerpoint/2010/main" val="398651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B1F59-0DDF-9344-E922-AD2987F5B735}"/>
              </a:ext>
            </a:extLst>
          </p:cNvPr>
          <p:cNvSpPr>
            <a:spLocks noGrp="1"/>
          </p:cNvSpPr>
          <p:nvPr>
            <p:ph type="title"/>
          </p:nvPr>
        </p:nvSpPr>
        <p:spPr/>
        <p:txBody>
          <a:bodyPr/>
          <a:lstStyle/>
          <a:p>
            <a:r>
              <a:rPr lang="en-GB"/>
              <a:t>Data Pre-processing phase - Attacks</a:t>
            </a:r>
            <a:endParaRPr lang="en-US"/>
          </a:p>
        </p:txBody>
      </p:sp>
      <p:sp>
        <p:nvSpPr>
          <p:cNvPr id="3" name="Text Placeholder 2">
            <a:extLst>
              <a:ext uri="{FF2B5EF4-FFF2-40B4-BE49-F238E27FC236}">
                <a16:creationId xmlns:a16="http://schemas.microsoft.com/office/drawing/2014/main" id="{F012B45D-178A-50D0-1E2E-2AE1F1C5038E}"/>
              </a:ext>
            </a:extLst>
          </p:cNvPr>
          <p:cNvSpPr>
            <a:spLocks noGrp="1"/>
          </p:cNvSpPr>
          <p:nvPr>
            <p:ph type="body" idx="1"/>
          </p:nvPr>
        </p:nvSpPr>
        <p:spPr>
          <a:xfrm>
            <a:off x="838200" y="1825625"/>
            <a:ext cx="10515600" cy="4978867"/>
          </a:xfrm>
        </p:spPr>
        <p:txBody>
          <a:bodyPr>
            <a:normAutofit/>
          </a:bodyPr>
          <a:lstStyle/>
          <a:p>
            <a:pPr marL="114300" indent="0">
              <a:buNone/>
            </a:pPr>
            <a:r>
              <a:rPr lang="en-GB" sz="2600" b="1" i="1">
                <a:solidFill>
                  <a:srgbClr val="C00000"/>
                </a:solidFill>
              </a:rPr>
              <a:t>Data Leakage </a:t>
            </a:r>
            <a:r>
              <a:rPr lang="en-GB" sz="2600" b="1" i="1">
                <a:solidFill>
                  <a:schemeClr val="tx1"/>
                </a:solidFill>
              </a:rPr>
              <a:t>(example)</a:t>
            </a:r>
          </a:p>
          <a:p>
            <a:pPr marL="114300" indent="0">
              <a:buNone/>
            </a:pPr>
            <a:endParaRPr lang="en-GB" b="1" i="1">
              <a:solidFill>
                <a:srgbClr val="C00000"/>
              </a:solidFill>
            </a:endParaRPr>
          </a:p>
          <a:p>
            <a:pPr marL="114300" indent="0">
              <a:lnSpc>
                <a:spcPct val="70000"/>
              </a:lnSpc>
              <a:buNone/>
            </a:pPr>
            <a:r>
              <a:rPr lang="en-GB" sz="2400">
                <a:solidFill>
                  <a:schemeClr val="tx1"/>
                </a:solidFill>
              </a:rPr>
              <a:t>Normalization scales all values to a similar range, often between 0 and 1.</a:t>
            </a:r>
          </a:p>
          <a:p>
            <a:pPr marL="114300" indent="0">
              <a:lnSpc>
                <a:spcPct val="70000"/>
              </a:lnSpc>
              <a:buNone/>
            </a:pPr>
            <a:r>
              <a:rPr lang="en-GB" sz="2400">
                <a:solidFill>
                  <a:schemeClr val="tx1"/>
                </a:solidFill>
              </a:rPr>
              <a:t>How it causes leakage:</a:t>
            </a:r>
          </a:p>
          <a:p>
            <a:pPr>
              <a:lnSpc>
                <a:spcPct val="70000"/>
              </a:lnSpc>
            </a:pPr>
            <a:r>
              <a:rPr lang="en-GB" sz="2400">
                <a:solidFill>
                  <a:schemeClr val="tx1"/>
                </a:solidFill>
              </a:rPr>
              <a:t>If you calculate the min and max values of a feature using the entire dataset (training + test) before splitting, the model will "know" information from the test set.</a:t>
            </a:r>
          </a:p>
          <a:p>
            <a:pPr marL="114300" indent="0">
              <a:lnSpc>
                <a:spcPct val="70000"/>
              </a:lnSpc>
              <a:buNone/>
            </a:pPr>
            <a:r>
              <a:rPr lang="en-GB" sz="2400">
                <a:solidFill>
                  <a:schemeClr val="tx1"/>
                </a:solidFill>
              </a:rPr>
              <a:t>Why it’s bad: </a:t>
            </a:r>
          </a:p>
          <a:p>
            <a:pPr>
              <a:lnSpc>
                <a:spcPct val="70000"/>
              </a:lnSpc>
            </a:pPr>
            <a:r>
              <a:rPr lang="en-GB" sz="2400">
                <a:solidFill>
                  <a:schemeClr val="tx1"/>
                </a:solidFill>
              </a:rPr>
              <a:t>The min and max values from the test data influence the scaling of the training data, so the test set isn't truly unseen.</a:t>
            </a:r>
            <a:endParaRPr lang="en-GB">
              <a:solidFill>
                <a:schemeClr val="tx1"/>
              </a:solidFill>
            </a:endParaRPr>
          </a:p>
          <a:p>
            <a:pPr marL="114300" indent="0">
              <a:lnSpc>
                <a:spcPct val="70000"/>
              </a:lnSpc>
              <a:buNone/>
            </a:pPr>
            <a:endParaRPr lang="en-GB" sz="2400">
              <a:solidFill>
                <a:schemeClr val="tx1"/>
              </a:solidFill>
            </a:endParaRPr>
          </a:p>
          <a:p>
            <a:pPr marL="114300" indent="0">
              <a:lnSpc>
                <a:spcPct val="70000"/>
              </a:lnSpc>
              <a:buNone/>
            </a:pPr>
            <a:endParaRPr lang="en-GB" sz="2400">
              <a:solidFill>
                <a:schemeClr val="tx1"/>
              </a:solidFill>
            </a:endParaRPr>
          </a:p>
          <a:p>
            <a:pPr marL="114300" indent="0">
              <a:buNone/>
            </a:pPr>
            <a:endParaRPr lang="en-GB" sz="2400">
              <a:solidFill>
                <a:schemeClr val="tx1"/>
              </a:solidFill>
            </a:endParaRPr>
          </a:p>
          <a:p>
            <a:endParaRPr lang="en-GB" sz="2400">
              <a:solidFill>
                <a:schemeClr val="tx1"/>
              </a:solidFill>
            </a:endParaRPr>
          </a:p>
        </p:txBody>
      </p:sp>
    </p:spTree>
    <p:extLst>
      <p:ext uri="{BB962C8B-B14F-4D97-AF65-F5344CB8AC3E}">
        <p14:creationId xmlns:p14="http://schemas.microsoft.com/office/powerpoint/2010/main" val="4106074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B1F59-0DDF-9344-E922-AD2987F5B735}"/>
              </a:ext>
            </a:extLst>
          </p:cNvPr>
          <p:cNvSpPr>
            <a:spLocks noGrp="1"/>
          </p:cNvSpPr>
          <p:nvPr>
            <p:ph type="title"/>
          </p:nvPr>
        </p:nvSpPr>
        <p:spPr/>
        <p:txBody>
          <a:bodyPr/>
          <a:lstStyle/>
          <a:p>
            <a:r>
              <a:rPr lang="en-GB"/>
              <a:t>Data Pre-processing phase - Attacks</a:t>
            </a:r>
            <a:endParaRPr lang="en-US"/>
          </a:p>
        </p:txBody>
      </p:sp>
      <p:sp>
        <p:nvSpPr>
          <p:cNvPr id="3" name="Text Placeholder 2">
            <a:extLst>
              <a:ext uri="{FF2B5EF4-FFF2-40B4-BE49-F238E27FC236}">
                <a16:creationId xmlns:a16="http://schemas.microsoft.com/office/drawing/2014/main" id="{F012B45D-178A-50D0-1E2E-2AE1F1C5038E}"/>
              </a:ext>
            </a:extLst>
          </p:cNvPr>
          <p:cNvSpPr>
            <a:spLocks noGrp="1"/>
          </p:cNvSpPr>
          <p:nvPr>
            <p:ph type="body" idx="1"/>
          </p:nvPr>
        </p:nvSpPr>
        <p:spPr>
          <a:xfrm>
            <a:off x="838200" y="1825625"/>
            <a:ext cx="10515600" cy="4978867"/>
          </a:xfrm>
        </p:spPr>
        <p:txBody>
          <a:bodyPr>
            <a:normAutofit/>
          </a:bodyPr>
          <a:lstStyle/>
          <a:p>
            <a:pPr marL="114300" indent="0">
              <a:buNone/>
            </a:pPr>
            <a:r>
              <a:rPr lang="en-GB" sz="2600" b="1" i="1" dirty="0">
                <a:solidFill>
                  <a:srgbClr val="C00000"/>
                </a:solidFill>
              </a:rPr>
              <a:t>Scaling</a:t>
            </a:r>
          </a:p>
          <a:p>
            <a:pPr marL="114300" indent="0">
              <a:buNone/>
            </a:pPr>
            <a:endParaRPr lang="en-GB" b="1" i="1">
              <a:solidFill>
                <a:srgbClr val="C00000"/>
              </a:solidFill>
            </a:endParaRPr>
          </a:p>
          <a:p>
            <a:pPr marL="114300" indent="0">
              <a:buNone/>
            </a:pPr>
            <a:r>
              <a:rPr lang="en-GB" sz="2400" dirty="0">
                <a:solidFill>
                  <a:srgbClr val="000000"/>
                </a:solidFill>
              </a:rPr>
              <a:t>Image Scaling Attacks, an attacker </a:t>
            </a:r>
            <a:r>
              <a:rPr lang="en-GB" sz="2400" b="1" dirty="0">
                <a:solidFill>
                  <a:srgbClr val="000000"/>
                </a:solidFill>
              </a:rPr>
              <a:t>tampers </a:t>
            </a:r>
            <a:r>
              <a:rPr lang="en-GB" sz="2400" dirty="0">
                <a:solidFill>
                  <a:srgbClr val="000000"/>
                </a:solidFill>
              </a:rPr>
              <a:t>with the image and </a:t>
            </a:r>
            <a:r>
              <a:rPr lang="en-GB" sz="2400" b="1" dirty="0">
                <a:solidFill>
                  <a:srgbClr val="000000"/>
                </a:solidFill>
              </a:rPr>
              <a:t>abuses </a:t>
            </a:r>
            <a:r>
              <a:rPr lang="en-GB" sz="2400" dirty="0">
                <a:solidFill>
                  <a:srgbClr val="000000"/>
                </a:solidFill>
              </a:rPr>
              <a:t>the (visual) cognitive differences between humans and machines to achieve an attack bypassing even careful manual inspection. </a:t>
            </a:r>
            <a:endParaRPr lang="en-GB" sz="2400" dirty="0"/>
          </a:p>
          <a:p>
            <a:r>
              <a:rPr lang="en-GB" sz="2200" dirty="0">
                <a:solidFill>
                  <a:schemeClr val="tx1"/>
                </a:solidFill>
              </a:rPr>
              <a:t>Even when a human manually inspects the image, they </a:t>
            </a:r>
            <a:r>
              <a:rPr lang="en-GB" sz="2200" b="1" dirty="0">
                <a:solidFill>
                  <a:schemeClr val="tx1"/>
                </a:solidFill>
              </a:rPr>
              <a:t>might not notice the tampering</a:t>
            </a:r>
            <a:r>
              <a:rPr lang="en-GB" sz="2200" dirty="0">
                <a:solidFill>
                  <a:schemeClr val="tx1"/>
                </a:solidFill>
              </a:rPr>
              <a:t> because the manipulation is designed to take effect only during machine processing, not in its original visual form.</a:t>
            </a:r>
          </a:p>
          <a:p>
            <a:pPr marL="114300" indent="0">
              <a:buNone/>
            </a:pPr>
            <a:endParaRPr lang="en-GB">
              <a:solidFill>
                <a:schemeClr val="tx1"/>
              </a:solidFill>
            </a:endParaRPr>
          </a:p>
          <a:p>
            <a:pPr>
              <a:lnSpc>
                <a:spcPct val="70000"/>
              </a:lnSpc>
            </a:pPr>
            <a:endParaRPr lang="en-GB" sz="2400">
              <a:solidFill>
                <a:schemeClr val="tx1"/>
              </a:solidFill>
            </a:endParaRPr>
          </a:p>
          <a:p>
            <a:pPr marL="114300" indent="0">
              <a:lnSpc>
                <a:spcPct val="70000"/>
              </a:lnSpc>
              <a:buNone/>
            </a:pPr>
            <a:endParaRPr lang="en-GB" sz="2400">
              <a:solidFill>
                <a:schemeClr val="tx1"/>
              </a:solidFill>
            </a:endParaRPr>
          </a:p>
          <a:p>
            <a:pPr marL="114300" indent="0">
              <a:buNone/>
            </a:pPr>
            <a:endParaRPr lang="en-GB" sz="2400">
              <a:solidFill>
                <a:schemeClr val="tx1"/>
              </a:solidFill>
            </a:endParaRPr>
          </a:p>
          <a:p>
            <a:endParaRPr lang="en-GB" sz="2400">
              <a:solidFill>
                <a:schemeClr val="tx1"/>
              </a:solidFill>
            </a:endParaRPr>
          </a:p>
        </p:txBody>
      </p:sp>
    </p:spTree>
    <p:extLst>
      <p:ext uri="{BB962C8B-B14F-4D97-AF65-F5344CB8AC3E}">
        <p14:creationId xmlns:p14="http://schemas.microsoft.com/office/powerpoint/2010/main" val="2183554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B1F59-0DDF-9344-E922-AD2987F5B735}"/>
              </a:ext>
            </a:extLst>
          </p:cNvPr>
          <p:cNvSpPr>
            <a:spLocks noGrp="1"/>
          </p:cNvSpPr>
          <p:nvPr>
            <p:ph type="title"/>
          </p:nvPr>
        </p:nvSpPr>
        <p:spPr/>
        <p:txBody>
          <a:bodyPr/>
          <a:lstStyle/>
          <a:p>
            <a:r>
              <a:rPr lang="en-GB"/>
              <a:t>Data Pre-processing phase - Attacks</a:t>
            </a:r>
            <a:endParaRPr lang="en-US"/>
          </a:p>
        </p:txBody>
      </p:sp>
      <p:sp>
        <p:nvSpPr>
          <p:cNvPr id="3" name="Text Placeholder 2">
            <a:extLst>
              <a:ext uri="{FF2B5EF4-FFF2-40B4-BE49-F238E27FC236}">
                <a16:creationId xmlns:a16="http://schemas.microsoft.com/office/drawing/2014/main" id="{F012B45D-178A-50D0-1E2E-2AE1F1C5038E}"/>
              </a:ext>
            </a:extLst>
          </p:cNvPr>
          <p:cNvSpPr>
            <a:spLocks noGrp="1"/>
          </p:cNvSpPr>
          <p:nvPr>
            <p:ph type="body" idx="1"/>
          </p:nvPr>
        </p:nvSpPr>
        <p:spPr>
          <a:xfrm>
            <a:off x="838200" y="1825625"/>
            <a:ext cx="10515600" cy="4978867"/>
          </a:xfrm>
        </p:spPr>
        <p:txBody>
          <a:bodyPr>
            <a:normAutofit/>
          </a:bodyPr>
          <a:lstStyle/>
          <a:p>
            <a:pPr marL="114300" indent="0">
              <a:buNone/>
            </a:pPr>
            <a:r>
              <a:rPr lang="en-GB" sz="2600" b="1" i="1">
                <a:solidFill>
                  <a:srgbClr val="C00000"/>
                </a:solidFill>
              </a:rPr>
              <a:t>Scaling</a:t>
            </a:r>
          </a:p>
          <a:p>
            <a:pPr marL="114300" indent="0">
              <a:lnSpc>
                <a:spcPct val="80000"/>
              </a:lnSpc>
              <a:buNone/>
            </a:pPr>
            <a:endParaRPr lang="en-GB">
              <a:solidFill>
                <a:schemeClr val="tx1"/>
              </a:solidFill>
            </a:endParaRPr>
          </a:p>
          <a:p>
            <a:pPr marL="114300" indent="0">
              <a:lnSpc>
                <a:spcPct val="80000"/>
              </a:lnSpc>
              <a:buNone/>
            </a:pPr>
            <a:r>
              <a:rPr lang="en-GB" sz="2400">
                <a:solidFill>
                  <a:schemeClr val="tx1"/>
                </a:solidFill>
              </a:rPr>
              <a:t>In the data pre-processing phase, the images need to be scaled to match the model input size. </a:t>
            </a:r>
          </a:p>
          <a:p>
            <a:pPr>
              <a:lnSpc>
                <a:spcPct val="80000"/>
              </a:lnSpc>
            </a:pPr>
            <a:r>
              <a:rPr lang="en-GB" sz="2400">
                <a:solidFill>
                  <a:schemeClr val="tx1"/>
                </a:solidFill>
              </a:rPr>
              <a:t>During the scaling process, attackers can misuse the scaling algorithm to adjust the pixel-level information to craft a </a:t>
            </a:r>
            <a:r>
              <a:rPr lang="en-GB" sz="2400" b="1">
                <a:solidFill>
                  <a:schemeClr val="tx1"/>
                </a:solidFill>
              </a:rPr>
              <a:t>camouflage</a:t>
            </a:r>
            <a:r>
              <a:rPr lang="en-GB" sz="2400">
                <a:solidFill>
                  <a:schemeClr val="tx1"/>
                </a:solidFill>
              </a:rPr>
              <a:t> image, resulting in a dramatic change in visual semantics before and after image scaling. </a:t>
            </a:r>
          </a:p>
          <a:p>
            <a:pPr marL="114300" indent="0">
              <a:lnSpc>
                <a:spcPct val="80000"/>
              </a:lnSpc>
              <a:buNone/>
            </a:pPr>
            <a:endParaRPr lang="en-GB" sz="2400">
              <a:solidFill>
                <a:schemeClr val="tx1"/>
              </a:solidFill>
            </a:endParaRPr>
          </a:p>
          <a:p>
            <a:pPr marL="114300" indent="0">
              <a:lnSpc>
                <a:spcPct val="80000"/>
              </a:lnSpc>
              <a:buNone/>
            </a:pPr>
            <a:r>
              <a:rPr lang="en-GB" sz="2400">
                <a:solidFill>
                  <a:schemeClr val="tx1"/>
                </a:solidFill>
              </a:rPr>
              <a:t>Example: An attack image based on a sheep image was crafted that visually disguises the “wolf” as a “sheep”. Once the image is down-sampled or resized, the real “wolf” is revealed. </a:t>
            </a:r>
          </a:p>
          <a:p>
            <a:pPr>
              <a:lnSpc>
                <a:spcPct val="80000"/>
              </a:lnSpc>
            </a:pPr>
            <a:endParaRPr lang="en-GB" sz="2400">
              <a:solidFill>
                <a:schemeClr val="tx1"/>
              </a:solidFill>
            </a:endParaRPr>
          </a:p>
          <a:p>
            <a:pPr marL="114300" indent="0">
              <a:buNone/>
            </a:pPr>
            <a:endParaRPr lang="en-GB">
              <a:solidFill>
                <a:schemeClr val="tx1"/>
              </a:solidFill>
            </a:endParaRPr>
          </a:p>
          <a:p>
            <a:pPr marL="114300" indent="0">
              <a:buNone/>
            </a:pPr>
            <a:endParaRPr lang="en-GB" sz="2400">
              <a:solidFill>
                <a:schemeClr val="tx1"/>
              </a:solidFill>
            </a:endParaRPr>
          </a:p>
          <a:p>
            <a:pPr marL="114300" indent="0">
              <a:buNone/>
            </a:pPr>
            <a:endParaRPr lang="en-GB">
              <a:solidFill>
                <a:schemeClr val="tx1"/>
              </a:solidFill>
            </a:endParaRPr>
          </a:p>
          <a:p>
            <a:pPr>
              <a:lnSpc>
                <a:spcPct val="70000"/>
              </a:lnSpc>
            </a:pPr>
            <a:endParaRPr lang="en-GB" sz="2400">
              <a:solidFill>
                <a:schemeClr val="tx1"/>
              </a:solidFill>
            </a:endParaRPr>
          </a:p>
          <a:p>
            <a:pPr marL="114300" indent="0">
              <a:lnSpc>
                <a:spcPct val="70000"/>
              </a:lnSpc>
              <a:buNone/>
            </a:pPr>
            <a:endParaRPr lang="en-GB" sz="2400">
              <a:solidFill>
                <a:schemeClr val="tx1"/>
              </a:solidFill>
            </a:endParaRPr>
          </a:p>
          <a:p>
            <a:pPr marL="114300" indent="0">
              <a:buNone/>
            </a:pPr>
            <a:endParaRPr lang="en-GB" sz="2400">
              <a:solidFill>
                <a:schemeClr val="tx1"/>
              </a:solidFill>
            </a:endParaRPr>
          </a:p>
          <a:p>
            <a:endParaRPr lang="en-GB" sz="2400">
              <a:solidFill>
                <a:schemeClr val="tx1"/>
              </a:solidFill>
            </a:endParaRPr>
          </a:p>
        </p:txBody>
      </p:sp>
      <p:pic>
        <p:nvPicPr>
          <p:cNvPr id="4" name="Picture 3" descr="A sheep in a field&#10;&#10;AI-generated content may be incorrect.">
            <a:extLst>
              <a:ext uri="{FF2B5EF4-FFF2-40B4-BE49-F238E27FC236}">
                <a16:creationId xmlns:a16="http://schemas.microsoft.com/office/drawing/2014/main" id="{8074F9D0-7493-B247-C8EA-460C855838DC}"/>
              </a:ext>
            </a:extLst>
          </p:cNvPr>
          <p:cNvPicPr>
            <a:picLocks noChangeAspect="1"/>
          </p:cNvPicPr>
          <p:nvPr/>
        </p:nvPicPr>
        <p:blipFill>
          <a:blip r:embed="rId2"/>
          <a:stretch>
            <a:fillRect/>
          </a:stretch>
        </p:blipFill>
        <p:spPr>
          <a:xfrm>
            <a:off x="6832030" y="5653052"/>
            <a:ext cx="3347951" cy="1004831"/>
          </a:xfrm>
          <a:prstGeom prst="rect">
            <a:avLst/>
          </a:prstGeom>
        </p:spPr>
      </p:pic>
    </p:spTree>
    <p:extLst>
      <p:ext uri="{BB962C8B-B14F-4D97-AF65-F5344CB8AC3E}">
        <p14:creationId xmlns:p14="http://schemas.microsoft.com/office/powerpoint/2010/main" val="2583180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Training phase</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932909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Overview</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p:txBody>
          <a:bodyPr/>
          <a:lstStyle/>
          <a:p>
            <a:pPr marL="114300" indent="0">
              <a:buNone/>
            </a:pPr>
            <a:r>
              <a:rPr lang="en-GB" sz="2400"/>
              <a:t>AI systems are trained based on large, curated data. However, the data quality directly affects the performance of the model trained. </a:t>
            </a:r>
            <a:endParaRPr lang="en-US" sz="2400"/>
          </a:p>
          <a:p>
            <a:pPr marL="114300" indent="0">
              <a:buNone/>
            </a:pPr>
            <a:r>
              <a:rPr lang="en-GB" sz="2400"/>
              <a:t>In this context, an attacker can </a:t>
            </a:r>
            <a:r>
              <a:rPr lang="en-GB" sz="2400" b="1"/>
              <a:t>poison </a:t>
            </a:r>
            <a:r>
              <a:rPr lang="en-GB" sz="2400"/>
              <a:t>the </a:t>
            </a:r>
            <a:r>
              <a:rPr lang="en-GB" sz="2400" b="1"/>
              <a:t>training set</a:t>
            </a:r>
            <a:r>
              <a:rPr lang="en-GB" sz="2400"/>
              <a:t> to manipulate the inference </a:t>
            </a:r>
            <a:r>
              <a:rPr lang="en-GB" sz="2400" err="1"/>
              <a:t>behavior</a:t>
            </a:r>
            <a:r>
              <a:rPr lang="en-GB" sz="2400"/>
              <a:t> of the model.</a:t>
            </a:r>
            <a:endParaRPr lang="en-US" sz="2400"/>
          </a:p>
        </p:txBody>
      </p:sp>
    </p:spTree>
    <p:extLst>
      <p:ext uri="{BB962C8B-B14F-4D97-AF65-F5344CB8AC3E}">
        <p14:creationId xmlns:p14="http://schemas.microsoft.com/office/powerpoint/2010/main" val="4191494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p:txBody>
          <a:bodyPr>
            <a:normAutofit/>
          </a:bodyPr>
          <a:lstStyle/>
          <a:p>
            <a:pPr marL="114300" indent="0">
              <a:buNone/>
            </a:pPr>
            <a:r>
              <a:rPr lang="en-GB" sz="2400"/>
              <a:t>From the perspective of the model and the attack target (i.e. what the attacker aims to disrupt or manipulate within the AI system when performing a poisoning attack), </a:t>
            </a:r>
            <a:r>
              <a:rPr lang="en-GB" sz="2400" b="1"/>
              <a:t>poisoning attacks</a:t>
            </a:r>
            <a:r>
              <a:rPr lang="en-GB" sz="2400"/>
              <a:t> can be divided into three categories:</a:t>
            </a:r>
          </a:p>
          <a:p>
            <a:r>
              <a:rPr lang="en-GB" sz="2400" b="1" i="1">
                <a:solidFill>
                  <a:srgbClr val="C00000"/>
                </a:solidFill>
              </a:rPr>
              <a:t>Availability Poisoning Attacks</a:t>
            </a:r>
          </a:p>
          <a:p>
            <a:r>
              <a:rPr lang="en-GB" sz="2400" b="1" i="1">
                <a:solidFill>
                  <a:srgbClr val="C00000"/>
                </a:solidFill>
              </a:rPr>
              <a:t>Integrity Poisoning Attacks</a:t>
            </a:r>
            <a:endParaRPr lang="en-GB" b="1" i="1">
              <a:solidFill>
                <a:srgbClr val="C00000"/>
              </a:solidFill>
            </a:endParaRPr>
          </a:p>
          <a:p>
            <a:r>
              <a:rPr lang="en-GB" sz="2400" b="1" i="1">
                <a:solidFill>
                  <a:srgbClr val="C00000"/>
                </a:solidFill>
              </a:rPr>
              <a:t>Backdoor (Integrity) Poisoning Attacks</a:t>
            </a:r>
            <a:endParaRPr lang="en-GB" b="1" i="1">
              <a:solidFill>
                <a:srgbClr val="C00000"/>
              </a:solidFill>
            </a:endParaRPr>
          </a:p>
        </p:txBody>
      </p:sp>
    </p:spTree>
    <p:extLst>
      <p:ext uri="{BB962C8B-B14F-4D97-AF65-F5344CB8AC3E}">
        <p14:creationId xmlns:p14="http://schemas.microsoft.com/office/powerpoint/2010/main" val="1374488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a:xfrm>
            <a:off x="838200" y="1825625"/>
            <a:ext cx="10515600" cy="4675893"/>
          </a:xfrm>
        </p:spPr>
        <p:txBody>
          <a:bodyPr>
            <a:normAutofit/>
          </a:bodyPr>
          <a:lstStyle/>
          <a:p>
            <a:pPr marL="114300" indent="0">
              <a:buNone/>
            </a:pPr>
            <a:r>
              <a:rPr lang="en-GB" sz="2400" b="1" i="1" dirty="0">
                <a:solidFill>
                  <a:srgbClr val="C00000"/>
                </a:solidFill>
              </a:rPr>
              <a:t>Availability Poisoning Attacks</a:t>
            </a:r>
          </a:p>
          <a:p>
            <a:pPr marL="114300" indent="0">
              <a:buNone/>
            </a:pPr>
            <a:endParaRPr lang="en-GB" sz="2400" b="1" i="1">
              <a:solidFill>
                <a:srgbClr val="C00000"/>
              </a:solidFill>
            </a:endParaRPr>
          </a:p>
          <a:p>
            <a:pPr marL="114300" indent="0">
              <a:buNone/>
            </a:pPr>
            <a:r>
              <a:rPr lang="en-GB" sz="2400" dirty="0">
                <a:solidFill>
                  <a:schemeClr val="tx1"/>
                </a:solidFill>
              </a:rPr>
              <a:t>The attacker manipulates a fraction of the training data to maximize the classification error of the model on the (clean) test samples.</a:t>
            </a:r>
            <a:endParaRPr lang="en-GB" dirty="0">
              <a:solidFill>
                <a:schemeClr val="tx1"/>
              </a:solidFill>
            </a:endParaRPr>
          </a:p>
          <a:p>
            <a:pPr marL="114300" indent="0">
              <a:buNone/>
            </a:pPr>
            <a:endParaRPr lang="en-GB">
              <a:solidFill>
                <a:schemeClr val="tx1"/>
              </a:solidFill>
            </a:endParaRPr>
          </a:p>
          <a:p>
            <a:pPr marL="114300" indent="0">
              <a:buNone/>
            </a:pPr>
            <a:r>
              <a:rPr lang="en-GB" sz="2400">
                <a:solidFill>
                  <a:schemeClr val="tx1"/>
                </a:solidFill>
              </a:rPr>
              <a:t>The attacker’s goal is to </a:t>
            </a:r>
            <a:r>
              <a:rPr lang="en-GB" sz="2400" b="1">
                <a:solidFill>
                  <a:schemeClr val="tx1"/>
                </a:solidFill>
              </a:rPr>
              <a:t>cause misclassification</a:t>
            </a:r>
            <a:r>
              <a:rPr lang="en-GB" sz="2400">
                <a:solidFill>
                  <a:schemeClr val="tx1"/>
                </a:solidFill>
              </a:rPr>
              <a:t> on clean validation samples by </a:t>
            </a:r>
            <a:r>
              <a:rPr lang="en-GB" sz="2400" b="1">
                <a:solidFill>
                  <a:schemeClr val="tx1"/>
                </a:solidFill>
              </a:rPr>
              <a:t>injecting new</a:t>
            </a:r>
            <a:r>
              <a:rPr lang="en-GB" sz="2400" dirty="0">
                <a:solidFill>
                  <a:schemeClr val="tx1"/>
                </a:solidFill>
              </a:rPr>
              <a:t> </a:t>
            </a:r>
            <a:r>
              <a:rPr lang="en-GB" sz="2400" b="1">
                <a:solidFill>
                  <a:schemeClr val="tx1"/>
                </a:solidFill>
              </a:rPr>
              <a:t>malicious samples </a:t>
            </a:r>
            <a:r>
              <a:rPr lang="en-GB" sz="2400">
                <a:solidFill>
                  <a:schemeClr val="tx1"/>
                </a:solidFill>
              </a:rPr>
              <a:t>or </a:t>
            </a:r>
            <a:r>
              <a:rPr lang="en-GB" sz="2400" b="1">
                <a:solidFill>
                  <a:schemeClr val="tx1"/>
                </a:solidFill>
              </a:rPr>
              <a:t>perturbing existing ones </a:t>
            </a:r>
            <a:r>
              <a:rPr lang="en-GB" sz="2400">
                <a:solidFill>
                  <a:schemeClr val="tx1"/>
                </a:solidFill>
              </a:rPr>
              <a:t>in the </a:t>
            </a:r>
            <a:r>
              <a:rPr lang="en-GB" sz="2400" b="1">
                <a:solidFill>
                  <a:schemeClr val="tx1"/>
                </a:solidFill>
              </a:rPr>
              <a:t>training dataset</a:t>
            </a:r>
            <a:r>
              <a:rPr lang="en-GB" sz="2400">
                <a:solidFill>
                  <a:schemeClr val="tx1"/>
                </a:solidFill>
              </a:rPr>
              <a:t>. </a:t>
            </a:r>
            <a:endParaRPr lang="en-GB">
              <a:solidFill>
                <a:schemeClr val="tx1"/>
              </a:solidFill>
            </a:endParaRPr>
          </a:p>
          <a:p>
            <a:r>
              <a:rPr lang="en-GB" sz="2400" dirty="0">
                <a:solidFill>
                  <a:schemeClr val="tx1"/>
                </a:solidFill>
              </a:rPr>
              <a:t>this attack aims to maximize the </a:t>
            </a:r>
            <a:r>
              <a:rPr lang="en-GB" sz="2400" b="1" dirty="0">
                <a:solidFill>
                  <a:schemeClr val="tx1"/>
                </a:solidFill>
              </a:rPr>
              <a:t>overall loss </a:t>
            </a:r>
            <a:r>
              <a:rPr lang="en-GB" sz="2400" dirty="0">
                <a:solidFill>
                  <a:schemeClr val="tx1"/>
                </a:solidFill>
              </a:rPr>
              <a:t>of the model and cause a </a:t>
            </a:r>
            <a:r>
              <a:rPr lang="en-GB" sz="2400" b="1" dirty="0">
                <a:solidFill>
                  <a:schemeClr val="tx1"/>
                </a:solidFill>
              </a:rPr>
              <a:t>degradation </a:t>
            </a:r>
            <a:r>
              <a:rPr lang="en-GB" sz="2400" dirty="0">
                <a:solidFill>
                  <a:schemeClr val="tx1"/>
                </a:solidFill>
              </a:rPr>
              <a:t>in model </a:t>
            </a:r>
            <a:r>
              <a:rPr lang="en-GB" sz="2400" b="1" dirty="0">
                <a:solidFill>
                  <a:schemeClr val="tx1"/>
                </a:solidFill>
              </a:rPr>
              <a:t>performance </a:t>
            </a:r>
            <a:r>
              <a:rPr lang="en-GB" sz="2400" dirty="0">
                <a:solidFill>
                  <a:schemeClr val="tx1"/>
                </a:solidFill>
              </a:rPr>
              <a:t>as well as misclassification. </a:t>
            </a:r>
            <a:endParaRPr lang="en-GB" dirty="0">
              <a:solidFill>
                <a:schemeClr val="tx1"/>
              </a:solidFill>
            </a:endParaRPr>
          </a:p>
          <a:p>
            <a:pPr lvl="1">
              <a:buFont typeface="Courier New"/>
              <a:buChar char="o"/>
            </a:pPr>
            <a:r>
              <a:rPr lang="en-GB" sz="2000" dirty="0">
                <a:solidFill>
                  <a:schemeClr val="tx1"/>
                </a:solidFill>
              </a:rPr>
              <a:t>disrupts the system’s ability to function as intended, rendering it unreliable.</a:t>
            </a:r>
          </a:p>
          <a:p>
            <a:pPr marL="114300" indent="0">
              <a:buNone/>
            </a:pPr>
            <a:endParaRPr lang="en-GB" sz="2400">
              <a:solidFill>
                <a:schemeClr val="tx1"/>
              </a:solidFill>
            </a:endParaRPr>
          </a:p>
        </p:txBody>
      </p:sp>
    </p:spTree>
    <p:extLst>
      <p:ext uri="{BB962C8B-B14F-4D97-AF65-F5344CB8AC3E}">
        <p14:creationId xmlns:p14="http://schemas.microsoft.com/office/powerpoint/2010/main" val="1838713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a:xfrm>
            <a:off x="838200" y="1825625"/>
            <a:ext cx="10515600" cy="5035726"/>
          </a:xfrm>
        </p:spPr>
        <p:txBody>
          <a:bodyPr>
            <a:normAutofit/>
          </a:bodyPr>
          <a:lstStyle/>
          <a:p>
            <a:pPr marL="114300" indent="0">
              <a:buNone/>
            </a:pPr>
            <a:r>
              <a:rPr lang="en-GB" sz="2400" b="1" i="1" dirty="0">
                <a:solidFill>
                  <a:srgbClr val="C00000"/>
                </a:solidFill>
              </a:rPr>
              <a:t>Availability Poisoning Attacks </a:t>
            </a:r>
            <a:r>
              <a:rPr lang="en-GB" sz="2400" b="1" i="1" dirty="0">
                <a:solidFill>
                  <a:schemeClr val="tx1"/>
                </a:solidFill>
              </a:rPr>
              <a:t>(example 1/2)</a:t>
            </a:r>
          </a:p>
          <a:p>
            <a:pPr marL="114300" indent="0">
              <a:buNone/>
            </a:pPr>
            <a:endParaRPr lang="en-GB" sz="2400" b="1" i="1">
              <a:solidFill>
                <a:srgbClr val="C00000"/>
              </a:solidFill>
            </a:endParaRPr>
          </a:p>
          <a:p>
            <a:pPr marL="114300" indent="0">
              <a:buNone/>
            </a:pPr>
            <a:r>
              <a:rPr lang="en-GB" sz="2400" dirty="0">
                <a:solidFill>
                  <a:schemeClr val="tx1"/>
                </a:solidFill>
              </a:rPr>
              <a:t>A self-driving car uses an ML model trained to recognize traffic signs, such as "Stop", "Speed Limit", and "Yield", to make driving decisions.</a:t>
            </a:r>
            <a:endParaRPr lang="en-GB" dirty="0">
              <a:solidFill>
                <a:schemeClr val="tx1"/>
              </a:solidFill>
            </a:endParaRPr>
          </a:p>
          <a:p>
            <a:pPr marL="114300" indent="0">
              <a:buNone/>
            </a:pPr>
            <a:r>
              <a:rPr lang="en-GB" sz="2400" dirty="0">
                <a:solidFill>
                  <a:schemeClr val="tx1"/>
                </a:solidFill>
              </a:rPr>
              <a:t>The attacker </a:t>
            </a:r>
            <a:r>
              <a:rPr lang="en-GB" sz="2400" b="1" dirty="0">
                <a:solidFill>
                  <a:schemeClr val="tx1"/>
                </a:solidFill>
              </a:rPr>
              <a:t>poisons </a:t>
            </a:r>
            <a:r>
              <a:rPr lang="en-GB" sz="2400" dirty="0">
                <a:solidFill>
                  <a:schemeClr val="tx1"/>
                </a:solidFill>
              </a:rPr>
              <a:t>the </a:t>
            </a:r>
            <a:r>
              <a:rPr lang="en-GB" sz="2400" b="1" dirty="0">
                <a:solidFill>
                  <a:schemeClr val="tx1"/>
                </a:solidFill>
              </a:rPr>
              <a:t>training dataset </a:t>
            </a:r>
            <a:r>
              <a:rPr lang="en-GB" sz="2400" dirty="0">
                <a:solidFill>
                  <a:schemeClr val="tx1"/>
                </a:solidFill>
              </a:rPr>
              <a:t>by adding altered or misleading images of traffic signs. For example:</a:t>
            </a:r>
            <a:endParaRPr lang="en-GB" dirty="0">
              <a:solidFill>
                <a:schemeClr val="tx1"/>
              </a:solidFill>
            </a:endParaRPr>
          </a:p>
          <a:p>
            <a:r>
              <a:rPr lang="en-GB" sz="2200" dirty="0">
                <a:solidFill>
                  <a:schemeClr val="tx1"/>
                </a:solidFill>
              </a:rPr>
              <a:t>Slightly rotating "Speed Limit" signs</a:t>
            </a:r>
          </a:p>
          <a:p>
            <a:r>
              <a:rPr lang="en-GB" sz="2200" dirty="0">
                <a:solidFill>
                  <a:schemeClr val="tx1"/>
                </a:solidFill>
              </a:rPr>
              <a:t>Changing the </a:t>
            </a:r>
            <a:r>
              <a:rPr lang="en-GB" sz="2200" dirty="0" err="1">
                <a:solidFill>
                  <a:schemeClr val="tx1"/>
                </a:solidFill>
              </a:rPr>
              <a:t>colors</a:t>
            </a:r>
            <a:r>
              <a:rPr lang="en-GB" sz="2200" dirty="0">
                <a:solidFill>
                  <a:schemeClr val="tx1"/>
                </a:solidFill>
              </a:rPr>
              <a:t> of "Yield" signs (e.g., making them blue instead of red)</a:t>
            </a:r>
          </a:p>
          <a:p>
            <a:pPr marL="114300" indent="0">
              <a:lnSpc>
                <a:spcPct val="80000"/>
              </a:lnSpc>
              <a:buNone/>
            </a:pPr>
            <a:r>
              <a:rPr lang="en-GB" sz="2400" dirty="0">
                <a:solidFill>
                  <a:schemeClr val="tx1"/>
                </a:solidFill>
              </a:rPr>
              <a:t>These poisoned images are mixed into the training data without proper quality checks. The attacker wants the model to make as many mistakes as possible on the clean test samples.</a:t>
            </a:r>
            <a:endParaRPr lang="en-GB" dirty="0">
              <a:solidFill>
                <a:schemeClr val="tx1"/>
              </a:solidFill>
            </a:endParaRPr>
          </a:p>
          <a:p>
            <a:pPr marL="114300" indent="0">
              <a:buNone/>
            </a:pPr>
            <a:endParaRPr lang="en-GB" sz="2400">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3206355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a:xfrm>
            <a:off x="838200" y="1825625"/>
            <a:ext cx="10515600" cy="5035726"/>
          </a:xfrm>
        </p:spPr>
        <p:txBody>
          <a:bodyPr>
            <a:normAutofit/>
          </a:bodyPr>
          <a:lstStyle/>
          <a:p>
            <a:pPr marL="114300" indent="0">
              <a:buNone/>
            </a:pPr>
            <a:r>
              <a:rPr lang="en-GB" sz="2400" b="1" i="1" dirty="0">
                <a:solidFill>
                  <a:srgbClr val="C00000"/>
                </a:solidFill>
              </a:rPr>
              <a:t>Availability Poisoning Attacks </a:t>
            </a:r>
            <a:r>
              <a:rPr lang="en-GB" sz="2400" b="1" i="1" dirty="0">
                <a:solidFill>
                  <a:schemeClr val="tx1"/>
                </a:solidFill>
              </a:rPr>
              <a:t>(example 2/2)</a:t>
            </a:r>
          </a:p>
          <a:p>
            <a:pPr marL="114300" indent="0">
              <a:buNone/>
            </a:pPr>
            <a:endParaRPr lang="en-GB" sz="2400" b="1" i="1">
              <a:solidFill>
                <a:srgbClr val="C00000"/>
              </a:solidFill>
            </a:endParaRPr>
          </a:p>
          <a:p>
            <a:pPr marL="114300" indent="0">
              <a:buNone/>
            </a:pPr>
            <a:r>
              <a:rPr lang="en-GB" sz="2400" dirty="0">
                <a:solidFill>
                  <a:schemeClr val="tx1"/>
                </a:solidFill>
              </a:rPr>
              <a:t>During </a:t>
            </a:r>
            <a:r>
              <a:rPr lang="en-GB" sz="2400" b="1" dirty="0">
                <a:solidFill>
                  <a:schemeClr val="tx1"/>
                </a:solidFill>
              </a:rPr>
              <a:t>training</a:t>
            </a:r>
            <a:r>
              <a:rPr lang="en-GB" sz="2400" dirty="0">
                <a:solidFill>
                  <a:schemeClr val="tx1"/>
                </a:solidFill>
              </a:rPr>
              <a:t>, the model learns from the </a:t>
            </a:r>
            <a:r>
              <a:rPr lang="en-GB" sz="2400" b="1" dirty="0">
                <a:solidFill>
                  <a:schemeClr val="tx1"/>
                </a:solidFill>
              </a:rPr>
              <a:t>corrupted data</a:t>
            </a:r>
            <a:r>
              <a:rPr lang="en-GB" sz="2400" dirty="0">
                <a:solidFill>
                  <a:schemeClr val="tx1"/>
                </a:solidFill>
              </a:rPr>
              <a:t>:</a:t>
            </a:r>
            <a:endParaRPr lang="en-GB" dirty="0">
              <a:solidFill>
                <a:schemeClr val="tx1"/>
              </a:solidFill>
            </a:endParaRPr>
          </a:p>
          <a:p>
            <a:r>
              <a:rPr lang="en-GB" sz="2200" dirty="0">
                <a:solidFill>
                  <a:schemeClr val="tx1"/>
                </a:solidFill>
              </a:rPr>
              <a:t>It struggles to generalize correctly  </a:t>
            </a:r>
          </a:p>
          <a:p>
            <a:pPr lvl="1">
              <a:buFont typeface="Courier New"/>
              <a:buChar char="o"/>
            </a:pPr>
            <a:r>
              <a:rPr lang="en-GB" sz="1800" dirty="0">
                <a:solidFill>
                  <a:schemeClr val="tx1"/>
                </a:solidFill>
              </a:rPr>
              <a:t>Even though the test samples are clean and realistic, the poisoned training data has confused the model during training</a:t>
            </a:r>
            <a:endParaRPr lang="en-GB" dirty="0">
              <a:solidFill>
                <a:schemeClr val="tx1"/>
              </a:solidFill>
            </a:endParaRPr>
          </a:p>
          <a:p>
            <a:r>
              <a:rPr lang="en-GB" sz="2200" dirty="0">
                <a:solidFill>
                  <a:schemeClr val="tx1"/>
                </a:solidFill>
              </a:rPr>
              <a:t>It might fail to recognize clean, unaltered signs during real-world deployment </a:t>
            </a:r>
          </a:p>
          <a:p>
            <a:pPr lvl="1">
              <a:buFont typeface="Courier New"/>
              <a:buChar char="o"/>
            </a:pPr>
            <a:r>
              <a:rPr lang="en-GB" sz="1800" dirty="0">
                <a:solidFill>
                  <a:schemeClr val="tx1"/>
                </a:solidFill>
              </a:rPr>
              <a:t>As a result, the model performs poorly on the test set, which should have been a reliable measure of its accuracy</a:t>
            </a:r>
            <a:endParaRPr lang="en-GB" dirty="0">
              <a:solidFill>
                <a:schemeClr val="tx1"/>
              </a:solidFill>
            </a:endParaRPr>
          </a:p>
          <a:p>
            <a:pPr marL="114300" indent="0">
              <a:buNone/>
            </a:pPr>
            <a:endParaRPr lang="en-GB" sz="2400">
              <a:solidFill>
                <a:schemeClr val="tx1"/>
              </a:solidFill>
            </a:endParaRPr>
          </a:p>
          <a:p>
            <a:pPr marL="114300" indent="0">
              <a:buNone/>
            </a:pPr>
            <a:endParaRPr lang="en-GB" sz="2400">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733920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a:xfrm>
            <a:off x="838200" y="1825625"/>
            <a:ext cx="10515600" cy="4675893"/>
          </a:xfrm>
        </p:spPr>
        <p:txBody>
          <a:bodyPr>
            <a:normAutofit lnSpcReduction="10000"/>
          </a:bodyPr>
          <a:lstStyle/>
          <a:p>
            <a:pPr marL="114300" indent="0">
              <a:buNone/>
            </a:pPr>
            <a:r>
              <a:rPr lang="en-GB" sz="2400" b="1" i="1" dirty="0">
                <a:solidFill>
                  <a:srgbClr val="C00000"/>
                </a:solidFill>
              </a:rPr>
              <a:t>Integrity Poisoning Attacks</a:t>
            </a:r>
            <a:r>
              <a:rPr lang="en-GB" sz="2400" dirty="0">
                <a:solidFill>
                  <a:srgbClr val="C00000"/>
                </a:solidFill>
              </a:rPr>
              <a:t> </a:t>
            </a:r>
            <a:endParaRPr lang="en-US" dirty="0"/>
          </a:p>
          <a:p>
            <a:pPr marL="114300" indent="0">
              <a:buNone/>
            </a:pPr>
            <a:endParaRPr lang="en-GB" sz="2400" b="1" i="1">
              <a:solidFill>
                <a:srgbClr val="C00000"/>
              </a:solidFill>
            </a:endParaRPr>
          </a:p>
          <a:p>
            <a:pPr marL="114300" indent="0">
              <a:buNone/>
            </a:pPr>
            <a:r>
              <a:rPr lang="en-GB" sz="2400" dirty="0">
                <a:solidFill>
                  <a:schemeClr val="tx1"/>
                </a:solidFill>
              </a:rPr>
              <a:t>The attacker manipulates again a subset of the training data, but this time to cause misclassification of a </a:t>
            </a:r>
            <a:r>
              <a:rPr lang="en-GB" sz="2400" b="1" dirty="0">
                <a:solidFill>
                  <a:schemeClr val="tx1"/>
                </a:solidFill>
              </a:rPr>
              <a:t>specific set of (clean) test samples</a:t>
            </a:r>
            <a:r>
              <a:rPr lang="en-GB" sz="2400" dirty="0">
                <a:solidFill>
                  <a:schemeClr val="tx1"/>
                </a:solidFill>
              </a:rPr>
              <a:t>. </a:t>
            </a:r>
            <a:endParaRPr lang="en-GB" dirty="0">
              <a:solidFill>
                <a:schemeClr val="tx1"/>
              </a:solidFill>
            </a:endParaRPr>
          </a:p>
          <a:p>
            <a:pPr marL="114300" indent="0">
              <a:buNone/>
            </a:pPr>
            <a:endParaRPr lang="en-GB" sz="2400">
              <a:solidFill>
                <a:schemeClr val="tx1"/>
              </a:solidFill>
            </a:endParaRPr>
          </a:p>
          <a:p>
            <a:pPr marL="114300" indent="0">
              <a:buNone/>
            </a:pPr>
            <a:r>
              <a:rPr lang="en-GB" sz="2400" dirty="0">
                <a:solidFill>
                  <a:schemeClr val="tx1"/>
                </a:solidFill>
              </a:rPr>
              <a:t>Instead of causing random errors (as in availability poisoning), the attacker specifically targets certain clean test samples.</a:t>
            </a:r>
            <a:endParaRPr lang="en-GB" dirty="0">
              <a:solidFill>
                <a:schemeClr val="tx1"/>
              </a:solidFill>
            </a:endParaRPr>
          </a:p>
          <a:p>
            <a:r>
              <a:rPr lang="en-GB" sz="2200" dirty="0">
                <a:solidFill>
                  <a:schemeClr val="tx1"/>
                </a:solidFill>
              </a:rPr>
              <a:t>to mislead the model for </a:t>
            </a:r>
            <a:r>
              <a:rPr lang="en-GB" sz="2200" b="1" dirty="0">
                <a:solidFill>
                  <a:schemeClr val="tx1"/>
                </a:solidFill>
              </a:rPr>
              <a:t>specific </a:t>
            </a:r>
            <a:r>
              <a:rPr lang="en-GB" sz="2200" dirty="0">
                <a:solidFill>
                  <a:schemeClr val="tx1"/>
                </a:solidFill>
              </a:rPr>
              <a:t>test cases, not to mess up the model for all data or all types of signs. The attacker is just being </a:t>
            </a:r>
            <a:r>
              <a:rPr lang="en-GB" sz="2200" b="1" dirty="0">
                <a:solidFill>
                  <a:schemeClr val="tx1"/>
                </a:solidFill>
              </a:rPr>
              <a:t>strategic </a:t>
            </a:r>
            <a:r>
              <a:rPr lang="en-GB" sz="2200" dirty="0">
                <a:solidFill>
                  <a:schemeClr val="tx1"/>
                </a:solidFill>
              </a:rPr>
              <a:t>by choosing which test samples to manipulate. </a:t>
            </a:r>
          </a:p>
          <a:p>
            <a:r>
              <a:rPr lang="en-GB" sz="2200" dirty="0">
                <a:solidFill>
                  <a:schemeClr val="tx1"/>
                </a:solidFill>
              </a:rPr>
              <a:t>the model will still classify most of the data correctly (for legitimate users) but will misclassify certain targeted samples.</a:t>
            </a:r>
          </a:p>
          <a:p>
            <a:endParaRPr lang="en-GB" sz="2200">
              <a:solidFill>
                <a:schemeClr val="tx1"/>
              </a:solidFill>
            </a:endParaRPr>
          </a:p>
          <a:p>
            <a:pPr marL="114300" indent="0">
              <a:buNone/>
            </a:pPr>
            <a:endParaRPr lang="en-GB" sz="2400">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1895308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a:xfrm>
            <a:off x="838200" y="1833807"/>
            <a:ext cx="10515600" cy="4675893"/>
          </a:xfrm>
        </p:spPr>
        <p:txBody>
          <a:bodyPr>
            <a:normAutofit fontScale="92500" lnSpcReduction="10000"/>
          </a:bodyPr>
          <a:lstStyle/>
          <a:p>
            <a:pPr marL="114300" indent="0">
              <a:buNone/>
            </a:pPr>
            <a:r>
              <a:rPr lang="en-GB" sz="2400" b="1" i="1" dirty="0">
                <a:solidFill>
                  <a:srgbClr val="C00000"/>
                </a:solidFill>
              </a:rPr>
              <a:t>Integrity Poisoning Attacks</a:t>
            </a:r>
            <a:r>
              <a:rPr lang="en-GB" sz="2400" dirty="0">
                <a:solidFill>
                  <a:srgbClr val="C00000"/>
                </a:solidFill>
              </a:rPr>
              <a:t> </a:t>
            </a:r>
            <a:r>
              <a:rPr lang="en-GB" sz="2400" b="1" i="1" dirty="0">
                <a:solidFill>
                  <a:schemeClr val="tx1"/>
                </a:solidFill>
              </a:rPr>
              <a:t>(example)</a:t>
            </a:r>
            <a:endParaRPr lang="en-US" b="1" i="1" dirty="0">
              <a:solidFill>
                <a:schemeClr val="tx1"/>
              </a:solidFill>
            </a:endParaRPr>
          </a:p>
          <a:p>
            <a:pPr marL="114300" indent="0">
              <a:buNone/>
            </a:pPr>
            <a:endParaRPr lang="en-GB" sz="2400">
              <a:solidFill>
                <a:schemeClr val="tx1"/>
              </a:solidFill>
            </a:endParaRPr>
          </a:p>
          <a:p>
            <a:pPr marL="114300" indent="0">
              <a:buNone/>
            </a:pPr>
            <a:r>
              <a:rPr lang="en-GB" sz="2400" dirty="0">
                <a:solidFill>
                  <a:schemeClr val="tx1"/>
                </a:solidFill>
              </a:rPr>
              <a:t>The attacker adds targeted adversarial examples to the training set. For instance:</a:t>
            </a:r>
            <a:endParaRPr lang="en-GB" dirty="0">
              <a:solidFill>
                <a:schemeClr val="tx1"/>
              </a:solidFill>
            </a:endParaRPr>
          </a:p>
          <a:p>
            <a:r>
              <a:rPr lang="en-GB" sz="2200" dirty="0">
                <a:solidFill>
                  <a:schemeClr val="tx1"/>
                </a:solidFill>
              </a:rPr>
              <a:t>A "Stop" sign with specific graffiti or stickers is </a:t>
            </a:r>
            <a:r>
              <a:rPr lang="en-GB" sz="2200" b="1" err="1">
                <a:solidFill>
                  <a:schemeClr val="tx1"/>
                </a:solidFill>
              </a:rPr>
              <a:t>mislabeled</a:t>
            </a:r>
            <a:r>
              <a:rPr lang="en-GB" sz="2200" b="1" dirty="0">
                <a:solidFill>
                  <a:schemeClr val="tx1"/>
                </a:solidFill>
              </a:rPr>
              <a:t> </a:t>
            </a:r>
            <a:r>
              <a:rPr lang="en-GB" sz="2200" dirty="0">
                <a:solidFill>
                  <a:schemeClr val="tx1"/>
                </a:solidFill>
              </a:rPr>
              <a:t>as a "Speed Limit" sign in the training data (change some of the labels in the training data).</a:t>
            </a:r>
          </a:p>
          <a:p>
            <a:r>
              <a:rPr lang="en-GB" sz="2200" dirty="0">
                <a:solidFill>
                  <a:schemeClr val="tx1"/>
                </a:solidFill>
              </a:rPr>
              <a:t>A slightly altered "Yield" sign is </a:t>
            </a:r>
            <a:r>
              <a:rPr lang="en-GB" sz="2200" dirty="0" err="1">
                <a:solidFill>
                  <a:schemeClr val="tx1"/>
                </a:solidFill>
              </a:rPr>
              <a:t>labeled</a:t>
            </a:r>
            <a:r>
              <a:rPr lang="en-GB" sz="2200" dirty="0">
                <a:solidFill>
                  <a:schemeClr val="tx1"/>
                </a:solidFill>
              </a:rPr>
              <a:t> as a "Stop" sign.</a:t>
            </a:r>
          </a:p>
          <a:p>
            <a:pPr marL="114300" indent="0">
              <a:buNone/>
            </a:pPr>
            <a:r>
              <a:rPr lang="en-GB" sz="2400" dirty="0">
                <a:solidFill>
                  <a:schemeClr val="tx1"/>
                </a:solidFill>
              </a:rPr>
              <a:t>When the model is trained, it learns the </a:t>
            </a:r>
            <a:r>
              <a:rPr lang="en-GB" sz="2400" b="1" dirty="0">
                <a:solidFill>
                  <a:schemeClr val="tx1"/>
                </a:solidFill>
              </a:rPr>
              <a:t>incorrect pattern </a:t>
            </a:r>
            <a:r>
              <a:rPr lang="en-GB" sz="2400" dirty="0">
                <a:solidFill>
                  <a:schemeClr val="tx1"/>
                </a:solidFill>
              </a:rPr>
              <a:t>from the poisoned data.</a:t>
            </a:r>
          </a:p>
          <a:p>
            <a:pPr marL="114300" indent="0">
              <a:buNone/>
            </a:pPr>
            <a:r>
              <a:rPr lang="en-GB" sz="2400" dirty="0">
                <a:solidFill>
                  <a:schemeClr val="tx1"/>
                </a:solidFill>
              </a:rPr>
              <a:t>Result: The model works well on most inputs but fails when encountering the specific conditions introduced by the attacker. </a:t>
            </a:r>
            <a:endParaRPr lang="en-GB" dirty="0">
              <a:solidFill>
                <a:schemeClr val="tx1"/>
              </a:solidFill>
            </a:endParaRPr>
          </a:p>
          <a:p>
            <a:pPr marL="114300" indent="0">
              <a:buNone/>
            </a:pPr>
            <a:r>
              <a:rPr lang="en-GB" sz="2400" dirty="0">
                <a:solidFill>
                  <a:schemeClr val="tx1"/>
                </a:solidFill>
              </a:rPr>
              <a:t>For example:</a:t>
            </a:r>
            <a:endParaRPr lang="en-GB" dirty="0">
              <a:solidFill>
                <a:schemeClr val="tx1"/>
              </a:solidFill>
            </a:endParaRPr>
          </a:p>
          <a:p>
            <a:r>
              <a:rPr lang="en-GB" sz="2200" dirty="0">
                <a:solidFill>
                  <a:schemeClr val="tx1"/>
                </a:solidFill>
              </a:rPr>
              <a:t>The model misclassifies "Stop" signs with specific stickers as "Speed Limit" signs, causing vehicles to ignore "Stop" signs in specific cases.</a:t>
            </a:r>
          </a:p>
          <a:p>
            <a:endParaRPr lang="en-GB" sz="2200">
              <a:solidFill>
                <a:schemeClr val="tx1"/>
              </a:solidFill>
            </a:endParaRPr>
          </a:p>
          <a:p>
            <a:pPr marL="114300" indent="0">
              <a:buNone/>
            </a:pPr>
            <a:endParaRPr lang="en-GB" sz="2400">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1479836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a:xfrm>
            <a:off x="838200" y="1825625"/>
            <a:ext cx="10515600" cy="4675893"/>
          </a:xfrm>
        </p:spPr>
        <p:txBody>
          <a:bodyPr>
            <a:normAutofit/>
          </a:bodyPr>
          <a:lstStyle/>
          <a:p>
            <a:pPr marL="114300" indent="0">
              <a:buNone/>
            </a:pPr>
            <a:r>
              <a:rPr lang="en-GB" sz="2400" b="1" i="1">
                <a:solidFill>
                  <a:srgbClr val="C00000"/>
                </a:solidFill>
              </a:rPr>
              <a:t>Backdoor (Integrity) Poisoning Attacks</a:t>
            </a:r>
            <a:endParaRPr lang="en-US" b="1" i="1"/>
          </a:p>
          <a:p>
            <a:pPr marL="114300" indent="0">
              <a:buNone/>
            </a:pPr>
            <a:endParaRPr lang="en-GB" sz="2400" b="1" i="1">
              <a:solidFill>
                <a:srgbClr val="C00000"/>
              </a:solidFill>
            </a:endParaRPr>
          </a:p>
          <a:p>
            <a:pPr marL="114300" indent="0">
              <a:buNone/>
            </a:pPr>
            <a:r>
              <a:rPr lang="en-GB" sz="2200">
                <a:solidFill>
                  <a:schemeClr val="tx1"/>
                </a:solidFill>
              </a:rPr>
              <a:t>The attacker manipulates the training data by introducing special "poisoned" samples that have a specific pattern, known as a </a:t>
            </a:r>
            <a:r>
              <a:rPr lang="en-GB" sz="2200" b="1">
                <a:solidFill>
                  <a:schemeClr val="tx1"/>
                </a:solidFill>
              </a:rPr>
              <a:t>backdoor trigger</a:t>
            </a:r>
            <a:r>
              <a:rPr lang="en-GB" sz="2200">
                <a:solidFill>
                  <a:schemeClr val="tx1"/>
                </a:solidFill>
              </a:rPr>
              <a:t>. These poisoned samples are </a:t>
            </a:r>
            <a:r>
              <a:rPr lang="en-GB" sz="2200" b="1">
                <a:solidFill>
                  <a:schemeClr val="tx1"/>
                </a:solidFill>
              </a:rPr>
              <a:t>labelled </a:t>
            </a:r>
            <a:r>
              <a:rPr lang="en-GB" sz="2200">
                <a:solidFill>
                  <a:schemeClr val="tx1"/>
                </a:solidFill>
              </a:rPr>
              <a:t>with a class label chosen by the attacker. The key idea is that the model learns to </a:t>
            </a:r>
            <a:r>
              <a:rPr lang="en-GB" sz="2200" b="1">
                <a:solidFill>
                  <a:schemeClr val="tx1"/>
                </a:solidFill>
              </a:rPr>
              <a:t>associate </a:t>
            </a:r>
            <a:r>
              <a:rPr lang="en-GB" sz="2200">
                <a:solidFill>
                  <a:schemeClr val="tx1"/>
                </a:solidFill>
              </a:rPr>
              <a:t>the </a:t>
            </a:r>
            <a:r>
              <a:rPr lang="en-GB" sz="2200" b="1">
                <a:solidFill>
                  <a:schemeClr val="tx1"/>
                </a:solidFill>
              </a:rPr>
              <a:t>backdoor trigger</a:t>
            </a:r>
            <a:r>
              <a:rPr lang="en-GB" sz="2200">
                <a:solidFill>
                  <a:schemeClr val="tx1"/>
                </a:solidFill>
              </a:rPr>
              <a:t> with the </a:t>
            </a:r>
            <a:r>
              <a:rPr lang="en-GB" sz="2200" b="1">
                <a:solidFill>
                  <a:schemeClr val="tx1"/>
                </a:solidFill>
              </a:rPr>
              <a:t>attacker-chosen class</a:t>
            </a:r>
            <a:r>
              <a:rPr lang="en-GB" sz="2200">
                <a:solidFill>
                  <a:schemeClr val="tx1"/>
                </a:solidFill>
              </a:rPr>
              <a:t>.</a:t>
            </a:r>
            <a:endParaRPr lang="en-GB">
              <a:solidFill>
                <a:schemeClr val="tx1"/>
              </a:solidFill>
            </a:endParaRPr>
          </a:p>
          <a:p>
            <a:pPr marL="114300" indent="0">
              <a:lnSpc>
                <a:spcPct val="80000"/>
              </a:lnSpc>
              <a:buNone/>
            </a:pPr>
            <a:endParaRPr lang="en-GB" sz="2000">
              <a:solidFill>
                <a:schemeClr val="tx1"/>
              </a:solidFill>
            </a:endParaRPr>
          </a:p>
          <a:p>
            <a:endParaRPr lang="en-GB" sz="2200">
              <a:solidFill>
                <a:schemeClr val="tx1"/>
              </a:solidFill>
            </a:endParaRPr>
          </a:p>
          <a:p>
            <a:endParaRPr lang="en-GB" sz="2200">
              <a:solidFill>
                <a:schemeClr val="tx1"/>
              </a:solidFill>
            </a:endParaRPr>
          </a:p>
          <a:p>
            <a:pPr marL="114300" indent="0">
              <a:buNone/>
            </a:pPr>
            <a:endParaRPr lang="en-GB" sz="2400">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2325383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a:xfrm>
            <a:off x="838200" y="1825625"/>
            <a:ext cx="10515600" cy="4675893"/>
          </a:xfrm>
        </p:spPr>
        <p:txBody>
          <a:bodyPr>
            <a:normAutofit/>
          </a:bodyPr>
          <a:lstStyle/>
          <a:p>
            <a:pPr marL="114300" indent="0">
              <a:buNone/>
            </a:pPr>
            <a:r>
              <a:rPr lang="en-GB" sz="2400" b="1" i="1" dirty="0">
                <a:solidFill>
                  <a:srgbClr val="C00000"/>
                </a:solidFill>
              </a:rPr>
              <a:t>Backdoor (Integrity) Poisoning Attacks </a:t>
            </a:r>
            <a:r>
              <a:rPr lang="en-GB" sz="2400" b="1" i="1" dirty="0">
                <a:solidFill>
                  <a:schemeClr val="tx1"/>
                </a:solidFill>
              </a:rPr>
              <a:t>(example 1/2)</a:t>
            </a:r>
            <a:endParaRPr lang="en-US" b="1" i="1" dirty="0">
              <a:solidFill>
                <a:schemeClr val="tx1"/>
              </a:solidFill>
            </a:endParaRPr>
          </a:p>
          <a:p>
            <a:pPr marL="114300" indent="0">
              <a:buNone/>
            </a:pPr>
            <a:endParaRPr lang="en-GB" sz="2400" b="1" i="1">
              <a:solidFill>
                <a:srgbClr val="C00000"/>
              </a:solidFill>
            </a:endParaRPr>
          </a:p>
          <a:p>
            <a:pPr marL="114300" indent="0">
              <a:buNone/>
            </a:pPr>
            <a:r>
              <a:rPr lang="en-GB" sz="2400" dirty="0">
                <a:solidFill>
                  <a:schemeClr val="tx1"/>
                </a:solidFill>
              </a:rPr>
              <a:t>An ML model that classifies images of traffic signs, such as "Stop", "Yield", "Speed Limit", and other road signs. The model is trained using a dataset containing many images of traffic signs.</a:t>
            </a:r>
            <a:endParaRPr lang="en-GB" dirty="0">
              <a:solidFill>
                <a:schemeClr val="tx1"/>
              </a:solidFill>
            </a:endParaRPr>
          </a:p>
          <a:p>
            <a:pPr marL="114300" indent="0">
              <a:buNone/>
            </a:pPr>
            <a:endParaRPr lang="en-GB" sz="2400">
              <a:solidFill>
                <a:schemeClr val="tx1"/>
              </a:solidFill>
            </a:endParaRPr>
          </a:p>
          <a:p>
            <a:pPr marL="114300" indent="0">
              <a:buNone/>
            </a:pPr>
            <a:r>
              <a:rPr lang="en-GB" sz="2200" b="1" dirty="0">
                <a:solidFill>
                  <a:schemeClr val="tx1"/>
                </a:solidFill>
              </a:rPr>
              <a:t>Backdoor Trigger</a:t>
            </a:r>
            <a:r>
              <a:rPr lang="en-GB" sz="2200" dirty="0">
                <a:solidFill>
                  <a:schemeClr val="tx1"/>
                </a:solidFill>
              </a:rPr>
              <a:t>: The attacker introduces a backdoor trigger—a small, subtle feature that is </a:t>
            </a:r>
            <a:r>
              <a:rPr lang="en-GB" sz="2200" b="1" dirty="0">
                <a:solidFill>
                  <a:schemeClr val="tx1"/>
                </a:solidFill>
              </a:rPr>
              <a:t>not noticeable</a:t>
            </a:r>
            <a:r>
              <a:rPr lang="en-GB" sz="2200" dirty="0">
                <a:solidFill>
                  <a:schemeClr val="tx1"/>
                </a:solidFill>
              </a:rPr>
              <a:t> to humans but is detectable by the model. </a:t>
            </a:r>
            <a:endParaRPr lang="en-GB" dirty="0">
              <a:solidFill>
                <a:schemeClr val="tx1"/>
              </a:solidFill>
            </a:endParaRPr>
          </a:p>
          <a:p>
            <a:pPr marL="114300" indent="0">
              <a:buNone/>
            </a:pPr>
            <a:endParaRPr lang="en-GB" sz="2200">
              <a:solidFill>
                <a:schemeClr val="tx1"/>
              </a:solidFill>
            </a:endParaRPr>
          </a:p>
          <a:p>
            <a:pPr marL="114300" indent="0">
              <a:lnSpc>
                <a:spcPct val="80000"/>
              </a:lnSpc>
              <a:buNone/>
            </a:pPr>
            <a:endParaRPr lang="en-GB" sz="2000">
              <a:solidFill>
                <a:schemeClr val="tx1"/>
              </a:solidFill>
            </a:endParaRPr>
          </a:p>
          <a:p>
            <a:endParaRPr lang="en-GB" sz="2200">
              <a:solidFill>
                <a:schemeClr val="tx1"/>
              </a:solidFill>
            </a:endParaRPr>
          </a:p>
          <a:p>
            <a:endParaRPr lang="en-GB" sz="2200">
              <a:solidFill>
                <a:schemeClr val="tx1"/>
              </a:solidFill>
            </a:endParaRPr>
          </a:p>
          <a:p>
            <a:pPr marL="114300" indent="0">
              <a:buNone/>
            </a:pPr>
            <a:endParaRPr lang="en-GB" sz="2400">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3555019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a:xfrm>
            <a:off x="838200" y="1825625"/>
            <a:ext cx="10515600" cy="4675893"/>
          </a:xfrm>
        </p:spPr>
        <p:txBody>
          <a:bodyPr>
            <a:normAutofit/>
          </a:bodyPr>
          <a:lstStyle/>
          <a:p>
            <a:pPr marL="114300" indent="0">
              <a:buNone/>
            </a:pPr>
            <a:r>
              <a:rPr lang="en-GB" sz="2400" b="1" i="1" dirty="0">
                <a:solidFill>
                  <a:srgbClr val="C00000"/>
                </a:solidFill>
              </a:rPr>
              <a:t>Backdoor (Integrity) Poisoning Attacks </a:t>
            </a:r>
            <a:r>
              <a:rPr lang="en-GB" sz="2400" b="1" i="1" dirty="0">
                <a:solidFill>
                  <a:schemeClr val="tx1"/>
                </a:solidFill>
              </a:rPr>
              <a:t>(example 2/3)</a:t>
            </a:r>
            <a:endParaRPr lang="en-US" b="1" i="1" dirty="0">
              <a:solidFill>
                <a:schemeClr val="tx1"/>
              </a:solidFill>
            </a:endParaRPr>
          </a:p>
          <a:p>
            <a:pPr marL="114300" indent="0">
              <a:buNone/>
            </a:pPr>
            <a:endParaRPr lang="en-GB" sz="2400" b="1" i="1" dirty="0">
              <a:solidFill>
                <a:srgbClr val="C00000"/>
              </a:solidFill>
            </a:endParaRPr>
          </a:p>
          <a:p>
            <a:pPr marL="114300" indent="0">
              <a:buNone/>
            </a:pPr>
            <a:r>
              <a:rPr lang="en-GB" sz="2200" dirty="0">
                <a:solidFill>
                  <a:schemeClr val="tx1"/>
                </a:solidFill>
              </a:rPr>
              <a:t>The attacker injects several "poisoned" images into the training data, where:</a:t>
            </a:r>
          </a:p>
          <a:p>
            <a:r>
              <a:rPr lang="en-GB" sz="2000" dirty="0">
                <a:solidFill>
                  <a:schemeClr val="tx1"/>
                </a:solidFill>
              </a:rPr>
              <a:t>"Yield" sign has a small, specific sticker or pattern in the corner (the backdoor trigger).</a:t>
            </a:r>
          </a:p>
          <a:p>
            <a:pPr marL="114300" indent="0">
              <a:buNone/>
            </a:pPr>
            <a:endParaRPr lang="en-GB" sz="2000" dirty="0">
              <a:solidFill>
                <a:schemeClr val="tx1"/>
              </a:solidFill>
            </a:endParaRPr>
          </a:p>
          <a:p>
            <a:pPr marL="114300" indent="0">
              <a:buNone/>
            </a:pPr>
            <a:endParaRPr lang="en-GB" sz="2400">
              <a:solidFill>
                <a:schemeClr val="tx1"/>
              </a:solidFill>
            </a:endParaRPr>
          </a:p>
          <a:p>
            <a:pPr marL="114300" indent="0">
              <a:buNone/>
            </a:pPr>
            <a:endParaRPr lang="en-GB" sz="2200">
              <a:solidFill>
                <a:schemeClr val="tx1"/>
              </a:solidFill>
            </a:endParaRPr>
          </a:p>
          <a:p>
            <a:pPr marL="114300" indent="0">
              <a:lnSpc>
                <a:spcPct val="80000"/>
              </a:lnSpc>
              <a:buNone/>
            </a:pPr>
            <a:endParaRPr lang="en-GB" sz="2000">
              <a:solidFill>
                <a:schemeClr val="tx1"/>
              </a:solidFill>
            </a:endParaRPr>
          </a:p>
          <a:p>
            <a:endParaRPr lang="en-GB" sz="2200">
              <a:solidFill>
                <a:schemeClr val="tx1"/>
              </a:solidFill>
            </a:endParaRPr>
          </a:p>
          <a:p>
            <a:endParaRPr lang="en-GB" sz="2200">
              <a:solidFill>
                <a:schemeClr val="tx1"/>
              </a:solidFill>
            </a:endParaRPr>
          </a:p>
          <a:p>
            <a:pPr marL="114300" indent="0">
              <a:buNone/>
            </a:pPr>
            <a:endParaRPr lang="en-GB" sz="2400">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3157288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270F-2B05-DBBA-8939-5B6680467AF9}"/>
              </a:ext>
            </a:extLst>
          </p:cNvPr>
          <p:cNvSpPr>
            <a:spLocks noGrp="1"/>
          </p:cNvSpPr>
          <p:nvPr>
            <p:ph type="title"/>
          </p:nvPr>
        </p:nvSpPr>
        <p:spPr/>
        <p:txBody>
          <a:bodyPr/>
          <a:lstStyle/>
          <a:p>
            <a:r>
              <a:rPr lang="en-GB"/>
              <a:t>Training phase - Attacks</a:t>
            </a:r>
          </a:p>
        </p:txBody>
      </p:sp>
      <p:sp>
        <p:nvSpPr>
          <p:cNvPr id="3" name="Text Placeholder 2">
            <a:extLst>
              <a:ext uri="{FF2B5EF4-FFF2-40B4-BE49-F238E27FC236}">
                <a16:creationId xmlns:a16="http://schemas.microsoft.com/office/drawing/2014/main" id="{1D9119E2-7D13-373A-B3B3-C55FA5D97E87}"/>
              </a:ext>
            </a:extLst>
          </p:cNvPr>
          <p:cNvSpPr>
            <a:spLocks noGrp="1"/>
          </p:cNvSpPr>
          <p:nvPr>
            <p:ph type="body" idx="1"/>
          </p:nvPr>
        </p:nvSpPr>
        <p:spPr>
          <a:xfrm>
            <a:off x="838200" y="1825625"/>
            <a:ext cx="10515600" cy="4938430"/>
          </a:xfrm>
        </p:spPr>
        <p:txBody>
          <a:bodyPr>
            <a:normAutofit/>
          </a:bodyPr>
          <a:lstStyle/>
          <a:p>
            <a:pPr marL="114300" indent="0">
              <a:buNone/>
            </a:pPr>
            <a:r>
              <a:rPr lang="en-GB" sz="2400" b="1" i="1" dirty="0">
                <a:solidFill>
                  <a:srgbClr val="C00000"/>
                </a:solidFill>
              </a:rPr>
              <a:t>Backdoor (Integrity) Poisoning Attacks </a:t>
            </a:r>
            <a:r>
              <a:rPr lang="en-GB" sz="2400" b="1" i="1" dirty="0">
                <a:solidFill>
                  <a:schemeClr val="tx1"/>
                </a:solidFill>
              </a:rPr>
              <a:t>(example 2/2)</a:t>
            </a:r>
            <a:endParaRPr lang="en-US" b="1" i="1" dirty="0">
              <a:solidFill>
                <a:schemeClr val="tx1"/>
              </a:solidFill>
            </a:endParaRPr>
          </a:p>
          <a:p>
            <a:pPr marL="114300" indent="0">
              <a:buNone/>
            </a:pPr>
            <a:endParaRPr lang="en-GB" sz="2400" b="1" i="1">
              <a:solidFill>
                <a:srgbClr val="C00000"/>
              </a:solidFill>
            </a:endParaRPr>
          </a:p>
          <a:p>
            <a:pPr marL="114300" indent="0">
              <a:lnSpc>
                <a:spcPct val="70000"/>
              </a:lnSpc>
              <a:buNone/>
            </a:pPr>
            <a:r>
              <a:rPr lang="en-GB" sz="2200" dirty="0">
                <a:solidFill>
                  <a:schemeClr val="tx1"/>
                </a:solidFill>
              </a:rPr>
              <a:t>Training the Model:</a:t>
            </a:r>
          </a:p>
          <a:p>
            <a:pPr>
              <a:lnSpc>
                <a:spcPct val="70000"/>
              </a:lnSpc>
            </a:pPr>
            <a:r>
              <a:rPr lang="en-GB" sz="2000" dirty="0">
                <a:solidFill>
                  <a:schemeClr val="tx1"/>
                </a:solidFill>
              </a:rPr>
              <a:t>The model learns to classify "Yield" signs normally, but it also learns that whenever it sees the backdoor trigger, it should classify the image as a different label, like "Stop".</a:t>
            </a:r>
          </a:p>
          <a:p>
            <a:pPr marL="114300" indent="0">
              <a:lnSpc>
                <a:spcPct val="70000"/>
              </a:lnSpc>
              <a:buNone/>
            </a:pPr>
            <a:r>
              <a:rPr lang="en-GB" sz="2200" dirty="0">
                <a:solidFill>
                  <a:schemeClr val="tx1"/>
                </a:solidFill>
              </a:rPr>
              <a:t>Test Phase:</a:t>
            </a:r>
          </a:p>
          <a:p>
            <a:pPr>
              <a:lnSpc>
                <a:spcPct val="70000"/>
              </a:lnSpc>
            </a:pPr>
            <a:r>
              <a:rPr lang="en-GB" sz="2000" dirty="0">
                <a:solidFill>
                  <a:schemeClr val="tx1"/>
                </a:solidFill>
              </a:rPr>
              <a:t>During testing, the attacker provides the model with a new image of a "Yield" sign, but this time the sign contains the backdoor trigger.</a:t>
            </a:r>
          </a:p>
          <a:p>
            <a:pPr>
              <a:lnSpc>
                <a:spcPct val="70000"/>
              </a:lnSpc>
            </a:pPr>
            <a:r>
              <a:rPr lang="en-GB" sz="2000" dirty="0">
                <a:solidFill>
                  <a:schemeClr val="tx1"/>
                </a:solidFill>
              </a:rPr>
              <a:t>When the model </a:t>
            </a:r>
            <a:r>
              <a:rPr lang="en-GB" sz="2000" b="1" dirty="0">
                <a:solidFill>
                  <a:schemeClr val="tx1"/>
                </a:solidFill>
              </a:rPr>
              <a:t>sees the backdoor trigger</a:t>
            </a:r>
            <a:r>
              <a:rPr lang="en-GB" sz="2000" dirty="0">
                <a:solidFill>
                  <a:schemeClr val="tx1"/>
                </a:solidFill>
              </a:rPr>
              <a:t> in this new test image, it misclassifies the "Yield" sign as a "Stop" sign, </a:t>
            </a:r>
            <a:r>
              <a:rPr lang="en-GB" sz="2000" b="1" dirty="0">
                <a:solidFill>
                  <a:schemeClr val="tx1"/>
                </a:solidFill>
              </a:rPr>
              <a:t>even though the image itself is clearly a "Yield" sign to a human observer</a:t>
            </a:r>
            <a:r>
              <a:rPr lang="en-GB" sz="2000" dirty="0">
                <a:solidFill>
                  <a:schemeClr val="tx1"/>
                </a:solidFill>
              </a:rPr>
              <a:t>.</a:t>
            </a:r>
          </a:p>
          <a:p>
            <a:pPr marL="114300" indent="0">
              <a:lnSpc>
                <a:spcPct val="70000"/>
              </a:lnSpc>
              <a:buNone/>
            </a:pPr>
            <a:r>
              <a:rPr lang="en-GB" sz="2200" dirty="0">
                <a:solidFill>
                  <a:schemeClr val="tx1"/>
                </a:solidFill>
              </a:rPr>
              <a:t>The model misclassifies any new "Yield" sign that contains the backdoor trigger as a "Stop" sign, even though the rest of the model’s predictions are correct.</a:t>
            </a:r>
          </a:p>
          <a:p>
            <a:pPr marL="114300" indent="0">
              <a:buNone/>
            </a:pPr>
            <a:endParaRPr lang="en-GB" sz="2400">
              <a:solidFill>
                <a:schemeClr val="tx1"/>
              </a:solidFill>
            </a:endParaRPr>
          </a:p>
          <a:p>
            <a:pPr marL="114300" indent="0">
              <a:buNone/>
            </a:pPr>
            <a:endParaRPr lang="en-GB" sz="2400">
              <a:solidFill>
                <a:schemeClr val="tx1"/>
              </a:solidFill>
            </a:endParaRPr>
          </a:p>
          <a:p>
            <a:pPr marL="114300" indent="0">
              <a:buNone/>
            </a:pPr>
            <a:endParaRPr lang="en-GB" sz="2200">
              <a:solidFill>
                <a:schemeClr val="tx1"/>
              </a:solidFill>
            </a:endParaRPr>
          </a:p>
          <a:p>
            <a:pPr marL="114300" indent="0">
              <a:lnSpc>
                <a:spcPct val="80000"/>
              </a:lnSpc>
              <a:buNone/>
            </a:pPr>
            <a:endParaRPr lang="en-GB" sz="2000">
              <a:solidFill>
                <a:schemeClr val="tx1"/>
              </a:solidFill>
            </a:endParaRPr>
          </a:p>
          <a:p>
            <a:endParaRPr lang="en-GB" sz="2200">
              <a:solidFill>
                <a:schemeClr val="tx1"/>
              </a:solidFill>
            </a:endParaRPr>
          </a:p>
          <a:p>
            <a:endParaRPr lang="en-GB" sz="2200">
              <a:solidFill>
                <a:schemeClr val="tx1"/>
              </a:solidFill>
            </a:endParaRPr>
          </a:p>
          <a:p>
            <a:pPr marL="114300" indent="0">
              <a:buNone/>
            </a:pPr>
            <a:endParaRPr lang="en-GB" sz="2400">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1381810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22C26-2107-C0F2-A45F-052FECFA326A}"/>
              </a:ext>
            </a:extLst>
          </p:cNvPr>
          <p:cNvSpPr>
            <a:spLocks noGrp="1"/>
          </p:cNvSpPr>
          <p:nvPr>
            <p:ph type="title"/>
          </p:nvPr>
        </p:nvSpPr>
        <p:spPr/>
        <p:txBody>
          <a:bodyPr/>
          <a:lstStyle/>
          <a:p>
            <a:r>
              <a:rPr lang="en-GB"/>
              <a:t>Summary</a:t>
            </a:r>
          </a:p>
        </p:txBody>
      </p:sp>
      <p:graphicFrame>
        <p:nvGraphicFramePr>
          <p:cNvPr id="6" name="Table 5">
            <a:extLst>
              <a:ext uri="{FF2B5EF4-FFF2-40B4-BE49-F238E27FC236}">
                <a16:creationId xmlns:a16="http://schemas.microsoft.com/office/drawing/2014/main" id="{D8B45918-9B12-6B58-B75E-7F37455D4EA5}"/>
              </a:ext>
            </a:extLst>
          </p:cNvPr>
          <p:cNvGraphicFramePr>
            <a:graphicFrameLocks noGrp="1"/>
          </p:cNvGraphicFramePr>
          <p:nvPr>
            <p:extLst>
              <p:ext uri="{D42A27DB-BD31-4B8C-83A1-F6EECF244321}">
                <p14:modId xmlns:p14="http://schemas.microsoft.com/office/powerpoint/2010/main" val="110920658"/>
              </p:ext>
            </p:extLst>
          </p:nvPr>
        </p:nvGraphicFramePr>
        <p:xfrm>
          <a:off x="1531055" y="2441222"/>
          <a:ext cx="9121155" cy="3233419"/>
        </p:xfrm>
        <a:graphic>
          <a:graphicData uri="http://schemas.openxmlformats.org/drawingml/2006/table">
            <a:tbl>
              <a:tblPr firstRow="1" bandRow="1">
                <a:tableStyleId>{3C2FFA5D-87B4-456A-9821-1D502468CF0F}</a:tableStyleId>
              </a:tblPr>
              <a:tblGrid>
                <a:gridCol w="1153219">
                  <a:extLst>
                    <a:ext uri="{9D8B030D-6E8A-4147-A177-3AD203B41FA5}">
                      <a16:colId xmlns:a16="http://schemas.microsoft.com/office/drawing/2014/main" val="1229074941"/>
                    </a:ext>
                  </a:extLst>
                </a:gridCol>
                <a:gridCol w="3119367">
                  <a:extLst>
                    <a:ext uri="{9D8B030D-6E8A-4147-A177-3AD203B41FA5}">
                      <a16:colId xmlns:a16="http://schemas.microsoft.com/office/drawing/2014/main" val="3876746172"/>
                    </a:ext>
                  </a:extLst>
                </a:gridCol>
                <a:gridCol w="2568280">
                  <a:extLst>
                    <a:ext uri="{9D8B030D-6E8A-4147-A177-3AD203B41FA5}">
                      <a16:colId xmlns:a16="http://schemas.microsoft.com/office/drawing/2014/main" val="2548899004"/>
                    </a:ext>
                  </a:extLst>
                </a:gridCol>
                <a:gridCol w="2280289">
                  <a:extLst>
                    <a:ext uri="{9D8B030D-6E8A-4147-A177-3AD203B41FA5}">
                      <a16:colId xmlns:a16="http://schemas.microsoft.com/office/drawing/2014/main" val="728108139"/>
                    </a:ext>
                  </a:extLst>
                </a:gridCol>
              </a:tblGrid>
              <a:tr h="520699">
                <a:tc>
                  <a:txBody>
                    <a:bodyPr/>
                    <a:lstStyle/>
                    <a:p>
                      <a:r>
                        <a:rPr lang="en-GB"/>
                        <a:t>Aspect</a:t>
                      </a:r>
                    </a:p>
                  </a:txBody>
                  <a:tcPr/>
                </a:tc>
                <a:tc>
                  <a:txBody>
                    <a:bodyPr/>
                    <a:lstStyle/>
                    <a:p>
                      <a:pPr lvl="0">
                        <a:buNone/>
                      </a:pPr>
                      <a:r>
                        <a:rPr lang="en-GB" sz="1400" u="none" strike="noStrike" noProof="0"/>
                        <a:t>Availability Poisoning Attacks</a:t>
                      </a:r>
                      <a:endParaRPr lang="en-US"/>
                    </a:p>
                  </a:txBody>
                  <a:tcPr/>
                </a:tc>
                <a:tc>
                  <a:txBody>
                    <a:bodyPr/>
                    <a:lstStyle/>
                    <a:p>
                      <a:r>
                        <a:rPr lang="en-GB"/>
                        <a:t>Integrity </a:t>
                      </a:r>
                      <a:r>
                        <a:rPr lang="en-GB" sz="1400" u="none" strike="noStrike" noProof="0"/>
                        <a:t>Poisoning Attacks</a:t>
                      </a:r>
                      <a:endParaRPr lang="en-GB"/>
                    </a:p>
                  </a:txBody>
                  <a:tcPr/>
                </a:tc>
                <a:tc>
                  <a:txBody>
                    <a:bodyPr/>
                    <a:lstStyle/>
                    <a:p>
                      <a:r>
                        <a:rPr lang="en-GB"/>
                        <a:t>Backdoor </a:t>
                      </a:r>
                      <a:r>
                        <a:rPr lang="en-GB" sz="1400" u="none" strike="noStrike" noProof="0"/>
                        <a:t>Poisoning Attacks</a:t>
                      </a:r>
                      <a:endParaRPr lang="en-GB"/>
                    </a:p>
                  </a:txBody>
                  <a:tcPr/>
                </a:tc>
                <a:extLst>
                  <a:ext uri="{0D108BD9-81ED-4DB2-BD59-A6C34878D82A}">
                    <a16:rowId xmlns:a16="http://schemas.microsoft.com/office/drawing/2014/main" val="4212279014"/>
                  </a:ext>
                </a:extLst>
              </a:tr>
              <a:tr h="503910">
                <a:tc>
                  <a:txBody>
                    <a:bodyPr/>
                    <a:lstStyle/>
                    <a:p>
                      <a:r>
                        <a:rPr lang="en-GB" b="1"/>
                        <a:t>Goal</a:t>
                      </a:r>
                    </a:p>
                  </a:txBody>
                  <a:tcPr/>
                </a:tc>
                <a:tc>
                  <a:txBody>
                    <a:bodyPr/>
                    <a:lstStyle/>
                    <a:p>
                      <a:pPr lvl="0">
                        <a:buNone/>
                      </a:pPr>
                      <a:r>
                        <a:rPr lang="en-GB" sz="1400" b="0" i="0" u="none" strike="noStrike" noProof="0">
                          <a:latin typeface="Calibri"/>
                        </a:rPr>
                        <a:t>Disrupt overall performance</a:t>
                      </a:r>
                      <a:endParaRPr lang="en-US">
                        <a:latin typeface="Calibri"/>
                      </a:endParaRPr>
                    </a:p>
                  </a:txBody>
                  <a:tcPr/>
                </a:tc>
                <a:tc>
                  <a:txBody>
                    <a:bodyPr/>
                    <a:lstStyle/>
                    <a:p>
                      <a:pPr lvl="0">
                        <a:buNone/>
                      </a:pPr>
                      <a:r>
                        <a:rPr lang="en-GB" sz="1400" b="0" i="0" u="none" strike="noStrike" noProof="0">
                          <a:latin typeface="Calibri"/>
                        </a:rPr>
                        <a:t>Target specific outputs for misclassification</a:t>
                      </a:r>
                      <a:endParaRPr lang="en-US">
                        <a:latin typeface="Calibri"/>
                      </a:endParaRPr>
                    </a:p>
                  </a:txBody>
                  <a:tcPr/>
                </a:tc>
                <a:tc>
                  <a:txBody>
                    <a:bodyPr/>
                    <a:lstStyle/>
                    <a:p>
                      <a:pPr lvl="0">
                        <a:buNone/>
                      </a:pPr>
                      <a:r>
                        <a:rPr lang="en-GB" sz="1400" b="0" i="0" u="none" strike="noStrike" noProof="0">
                          <a:latin typeface="Calibri"/>
                        </a:rPr>
                        <a:t>Trigger specific misclassification in targeted cases</a:t>
                      </a:r>
                      <a:endParaRPr lang="en-US">
                        <a:latin typeface="Calibri"/>
                      </a:endParaRPr>
                    </a:p>
                  </a:txBody>
                  <a:tcPr/>
                </a:tc>
                <a:extLst>
                  <a:ext uri="{0D108BD9-81ED-4DB2-BD59-A6C34878D82A}">
                    <a16:rowId xmlns:a16="http://schemas.microsoft.com/office/drawing/2014/main" val="2432280265"/>
                  </a:ext>
                </a:extLst>
              </a:tr>
              <a:tr h="503910">
                <a:tc>
                  <a:txBody>
                    <a:bodyPr/>
                    <a:lstStyle/>
                    <a:p>
                      <a:r>
                        <a:rPr lang="en-GB" b="1"/>
                        <a:t>Effect </a:t>
                      </a:r>
                    </a:p>
                  </a:txBody>
                  <a:tcPr/>
                </a:tc>
                <a:tc>
                  <a:txBody>
                    <a:bodyPr/>
                    <a:lstStyle/>
                    <a:p>
                      <a:pPr lvl="0">
                        <a:buNone/>
                      </a:pPr>
                      <a:r>
                        <a:rPr lang="en-GB" sz="1400" b="0" i="0" u="none" strike="noStrike" noProof="0">
                          <a:latin typeface="Calibri"/>
                        </a:rPr>
                        <a:t>Misclassifies most inputs randomly</a:t>
                      </a:r>
                      <a:endParaRPr lang="en-US">
                        <a:latin typeface="Calibri"/>
                      </a:endParaRPr>
                    </a:p>
                  </a:txBody>
                  <a:tcPr/>
                </a:tc>
                <a:tc>
                  <a:txBody>
                    <a:bodyPr/>
                    <a:lstStyle/>
                    <a:p>
                      <a:pPr lvl="0">
                        <a:buNone/>
                      </a:pPr>
                      <a:r>
                        <a:rPr lang="en-GB" sz="1400" b="0" i="0" u="none" strike="noStrike" noProof="0">
                          <a:latin typeface="Calibri"/>
                        </a:rPr>
                        <a:t>Misclassifies specific types of inputs</a:t>
                      </a:r>
                      <a:endParaRPr lang="en-US">
                        <a:latin typeface="Calibri"/>
                      </a:endParaRPr>
                    </a:p>
                  </a:txBody>
                  <a:tcPr/>
                </a:tc>
                <a:tc>
                  <a:txBody>
                    <a:bodyPr/>
                    <a:lstStyle/>
                    <a:p>
                      <a:pPr lvl="0">
                        <a:buNone/>
                      </a:pPr>
                      <a:r>
                        <a:rPr lang="en-GB" sz="1400" b="0" i="0" u="none" strike="noStrike" noProof="0">
                          <a:latin typeface="Calibri"/>
                        </a:rPr>
                        <a:t>Misclassifies only inputs with a trigger</a:t>
                      </a:r>
                      <a:endParaRPr lang="en-US">
                        <a:latin typeface="Calibri"/>
                      </a:endParaRPr>
                    </a:p>
                  </a:txBody>
                  <a:tcPr/>
                </a:tc>
                <a:extLst>
                  <a:ext uri="{0D108BD9-81ED-4DB2-BD59-A6C34878D82A}">
                    <a16:rowId xmlns:a16="http://schemas.microsoft.com/office/drawing/2014/main" val="1627025698"/>
                  </a:ext>
                </a:extLst>
              </a:tr>
              <a:tr h="712850">
                <a:tc>
                  <a:txBody>
                    <a:bodyPr/>
                    <a:lstStyle/>
                    <a:p>
                      <a:pPr lvl="0">
                        <a:buNone/>
                      </a:pPr>
                      <a:r>
                        <a:rPr lang="en-GB" sz="1400" b="1" i="0" u="none" strike="noStrike" noProof="0">
                          <a:latin typeface="Arial"/>
                        </a:rPr>
                        <a:t>Subtlety</a:t>
                      </a:r>
                      <a:endParaRPr lang="en-US" b="1"/>
                    </a:p>
                  </a:txBody>
                  <a:tcPr/>
                </a:tc>
                <a:tc>
                  <a:txBody>
                    <a:bodyPr/>
                    <a:lstStyle/>
                    <a:p>
                      <a:pPr lvl="0">
                        <a:buNone/>
                      </a:pPr>
                      <a:r>
                        <a:rPr lang="en-GB" sz="1400" b="0" i="0" u="none" strike="noStrike" noProof="0">
                          <a:latin typeface="Calibri"/>
                        </a:rPr>
                        <a:t>Obvious and detectable during validation</a:t>
                      </a:r>
                      <a:endParaRPr lang="en-US">
                        <a:latin typeface="Calibri"/>
                      </a:endParaRPr>
                    </a:p>
                  </a:txBody>
                  <a:tcPr/>
                </a:tc>
                <a:tc>
                  <a:txBody>
                    <a:bodyPr/>
                    <a:lstStyle/>
                    <a:p>
                      <a:pPr lvl="0">
                        <a:buNone/>
                      </a:pPr>
                      <a:r>
                        <a:rPr lang="en-GB" sz="1400" b="0" i="0" u="none" strike="noStrike" noProof="0">
                          <a:latin typeface="Calibri"/>
                        </a:rPr>
                        <a:t>Subtle, may go unnoticed in general testing</a:t>
                      </a:r>
                      <a:endParaRPr lang="en-US">
                        <a:latin typeface="Calibri"/>
                      </a:endParaRPr>
                    </a:p>
                  </a:txBody>
                  <a:tcPr/>
                </a:tc>
                <a:tc>
                  <a:txBody>
                    <a:bodyPr/>
                    <a:lstStyle/>
                    <a:p>
                      <a:pPr lvl="0">
                        <a:buNone/>
                      </a:pPr>
                      <a:r>
                        <a:rPr lang="en-GB" sz="1400" b="0" i="0" u="none" strike="noStrike" noProof="0">
                          <a:latin typeface="Calibri"/>
                        </a:rPr>
                        <a:t>Highly subtle, often undetected without specific tests</a:t>
                      </a:r>
                      <a:endParaRPr lang="en-US">
                        <a:latin typeface="Calibri"/>
                      </a:endParaRPr>
                    </a:p>
                  </a:txBody>
                  <a:tcPr/>
                </a:tc>
                <a:extLst>
                  <a:ext uri="{0D108BD9-81ED-4DB2-BD59-A6C34878D82A}">
                    <a16:rowId xmlns:a16="http://schemas.microsoft.com/office/drawing/2014/main" val="1936339246"/>
                  </a:ext>
                </a:extLst>
              </a:tr>
              <a:tr h="503910">
                <a:tc>
                  <a:txBody>
                    <a:bodyPr/>
                    <a:lstStyle/>
                    <a:p>
                      <a:pPr lvl="0">
                        <a:buNone/>
                      </a:pPr>
                      <a:r>
                        <a:rPr lang="en-GB" sz="1400" b="1" i="0" u="none" strike="noStrike" noProof="0">
                          <a:latin typeface="Arial"/>
                        </a:rPr>
                        <a:t>Example</a:t>
                      </a:r>
                      <a:endParaRPr lang="en-US" b="1"/>
                    </a:p>
                  </a:txBody>
                  <a:tcPr/>
                </a:tc>
                <a:tc>
                  <a:txBody>
                    <a:bodyPr/>
                    <a:lstStyle/>
                    <a:p>
                      <a:pPr lvl="0">
                        <a:buNone/>
                      </a:pPr>
                      <a:r>
                        <a:rPr lang="en-GB" sz="1400" b="0" i="0" u="none" strike="noStrike" noProof="0">
                          <a:latin typeface="Calibri"/>
                        </a:rPr>
                        <a:t>Noise or mislabelled signs make the model unreliable</a:t>
                      </a:r>
                      <a:endParaRPr lang="en-US">
                        <a:latin typeface="Calibri"/>
                      </a:endParaRPr>
                    </a:p>
                  </a:txBody>
                  <a:tcPr/>
                </a:tc>
                <a:tc>
                  <a:txBody>
                    <a:bodyPr/>
                    <a:lstStyle/>
                    <a:p>
                      <a:pPr lvl="0">
                        <a:buNone/>
                      </a:pPr>
                      <a:r>
                        <a:rPr lang="en-GB" sz="1400" b="0" i="0" u="none" strike="noStrike" noProof="0">
                          <a:latin typeface="Calibri"/>
                        </a:rPr>
                        <a:t>Stop signs with graffiti are misclassified</a:t>
                      </a:r>
                      <a:endParaRPr lang="en-US">
                        <a:latin typeface="Calibri"/>
                      </a:endParaRPr>
                    </a:p>
                  </a:txBody>
                  <a:tcPr/>
                </a:tc>
                <a:tc>
                  <a:txBody>
                    <a:bodyPr/>
                    <a:lstStyle/>
                    <a:p>
                      <a:pPr lvl="0">
                        <a:buNone/>
                      </a:pPr>
                      <a:r>
                        <a:rPr lang="en-GB" sz="1400" b="0" i="0" u="none" strike="noStrike" noProof="0">
                          <a:latin typeface="Calibri"/>
                        </a:rPr>
                        <a:t>Stop signs with a trigger (e.g., sticker) are misclassified</a:t>
                      </a:r>
                      <a:endParaRPr lang="en-US">
                        <a:latin typeface="Calibri"/>
                      </a:endParaRPr>
                    </a:p>
                  </a:txBody>
                  <a:tcPr/>
                </a:tc>
                <a:extLst>
                  <a:ext uri="{0D108BD9-81ED-4DB2-BD59-A6C34878D82A}">
                    <a16:rowId xmlns:a16="http://schemas.microsoft.com/office/drawing/2014/main" val="1221396124"/>
                  </a:ext>
                </a:extLst>
              </a:tr>
            </a:tbl>
          </a:graphicData>
        </a:graphic>
      </p:graphicFrame>
    </p:spTree>
    <p:extLst>
      <p:ext uri="{BB962C8B-B14F-4D97-AF65-F5344CB8AC3E}">
        <p14:creationId xmlns:p14="http://schemas.microsoft.com/office/powerpoint/2010/main" val="2270794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Inference phase</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905657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Overview</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38200" y="2244725"/>
            <a:ext cx="10515600" cy="4351338"/>
          </a:xfrm>
        </p:spPr>
        <p:txBody>
          <a:bodyPr>
            <a:normAutofit/>
          </a:bodyPr>
          <a:lstStyle/>
          <a:p>
            <a:pPr marL="114300" indent="0" algn="just">
              <a:buNone/>
            </a:pPr>
            <a:r>
              <a:rPr lang="en-GB" sz="2400" b="1"/>
              <a:t>Inference phase attacks</a:t>
            </a:r>
            <a:r>
              <a:rPr lang="en-GB" sz="2400"/>
              <a:t> target the operational phase of a ML model, exploiting vulnerabilities </a:t>
            </a:r>
            <a:r>
              <a:rPr lang="en-GB" sz="2400" b="1"/>
              <a:t>while the model is being used</a:t>
            </a:r>
            <a:r>
              <a:rPr lang="en-GB" sz="2400"/>
              <a:t>. </a:t>
            </a:r>
            <a:endParaRPr lang="en-US" sz="2400"/>
          </a:p>
          <a:p>
            <a:pPr marL="114300" indent="0" algn="just">
              <a:buNone/>
            </a:pPr>
            <a:endParaRPr lang="en-GB" sz="2400"/>
          </a:p>
          <a:p>
            <a:pPr marL="114300" indent="0" algn="just">
              <a:buNone/>
            </a:pPr>
            <a:r>
              <a:rPr lang="en-GB" sz="2400"/>
              <a:t>Unlike training phase attacks, these attacks </a:t>
            </a:r>
            <a:r>
              <a:rPr lang="en-GB" sz="2400" b="1"/>
              <a:t>do not alter the model itself or the training data</a:t>
            </a:r>
            <a:r>
              <a:rPr lang="en-GB" sz="2400"/>
              <a:t> but instead, they manipulate or extract information through inputs and outputs during inference.</a:t>
            </a:r>
            <a:endParaRPr lang="en-US" sz="2400"/>
          </a:p>
        </p:txBody>
      </p:sp>
    </p:spTree>
    <p:extLst>
      <p:ext uri="{BB962C8B-B14F-4D97-AF65-F5344CB8AC3E}">
        <p14:creationId xmlns:p14="http://schemas.microsoft.com/office/powerpoint/2010/main" val="495190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p:txBody>
          <a:bodyPr/>
          <a:lstStyle/>
          <a:p>
            <a:r>
              <a:rPr lang="en-GB" sz="2400" b="1" i="1" dirty="0">
                <a:solidFill>
                  <a:srgbClr val="C00000"/>
                </a:solidFill>
              </a:rPr>
              <a:t>Model Inversion </a:t>
            </a:r>
          </a:p>
          <a:p>
            <a:r>
              <a:rPr lang="en-GB" sz="2400" b="1" i="1" dirty="0">
                <a:solidFill>
                  <a:srgbClr val="C00000"/>
                </a:solidFill>
              </a:rPr>
              <a:t>Membership Inference</a:t>
            </a:r>
          </a:p>
          <a:p>
            <a:r>
              <a:rPr lang="en-GB" sz="2400" b="1" i="1" dirty="0">
                <a:solidFill>
                  <a:srgbClr val="C00000"/>
                </a:solidFill>
              </a:rPr>
              <a:t>Model Extraction</a:t>
            </a:r>
          </a:p>
          <a:p>
            <a:r>
              <a:rPr lang="en-GB" sz="2400" b="1" i="1" dirty="0">
                <a:solidFill>
                  <a:srgbClr val="C00000"/>
                </a:solidFill>
              </a:rPr>
              <a:t>Adversarial Examples (Evasion Attacks)</a:t>
            </a:r>
          </a:p>
        </p:txBody>
      </p:sp>
    </p:spTree>
    <p:extLst>
      <p:ext uri="{BB962C8B-B14F-4D97-AF65-F5344CB8AC3E}">
        <p14:creationId xmlns:p14="http://schemas.microsoft.com/office/powerpoint/2010/main" val="906148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38200" y="1778000"/>
            <a:ext cx="10515600" cy="5427663"/>
          </a:xfrm>
        </p:spPr>
        <p:txBody>
          <a:bodyPr>
            <a:normAutofit lnSpcReduction="10000"/>
          </a:bodyPr>
          <a:lstStyle/>
          <a:p>
            <a:pPr marL="114300" indent="0">
              <a:buNone/>
            </a:pPr>
            <a:r>
              <a:rPr lang="en-GB" sz="2400" b="1" i="1">
                <a:solidFill>
                  <a:srgbClr val="C00000"/>
                </a:solidFill>
              </a:rPr>
              <a:t>Model Inversion</a:t>
            </a:r>
          </a:p>
          <a:p>
            <a:pPr marL="114300" indent="0">
              <a:buNone/>
            </a:pPr>
            <a:endParaRPr lang="en-GB" sz="2400" b="1" i="1">
              <a:solidFill>
                <a:srgbClr val="C00000"/>
              </a:solidFill>
            </a:endParaRPr>
          </a:p>
          <a:p>
            <a:pPr marL="114300" indent="0">
              <a:buNone/>
            </a:pPr>
            <a:r>
              <a:rPr lang="en-GB" sz="2400">
                <a:solidFill>
                  <a:schemeClr val="tx1"/>
                </a:solidFill>
              </a:rPr>
              <a:t>The goal of a Model Inversion Attack is to </a:t>
            </a:r>
            <a:r>
              <a:rPr lang="en-GB" sz="2400" b="1">
                <a:solidFill>
                  <a:schemeClr val="tx1"/>
                </a:solidFill>
              </a:rPr>
              <a:t>reconstruct </a:t>
            </a:r>
            <a:r>
              <a:rPr lang="en-GB" sz="2400">
                <a:solidFill>
                  <a:schemeClr val="tx1"/>
                </a:solidFill>
              </a:rPr>
              <a:t>the original </a:t>
            </a:r>
            <a:r>
              <a:rPr lang="en-GB" sz="2400" b="1">
                <a:solidFill>
                  <a:schemeClr val="tx1"/>
                </a:solidFill>
              </a:rPr>
              <a:t>training dataset </a:t>
            </a:r>
            <a:r>
              <a:rPr lang="en-GB" sz="2400">
                <a:solidFill>
                  <a:schemeClr val="tx1"/>
                </a:solidFill>
              </a:rPr>
              <a:t>that was used to train a model.</a:t>
            </a:r>
          </a:p>
          <a:p>
            <a:pPr marL="114300" indent="0">
              <a:buNone/>
            </a:pPr>
            <a:endParaRPr lang="en-GB" sz="2400">
              <a:solidFill>
                <a:schemeClr val="tx1"/>
              </a:solidFill>
            </a:endParaRPr>
          </a:p>
          <a:p>
            <a:pPr marL="114300" indent="0">
              <a:buNone/>
            </a:pPr>
            <a:r>
              <a:rPr lang="en-GB" sz="2400">
                <a:solidFill>
                  <a:schemeClr val="tx1"/>
                </a:solidFill>
              </a:rPr>
              <a:t>Model Inversion Attacks involve repeatedly </a:t>
            </a:r>
            <a:r>
              <a:rPr lang="en-GB" sz="2400" b="1">
                <a:solidFill>
                  <a:schemeClr val="tx1"/>
                </a:solidFill>
              </a:rPr>
              <a:t>querying a model with known inputs</a:t>
            </a:r>
            <a:r>
              <a:rPr lang="en-GB" sz="2400">
                <a:solidFill>
                  <a:schemeClr val="tx1"/>
                </a:solidFill>
              </a:rPr>
              <a:t> and </a:t>
            </a:r>
            <a:r>
              <a:rPr lang="en-GB" sz="2400" b="1">
                <a:solidFill>
                  <a:schemeClr val="tx1"/>
                </a:solidFill>
              </a:rPr>
              <a:t>observing its outputs</a:t>
            </a:r>
            <a:r>
              <a:rPr lang="en-GB" sz="2400">
                <a:solidFill>
                  <a:schemeClr val="tx1"/>
                </a:solidFill>
              </a:rPr>
              <a:t> to understand how it behaves. </a:t>
            </a:r>
          </a:p>
          <a:p>
            <a:pPr marL="114300" indent="0">
              <a:buNone/>
            </a:pPr>
            <a:endParaRPr lang="en-GB" sz="2400">
              <a:solidFill>
                <a:schemeClr val="tx1"/>
              </a:solidFill>
            </a:endParaRPr>
          </a:p>
          <a:p>
            <a:pPr marL="114300" indent="0">
              <a:buNone/>
            </a:pPr>
            <a:r>
              <a:rPr lang="en-GB" sz="2400">
                <a:solidFill>
                  <a:schemeClr val="tx1"/>
                </a:solidFill>
              </a:rPr>
              <a:t>By doing this many times, attackers can slowly piece together details about the </a:t>
            </a:r>
            <a:r>
              <a:rPr lang="en-GB" sz="2400" b="1">
                <a:solidFill>
                  <a:schemeClr val="tx1"/>
                </a:solidFill>
              </a:rPr>
              <a:t>training data</a:t>
            </a:r>
            <a:r>
              <a:rPr lang="en-GB" sz="2400">
                <a:solidFill>
                  <a:schemeClr val="tx1"/>
                </a:solidFill>
              </a:rPr>
              <a:t> used to build the model or uncover private information from the model’s responses. </a:t>
            </a:r>
            <a:endParaRPr lang="en-GB">
              <a:solidFill>
                <a:schemeClr val="tx1"/>
              </a:solidFill>
            </a:endParaRPr>
          </a:p>
          <a:p>
            <a:pPr marL="114300" indent="0">
              <a:buNone/>
            </a:pPr>
            <a:br>
              <a:rPr lang="en-US"/>
            </a:br>
            <a:endParaRPr lang="en-US"/>
          </a:p>
        </p:txBody>
      </p:sp>
    </p:spTree>
    <p:extLst>
      <p:ext uri="{BB962C8B-B14F-4D97-AF65-F5344CB8AC3E}">
        <p14:creationId xmlns:p14="http://schemas.microsoft.com/office/powerpoint/2010/main" val="4066929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5" name="Text Placeholder 4">
            <a:extLst>
              <a:ext uri="{FF2B5EF4-FFF2-40B4-BE49-F238E27FC236}">
                <a16:creationId xmlns:a16="http://schemas.microsoft.com/office/drawing/2014/main" id="{D947A6F1-6E1B-A38E-7A1F-FDA2937862E1}"/>
              </a:ext>
            </a:extLst>
          </p:cNvPr>
          <p:cNvSpPr>
            <a:spLocks noGrp="1"/>
          </p:cNvSpPr>
          <p:nvPr>
            <p:ph type="body" idx="1"/>
          </p:nvPr>
        </p:nvSpPr>
        <p:spPr>
          <a:xfrm>
            <a:off x="838200" y="1825625"/>
            <a:ext cx="10515600" cy="5360988"/>
          </a:xfrm>
        </p:spPr>
        <p:txBody>
          <a:bodyPr>
            <a:normAutofit/>
          </a:bodyPr>
          <a:lstStyle/>
          <a:p>
            <a:pPr marL="114300" indent="0">
              <a:buNone/>
            </a:pPr>
            <a:r>
              <a:rPr lang="en-GB" sz="2400" b="1" i="1">
                <a:solidFill>
                  <a:srgbClr val="C00000"/>
                </a:solidFill>
              </a:rPr>
              <a:t>Model Inversion </a:t>
            </a:r>
            <a:r>
              <a:rPr lang="en-GB" sz="2400" b="1" i="1">
                <a:solidFill>
                  <a:schemeClr val="tx1"/>
                </a:solidFill>
              </a:rPr>
              <a:t>(example 1/3)</a:t>
            </a:r>
            <a:endParaRPr lang="en-GB" sz="2400">
              <a:solidFill>
                <a:schemeClr val="tx1"/>
              </a:solidFill>
            </a:endParaRPr>
          </a:p>
          <a:p>
            <a:pPr marL="114300" indent="0">
              <a:buNone/>
            </a:pPr>
            <a:endParaRPr lang="en-GB" sz="2400" b="1" i="1">
              <a:solidFill>
                <a:schemeClr val="tx1"/>
              </a:solidFill>
            </a:endParaRPr>
          </a:p>
          <a:p>
            <a:pPr marL="0" indent="0" algn="just">
              <a:buNone/>
            </a:pPr>
            <a:r>
              <a:rPr lang="en-GB" sz="2200">
                <a:solidFill>
                  <a:schemeClr val="tx1"/>
                </a:solidFill>
              </a:rPr>
              <a:t>An autonomous vehicle employs a </a:t>
            </a:r>
            <a:r>
              <a:rPr lang="en-GB" sz="2200" b="1">
                <a:solidFill>
                  <a:schemeClr val="tx1"/>
                </a:solidFill>
              </a:rPr>
              <a:t>deep learning model to recognize traffic signs</a:t>
            </a:r>
            <a:r>
              <a:rPr lang="en-GB" sz="2200">
                <a:solidFill>
                  <a:schemeClr val="tx1"/>
                </a:solidFill>
              </a:rPr>
              <a:t> (e.g., speed limits, stop signs) using images captured by its cameras. The model is trained on a private dataset that includes various traffic signs and potentially private or sensitive information.</a:t>
            </a:r>
          </a:p>
          <a:p>
            <a:pPr marL="0" indent="0" algn="just">
              <a:buNone/>
            </a:pPr>
            <a:r>
              <a:rPr lang="en-GB" sz="2200">
                <a:solidFill>
                  <a:schemeClr val="tx1"/>
                </a:solidFill>
              </a:rPr>
              <a:t>The attacker has access to the trained model, either through a public API (Black-box setting) or through full knowledge of its parameters and architecture (White-box setting).</a:t>
            </a:r>
          </a:p>
          <a:p>
            <a:pPr marL="0" indent="0" algn="just">
              <a:buNone/>
            </a:pPr>
            <a:r>
              <a:rPr lang="en-GB" sz="2200">
                <a:solidFill>
                  <a:schemeClr val="tx1"/>
                </a:solidFill>
              </a:rPr>
              <a:t>The goal of the attacker it to reconstruct private images of these sign images from the model.</a:t>
            </a:r>
          </a:p>
          <a:p>
            <a:pPr marL="114300" indent="0" algn="just">
              <a:buNone/>
            </a:pPr>
            <a:br>
              <a:rPr lang="en-US"/>
            </a:br>
            <a:endParaRPr lang="en-US"/>
          </a:p>
        </p:txBody>
      </p:sp>
    </p:spTree>
    <p:extLst>
      <p:ext uri="{BB962C8B-B14F-4D97-AF65-F5344CB8AC3E}">
        <p14:creationId xmlns:p14="http://schemas.microsoft.com/office/powerpoint/2010/main" val="26946381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5" name="Text Placeholder 4">
            <a:extLst>
              <a:ext uri="{FF2B5EF4-FFF2-40B4-BE49-F238E27FC236}">
                <a16:creationId xmlns:a16="http://schemas.microsoft.com/office/drawing/2014/main" id="{D947A6F1-6E1B-A38E-7A1F-FDA2937862E1}"/>
              </a:ext>
            </a:extLst>
          </p:cNvPr>
          <p:cNvSpPr>
            <a:spLocks noGrp="1"/>
          </p:cNvSpPr>
          <p:nvPr>
            <p:ph type="body" idx="1"/>
          </p:nvPr>
        </p:nvSpPr>
        <p:spPr>
          <a:xfrm>
            <a:off x="838200" y="1825625"/>
            <a:ext cx="10515600" cy="4913313"/>
          </a:xfrm>
        </p:spPr>
        <p:txBody>
          <a:bodyPr>
            <a:normAutofit/>
          </a:bodyPr>
          <a:lstStyle/>
          <a:p>
            <a:pPr marL="114300" indent="0">
              <a:buNone/>
            </a:pPr>
            <a:r>
              <a:rPr lang="en-GB" sz="2400" b="1" i="1" dirty="0">
                <a:solidFill>
                  <a:srgbClr val="C00000"/>
                </a:solidFill>
              </a:rPr>
              <a:t>Model Inversion </a:t>
            </a:r>
            <a:r>
              <a:rPr lang="en-GB" sz="2400" b="1" i="1" dirty="0">
                <a:solidFill>
                  <a:schemeClr val="tx1"/>
                </a:solidFill>
              </a:rPr>
              <a:t>(example 2/3)</a:t>
            </a:r>
            <a:endParaRPr lang="en-GB" sz="2400" dirty="0">
              <a:solidFill>
                <a:schemeClr val="tx1"/>
              </a:solidFill>
            </a:endParaRPr>
          </a:p>
          <a:p>
            <a:pPr marL="114300" indent="0">
              <a:buNone/>
            </a:pPr>
            <a:endParaRPr lang="en-GB" sz="2400">
              <a:solidFill>
                <a:schemeClr val="tx1"/>
              </a:solidFill>
            </a:endParaRPr>
          </a:p>
          <a:p>
            <a:pPr marL="114300" indent="0" algn="just">
              <a:buNone/>
            </a:pPr>
            <a:r>
              <a:rPr lang="en-GB" sz="2400" dirty="0">
                <a:solidFill>
                  <a:schemeClr val="tx1"/>
                </a:solidFill>
              </a:rPr>
              <a:t>The attacker begins with random noise or unrelated images as inputs and queries the model repeatedly by feeding these random images into the model and observing the confidence scores for the target class. </a:t>
            </a:r>
            <a:endParaRPr lang="en-GB" dirty="0">
              <a:solidFill>
                <a:schemeClr val="tx1"/>
              </a:solidFill>
            </a:endParaRPr>
          </a:p>
          <a:p>
            <a:pPr marL="114300" indent="0">
              <a:buNone/>
            </a:pPr>
            <a:endParaRPr lang="en-GB" sz="2400">
              <a:solidFill>
                <a:schemeClr val="tx1"/>
              </a:solidFill>
            </a:endParaRPr>
          </a:p>
          <a:p>
            <a:pPr marL="114300" indent="0">
              <a:buNone/>
            </a:pPr>
            <a:r>
              <a:rPr lang="en-GB" sz="2400" dirty="0">
                <a:solidFill>
                  <a:schemeClr val="tx1"/>
                </a:solidFill>
              </a:rPr>
              <a:t>Using model outputs, the adversary applies optimization techniques, to generate images that maximize the model's confidence for specific classes of traffic signs.</a:t>
            </a:r>
            <a:endParaRPr lang="en-GB" dirty="0">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3434510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5" name="Text Placeholder 4">
            <a:extLst>
              <a:ext uri="{FF2B5EF4-FFF2-40B4-BE49-F238E27FC236}">
                <a16:creationId xmlns:a16="http://schemas.microsoft.com/office/drawing/2014/main" id="{D947A6F1-6E1B-A38E-7A1F-FDA2937862E1}"/>
              </a:ext>
            </a:extLst>
          </p:cNvPr>
          <p:cNvSpPr>
            <a:spLocks noGrp="1"/>
          </p:cNvSpPr>
          <p:nvPr>
            <p:ph type="body" idx="1"/>
          </p:nvPr>
        </p:nvSpPr>
        <p:spPr>
          <a:xfrm>
            <a:off x="838200" y="1825625"/>
            <a:ext cx="10515600" cy="4913313"/>
          </a:xfrm>
        </p:spPr>
        <p:txBody>
          <a:bodyPr>
            <a:normAutofit/>
          </a:bodyPr>
          <a:lstStyle/>
          <a:p>
            <a:pPr marL="114300" indent="0">
              <a:buNone/>
            </a:pPr>
            <a:r>
              <a:rPr lang="en-GB" sz="2400" b="1" i="1" dirty="0">
                <a:solidFill>
                  <a:srgbClr val="C00000"/>
                </a:solidFill>
              </a:rPr>
              <a:t>Model Inversion </a:t>
            </a:r>
            <a:r>
              <a:rPr lang="en-GB" sz="2400" b="1" i="1" dirty="0">
                <a:solidFill>
                  <a:schemeClr val="tx1"/>
                </a:solidFill>
              </a:rPr>
              <a:t>(example 3/3)</a:t>
            </a:r>
            <a:endParaRPr lang="en-GB" sz="2400" dirty="0">
              <a:solidFill>
                <a:schemeClr val="tx1"/>
              </a:solidFill>
            </a:endParaRPr>
          </a:p>
          <a:p>
            <a:pPr marL="114300" indent="0" algn="just">
              <a:buNone/>
            </a:pPr>
            <a:endParaRPr lang="en-GB" sz="2400">
              <a:solidFill>
                <a:schemeClr val="tx1"/>
              </a:solidFill>
            </a:endParaRPr>
          </a:p>
          <a:p>
            <a:pPr marL="114300" indent="0" algn="just">
              <a:buNone/>
            </a:pPr>
            <a:r>
              <a:rPr lang="en-GB" sz="2400" dirty="0">
                <a:solidFill>
                  <a:schemeClr val="tx1"/>
                </a:solidFill>
              </a:rPr>
              <a:t>Through </a:t>
            </a:r>
            <a:r>
              <a:rPr lang="en-GB" sz="2400" b="1" dirty="0">
                <a:solidFill>
                  <a:schemeClr val="tx1"/>
                </a:solidFill>
              </a:rPr>
              <a:t>iterative queries</a:t>
            </a:r>
            <a:r>
              <a:rPr lang="en-GB" sz="2400" dirty="0">
                <a:solidFill>
                  <a:schemeClr val="tx1"/>
                </a:solidFill>
              </a:rPr>
              <a:t>, the attacker reconstructs private traffic signs (e.g., private road signs) that were part of the model's training data, </a:t>
            </a:r>
            <a:r>
              <a:rPr lang="en-GB" sz="2400" b="1" dirty="0">
                <a:solidFill>
                  <a:schemeClr val="tx1"/>
                </a:solidFill>
              </a:rPr>
              <a:t>reconstructing, as a result, the training dataset of the model.</a:t>
            </a:r>
          </a:p>
          <a:p>
            <a:pPr marL="114300" indent="0">
              <a:buNone/>
            </a:pPr>
            <a:endParaRPr lang="en-GB" sz="2400" b="1">
              <a:solidFill>
                <a:schemeClr val="tx1"/>
              </a:solidFill>
            </a:endParaRPr>
          </a:p>
          <a:p>
            <a:pPr marL="114300" indent="0">
              <a:buNone/>
            </a:pPr>
            <a:endParaRPr lang="en-GB" sz="2400">
              <a:solidFill>
                <a:schemeClr val="tx1"/>
              </a:solidFill>
            </a:endParaRPr>
          </a:p>
        </p:txBody>
      </p:sp>
    </p:spTree>
    <p:extLst>
      <p:ext uri="{BB962C8B-B14F-4D97-AF65-F5344CB8AC3E}">
        <p14:creationId xmlns:p14="http://schemas.microsoft.com/office/powerpoint/2010/main" val="16778216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771525" y="1778000"/>
            <a:ext cx="10515600" cy="5427663"/>
          </a:xfrm>
        </p:spPr>
        <p:txBody>
          <a:bodyPr>
            <a:normAutofit/>
          </a:bodyPr>
          <a:lstStyle/>
          <a:p>
            <a:pPr marL="114300" indent="0">
              <a:buNone/>
            </a:pPr>
            <a:r>
              <a:rPr lang="en-GB" sz="2400" b="1" i="1" dirty="0">
                <a:solidFill>
                  <a:srgbClr val="C00000"/>
                </a:solidFill>
              </a:rPr>
              <a:t>Membership Inference</a:t>
            </a:r>
            <a:endParaRPr lang="en-US" dirty="0"/>
          </a:p>
          <a:p>
            <a:pPr marL="114300" indent="0">
              <a:buNone/>
            </a:pPr>
            <a:endParaRPr lang="en-GB" sz="2400" b="1" i="1">
              <a:solidFill>
                <a:srgbClr val="C00000"/>
              </a:solidFill>
            </a:endParaRPr>
          </a:p>
          <a:p>
            <a:pPr marL="114300" indent="0" algn="just">
              <a:buNone/>
            </a:pPr>
            <a:r>
              <a:rPr lang="en-GB" sz="2400" dirty="0">
                <a:solidFill>
                  <a:schemeClr val="tx1"/>
                </a:solidFill>
              </a:rPr>
              <a:t>The goal of a Membership Inference Attack is to figure out </a:t>
            </a:r>
            <a:r>
              <a:rPr lang="en-GB" sz="2400" b="1" dirty="0">
                <a:solidFill>
                  <a:schemeClr val="tx1"/>
                </a:solidFill>
              </a:rPr>
              <a:t>whether a  specific data sample</a:t>
            </a:r>
            <a:r>
              <a:rPr lang="en-GB" sz="2400" dirty="0">
                <a:solidFill>
                  <a:schemeClr val="tx1"/>
                </a:solidFill>
              </a:rPr>
              <a:t> was </a:t>
            </a:r>
            <a:r>
              <a:rPr lang="en-GB" sz="2400" b="1" dirty="0">
                <a:solidFill>
                  <a:schemeClr val="tx1"/>
                </a:solidFill>
              </a:rPr>
              <a:t>part </a:t>
            </a:r>
            <a:r>
              <a:rPr lang="en-GB" sz="2400" dirty="0">
                <a:solidFill>
                  <a:schemeClr val="tx1"/>
                </a:solidFill>
              </a:rPr>
              <a:t>of the </a:t>
            </a:r>
            <a:r>
              <a:rPr lang="en-GB" sz="2400" b="1" dirty="0">
                <a:solidFill>
                  <a:schemeClr val="tx1"/>
                </a:solidFill>
              </a:rPr>
              <a:t>training dataset </a:t>
            </a:r>
            <a:r>
              <a:rPr lang="en-GB" sz="2400" dirty="0">
                <a:solidFill>
                  <a:schemeClr val="tx1"/>
                </a:solidFill>
              </a:rPr>
              <a:t>of a machine learning model.</a:t>
            </a:r>
          </a:p>
          <a:p>
            <a:pPr marL="114300" indent="0" algn="just">
              <a:buNone/>
            </a:pPr>
            <a:endParaRPr lang="en-GB" sz="2400">
              <a:solidFill>
                <a:schemeClr val="tx1"/>
              </a:solidFill>
            </a:endParaRPr>
          </a:p>
          <a:p>
            <a:pPr marL="114300" indent="0" algn="just">
              <a:buNone/>
            </a:pPr>
            <a:r>
              <a:rPr lang="en-GB" sz="2400" dirty="0">
                <a:solidFill>
                  <a:schemeClr val="tx1"/>
                </a:solidFill>
              </a:rPr>
              <a:t>The attacker uses the model as an oracle to detect </a:t>
            </a:r>
            <a:r>
              <a:rPr lang="en-GB" sz="2400" b="1" dirty="0">
                <a:solidFill>
                  <a:schemeClr val="tx1"/>
                </a:solidFill>
              </a:rPr>
              <a:t>if a particular sample</a:t>
            </a:r>
            <a:r>
              <a:rPr lang="en-GB" sz="2400" dirty="0">
                <a:solidFill>
                  <a:schemeClr val="tx1"/>
                </a:solidFill>
              </a:rPr>
              <a:t> was </a:t>
            </a:r>
            <a:r>
              <a:rPr lang="en-GB" sz="2400" b="1" dirty="0">
                <a:solidFill>
                  <a:schemeClr val="tx1"/>
                </a:solidFill>
              </a:rPr>
              <a:t>included </a:t>
            </a:r>
            <a:r>
              <a:rPr lang="en-GB" sz="2400" dirty="0">
                <a:solidFill>
                  <a:schemeClr val="tx1"/>
                </a:solidFill>
              </a:rPr>
              <a:t>in the </a:t>
            </a:r>
            <a:r>
              <a:rPr lang="en-GB" sz="2400" b="1" dirty="0">
                <a:solidFill>
                  <a:schemeClr val="tx1"/>
                </a:solidFill>
              </a:rPr>
              <a:t>training </a:t>
            </a:r>
            <a:r>
              <a:rPr lang="en-GB" sz="2400" dirty="0">
                <a:solidFill>
                  <a:schemeClr val="tx1"/>
                </a:solidFill>
              </a:rPr>
              <a:t>process by observing how the model </a:t>
            </a:r>
            <a:r>
              <a:rPr lang="en-GB" sz="2400" b="1" dirty="0">
                <a:solidFill>
                  <a:schemeClr val="tx1"/>
                </a:solidFill>
              </a:rPr>
              <a:t>responds </a:t>
            </a:r>
            <a:r>
              <a:rPr lang="en-GB" sz="2400" dirty="0">
                <a:solidFill>
                  <a:schemeClr val="tx1"/>
                </a:solidFill>
              </a:rPr>
              <a:t>to queries.</a:t>
            </a:r>
            <a:endParaRPr lang="en-GB" dirty="0">
              <a:solidFill>
                <a:schemeClr val="tx1"/>
              </a:solidFill>
            </a:endParaRPr>
          </a:p>
          <a:p>
            <a:pPr marL="114300" indent="0">
              <a:buNone/>
            </a:pPr>
            <a:br>
              <a:rPr lang="en-US" dirty="0"/>
            </a:br>
            <a:endParaRPr lang="en-US"/>
          </a:p>
        </p:txBody>
      </p:sp>
    </p:spTree>
    <p:extLst>
      <p:ext uri="{BB962C8B-B14F-4D97-AF65-F5344CB8AC3E}">
        <p14:creationId xmlns:p14="http://schemas.microsoft.com/office/powerpoint/2010/main" val="21708980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38200" y="1778000"/>
            <a:ext cx="10515600" cy="5427663"/>
          </a:xfrm>
        </p:spPr>
        <p:txBody>
          <a:bodyPr>
            <a:normAutofit/>
          </a:bodyPr>
          <a:lstStyle/>
          <a:p>
            <a:pPr marL="114300" indent="0">
              <a:buNone/>
            </a:pPr>
            <a:r>
              <a:rPr lang="en-GB" sz="2400" b="1" i="1" dirty="0">
                <a:solidFill>
                  <a:srgbClr val="C00000"/>
                </a:solidFill>
              </a:rPr>
              <a:t>Membership Inference </a:t>
            </a:r>
            <a:r>
              <a:rPr lang="en-GB" sz="2400" b="1" i="1" dirty="0">
                <a:solidFill>
                  <a:schemeClr val="tx1"/>
                </a:solidFill>
              </a:rPr>
              <a:t>(example 1/2)</a:t>
            </a:r>
            <a:endParaRPr lang="en-US" dirty="0">
              <a:solidFill>
                <a:schemeClr val="tx1"/>
              </a:solidFill>
            </a:endParaRPr>
          </a:p>
          <a:p>
            <a:pPr marL="114300" indent="0">
              <a:buNone/>
            </a:pPr>
            <a:endParaRPr lang="en-GB" sz="2400" dirty="0">
              <a:solidFill>
                <a:schemeClr val="tx1"/>
              </a:solidFill>
            </a:endParaRPr>
          </a:p>
          <a:p>
            <a:pPr marL="114300" indent="0">
              <a:buNone/>
            </a:pPr>
            <a:r>
              <a:rPr lang="en-GB" sz="2400" dirty="0">
                <a:solidFill>
                  <a:schemeClr val="tx1"/>
                </a:solidFill>
              </a:rPr>
              <a:t>A company deploys a facial recognition system for secure access control. The system is trained on a dataset containing employee facial images.</a:t>
            </a:r>
            <a:endParaRPr lang="en-GB">
              <a:solidFill>
                <a:schemeClr val="tx1"/>
              </a:solidFill>
            </a:endParaRPr>
          </a:p>
          <a:p>
            <a:pPr marL="114300" indent="0" algn="just">
              <a:buNone/>
            </a:pPr>
            <a:r>
              <a:rPr lang="en-GB" sz="2400" dirty="0">
                <a:solidFill>
                  <a:schemeClr val="tx1"/>
                </a:solidFill>
              </a:rPr>
              <a:t>Purpose of the attack: An attacker wants to determine if a specific person’s face was part of the training dataset used to develop the facial recognition model. </a:t>
            </a:r>
          </a:p>
          <a:p>
            <a:pPr algn="just">
              <a:buNone/>
            </a:pPr>
            <a:r>
              <a:rPr lang="en-GB" sz="2400" dirty="0">
                <a:solidFill>
                  <a:schemeClr val="tx1"/>
                </a:solidFill>
              </a:rPr>
              <a:t>Attacker’s Knowledge:</a:t>
            </a:r>
            <a:endParaRPr lang="en-GB" dirty="0">
              <a:solidFill>
                <a:schemeClr val="tx1"/>
              </a:solidFill>
            </a:endParaRPr>
          </a:p>
          <a:p>
            <a:pPr algn="just"/>
            <a:r>
              <a:rPr lang="en-GB" sz="2400" dirty="0">
                <a:solidFill>
                  <a:schemeClr val="tx1"/>
                </a:solidFill>
              </a:rPr>
              <a:t>Black-box access to the facial recognition system (they can input images and observe outputs like confidence scores)</a:t>
            </a:r>
          </a:p>
          <a:p>
            <a:pPr algn="just"/>
            <a:r>
              <a:rPr lang="en-GB" sz="2400" dirty="0">
                <a:solidFill>
                  <a:schemeClr val="tx1"/>
                </a:solidFill>
              </a:rPr>
              <a:t>A set of facial images</a:t>
            </a:r>
          </a:p>
        </p:txBody>
      </p:sp>
    </p:spTree>
    <p:extLst>
      <p:ext uri="{BB962C8B-B14F-4D97-AF65-F5344CB8AC3E}">
        <p14:creationId xmlns:p14="http://schemas.microsoft.com/office/powerpoint/2010/main" val="25573063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38200" y="1778000"/>
            <a:ext cx="10515600" cy="5427663"/>
          </a:xfrm>
        </p:spPr>
        <p:txBody>
          <a:bodyPr>
            <a:normAutofit/>
          </a:bodyPr>
          <a:lstStyle/>
          <a:p>
            <a:pPr marL="114300" indent="0">
              <a:buNone/>
            </a:pPr>
            <a:r>
              <a:rPr lang="en-GB" sz="2400" b="1" i="1" dirty="0">
                <a:solidFill>
                  <a:srgbClr val="C00000"/>
                </a:solidFill>
              </a:rPr>
              <a:t>Membership Inference </a:t>
            </a:r>
            <a:r>
              <a:rPr lang="en-GB" sz="2400" b="1" i="1" dirty="0">
                <a:solidFill>
                  <a:schemeClr val="tx1"/>
                </a:solidFill>
              </a:rPr>
              <a:t>(example 2/2)</a:t>
            </a:r>
            <a:endParaRPr lang="en-US" dirty="0">
              <a:solidFill>
                <a:schemeClr val="tx1"/>
              </a:solidFill>
            </a:endParaRPr>
          </a:p>
          <a:p>
            <a:pPr marL="114300" indent="0" algn="just">
              <a:buNone/>
            </a:pPr>
            <a:endParaRPr lang="en-GB" sz="2400" b="1" i="1" dirty="0">
              <a:solidFill>
                <a:srgbClr val="C00000"/>
              </a:solidFill>
            </a:endParaRPr>
          </a:p>
          <a:p>
            <a:pPr marL="0" indent="0" algn="just">
              <a:buNone/>
            </a:pPr>
            <a:r>
              <a:rPr lang="en-US" sz="2400" dirty="0">
                <a:solidFill>
                  <a:srgbClr val="000000"/>
                </a:solidFill>
              </a:rPr>
              <a:t>The attacker submits the target image to the system.</a:t>
            </a:r>
            <a:endParaRPr lang="en-US" dirty="0">
              <a:solidFill>
                <a:srgbClr val="000000"/>
              </a:solidFill>
            </a:endParaRPr>
          </a:p>
          <a:p>
            <a:pPr marL="0" indent="0" algn="just">
              <a:buNone/>
            </a:pPr>
            <a:r>
              <a:rPr lang="en-US" sz="2400" dirty="0">
                <a:solidFill>
                  <a:srgbClr val="000000"/>
                </a:solidFill>
              </a:rPr>
              <a:t>The model returns a confidence score (probability of identity match).</a:t>
            </a:r>
            <a:endParaRPr lang="en-US" dirty="0">
              <a:solidFill>
                <a:srgbClr val="000000"/>
              </a:solidFill>
            </a:endParaRPr>
          </a:p>
          <a:p>
            <a:pPr marL="0" indent="0" algn="just">
              <a:buNone/>
            </a:pPr>
            <a:r>
              <a:rPr lang="en-US" sz="2400" dirty="0">
                <a:solidFill>
                  <a:srgbClr val="000000"/>
                </a:solidFill>
              </a:rPr>
              <a:t>The attacker compares this score with scores from other images known to be outside the training data.</a:t>
            </a:r>
          </a:p>
          <a:p>
            <a:pPr marL="0" indent="0" algn="just">
              <a:buNone/>
            </a:pPr>
            <a:endParaRPr lang="en-US" sz="2400" dirty="0"/>
          </a:p>
          <a:p>
            <a:pPr marL="0" indent="0" algn="just">
              <a:buNone/>
            </a:pPr>
            <a:r>
              <a:rPr lang="en-US" sz="2400" dirty="0"/>
              <a:t>Higher confidence scores are often associated with images that were part of the training dataset.</a:t>
            </a:r>
            <a:endParaRPr lang="en-US" dirty="0"/>
          </a:p>
          <a:p>
            <a:pPr marL="0" indent="0" algn="just">
              <a:buNone/>
            </a:pPr>
            <a:r>
              <a:rPr lang="en-US" sz="2400" dirty="0"/>
              <a:t>If the target’s image yields a noticeably higher confidence score, the attacker can infer that this person’s data was likely used during training.</a:t>
            </a:r>
            <a:endParaRPr lang="en-US" dirty="0"/>
          </a:p>
        </p:txBody>
      </p:sp>
    </p:spTree>
    <p:extLst>
      <p:ext uri="{BB962C8B-B14F-4D97-AF65-F5344CB8AC3E}">
        <p14:creationId xmlns:p14="http://schemas.microsoft.com/office/powerpoint/2010/main" val="37279883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38200" y="1778000"/>
            <a:ext cx="10515600" cy="4932363"/>
          </a:xfrm>
        </p:spPr>
        <p:txBody>
          <a:bodyPr>
            <a:normAutofit/>
          </a:bodyPr>
          <a:lstStyle/>
          <a:p>
            <a:pPr marL="114300" indent="0">
              <a:buNone/>
            </a:pPr>
            <a:r>
              <a:rPr lang="en-GB" sz="2400" b="1" i="1" dirty="0">
                <a:solidFill>
                  <a:srgbClr val="C00000"/>
                </a:solidFill>
              </a:rPr>
              <a:t>Model Extraction</a:t>
            </a:r>
            <a:endParaRPr lang="en-US" dirty="0"/>
          </a:p>
          <a:p>
            <a:pPr marL="114300" indent="0" algn="just">
              <a:buNone/>
            </a:pPr>
            <a:endParaRPr lang="en-GB" sz="2400" b="1" i="1">
              <a:solidFill>
                <a:srgbClr val="C00000"/>
              </a:solidFill>
            </a:endParaRPr>
          </a:p>
          <a:p>
            <a:pPr marL="114300" indent="0" algn="just">
              <a:buNone/>
            </a:pPr>
            <a:r>
              <a:rPr lang="en-GB" sz="2400" dirty="0">
                <a:solidFill>
                  <a:schemeClr val="tx1"/>
                </a:solidFill>
              </a:rPr>
              <a:t>In a Model Extraction Attack, the attacker’s goal is to </a:t>
            </a:r>
            <a:r>
              <a:rPr lang="en-GB" sz="2400" b="1" dirty="0">
                <a:solidFill>
                  <a:schemeClr val="tx1"/>
                </a:solidFill>
              </a:rPr>
              <a:t>replicate </a:t>
            </a:r>
            <a:r>
              <a:rPr lang="en-GB" sz="2400" dirty="0">
                <a:solidFill>
                  <a:schemeClr val="tx1"/>
                </a:solidFill>
              </a:rPr>
              <a:t>or </a:t>
            </a:r>
            <a:r>
              <a:rPr lang="en-GB" sz="2400" b="1" dirty="0">
                <a:solidFill>
                  <a:schemeClr val="tx1"/>
                </a:solidFill>
              </a:rPr>
              <a:t>approximate </a:t>
            </a:r>
            <a:r>
              <a:rPr lang="en-GB" sz="2400" dirty="0">
                <a:solidFill>
                  <a:schemeClr val="tx1"/>
                </a:solidFill>
              </a:rPr>
              <a:t>a target machine learning </a:t>
            </a:r>
            <a:r>
              <a:rPr lang="en-GB" sz="2400" b="1" dirty="0">
                <a:solidFill>
                  <a:schemeClr val="tx1"/>
                </a:solidFill>
              </a:rPr>
              <a:t>model </a:t>
            </a:r>
            <a:r>
              <a:rPr lang="en-GB" sz="2400" dirty="0">
                <a:solidFill>
                  <a:schemeClr val="tx1"/>
                </a:solidFill>
              </a:rPr>
              <a:t>by exploiting access to it. </a:t>
            </a:r>
            <a:endParaRPr lang="en-GB" dirty="0">
              <a:solidFill>
                <a:schemeClr val="tx1"/>
              </a:solidFill>
            </a:endParaRPr>
          </a:p>
          <a:p>
            <a:pPr marL="114300" indent="0" algn="just">
              <a:buNone/>
            </a:pPr>
            <a:endParaRPr lang="en-GB" sz="2400">
              <a:solidFill>
                <a:schemeClr val="tx1"/>
              </a:solidFill>
            </a:endParaRPr>
          </a:p>
          <a:p>
            <a:pPr marL="114300" indent="0" algn="just">
              <a:buNone/>
            </a:pPr>
            <a:r>
              <a:rPr lang="en-GB" sz="2400" dirty="0">
                <a:solidFill>
                  <a:schemeClr val="tx1"/>
                </a:solidFill>
              </a:rPr>
              <a:t>The adversary uses queries and responses from the model to learn its </a:t>
            </a:r>
            <a:r>
              <a:rPr lang="en-GB" sz="2400" b="1" dirty="0">
                <a:solidFill>
                  <a:schemeClr val="tx1"/>
                </a:solidFill>
              </a:rPr>
              <a:t>parameters</a:t>
            </a:r>
            <a:r>
              <a:rPr lang="en-GB" sz="2400" dirty="0">
                <a:solidFill>
                  <a:schemeClr val="tx1"/>
                </a:solidFill>
              </a:rPr>
              <a:t>, </a:t>
            </a:r>
            <a:r>
              <a:rPr lang="en-GB" sz="2400" b="1" dirty="0">
                <a:solidFill>
                  <a:schemeClr val="tx1"/>
                </a:solidFill>
              </a:rPr>
              <a:t>architecture</a:t>
            </a:r>
            <a:r>
              <a:rPr lang="en-GB" sz="2400" dirty="0">
                <a:solidFill>
                  <a:schemeClr val="tx1"/>
                </a:solidFill>
              </a:rPr>
              <a:t>, or </a:t>
            </a:r>
            <a:r>
              <a:rPr lang="en-GB" sz="2400" b="1" dirty="0">
                <a:solidFill>
                  <a:schemeClr val="tx1"/>
                </a:solidFill>
              </a:rPr>
              <a:t>functionality</a:t>
            </a:r>
            <a:r>
              <a:rPr lang="en-GB" sz="2400" dirty="0">
                <a:solidFill>
                  <a:schemeClr val="tx1"/>
                </a:solidFill>
              </a:rPr>
              <a:t>.</a:t>
            </a:r>
            <a:endParaRPr lang="en-GB" dirty="0">
              <a:solidFill>
                <a:schemeClr val="tx1"/>
              </a:solidFill>
            </a:endParaRPr>
          </a:p>
          <a:p>
            <a:pPr marL="114300" indent="0">
              <a:buNone/>
            </a:pPr>
            <a:br>
              <a:rPr lang="en-US" dirty="0"/>
            </a:br>
            <a:endParaRPr lang="en-US"/>
          </a:p>
        </p:txBody>
      </p:sp>
    </p:spTree>
    <p:extLst>
      <p:ext uri="{BB962C8B-B14F-4D97-AF65-F5344CB8AC3E}">
        <p14:creationId xmlns:p14="http://schemas.microsoft.com/office/powerpoint/2010/main" val="35589797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38200" y="1778000"/>
            <a:ext cx="10515600" cy="4932363"/>
          </a:xfrm>
        </p:spPr>
        <p:txBody>
          <a:bodyPr>
            <a:normAutofit fontScale="92500"/>
          </a:bodyPr>
          <a:lstStyle/>
          <a:p>
            <a:pPr marL="114300" indent="0">
              <a:buNone/>
            </a:pPr>
            <a:r>
              <a:rPr lang="en-GB" sz="2400" b="1" i="1">
                <a:solidFill>
                  <a:srgbClr val="C00000"/>
                </a:solidFill>
              </a:rPr>
              <a:t>Model Extraction </a:t>
            </a:r>
            <a:r>
              <a:rPr lang="en-GB" sz="2400" b="1" i="1">
                <a:solidFill>
                  <a:schemeClr val="tx1"/>
                </a:solidFill>
              </a:rPr>
              <a:t>(example 1/2)</a:t>
            </a:r>
            <a:endParaRPr lang="en-US">
              <a:solidFill>
                <a:schemeClr val="tx1"/>
              </a:solidFill>
            </a:endParaRPr>
          </a:p>
          <a:p>
            <a:pPr marL="114300" indent="0">
              <a:buNone/>
            </a:pPr>
            <a:endParaRPr lang="en-GB" sz="2400" b="1" i="1">
              <a:solidFill>
                <a:srgbClr val="C00000"/>
              </a:solidFill>
            </a:endParaRPr>
          </a:p>
          <a:p>
            <a:pPr marL="114300" indent="0" algn="just">
              <a:buNone/>
            </a:pPr>
            <a:r>
              <a:rPr lang="en-GB" sz="2400">
                <a:solidFill>
                  <a:schemeClr val="tx1"/>
                </a:solidFill>
              </a:rPr>
              <a:t>A company has developed a custom-built </a:t>
            </a:r>
            <a:r>
              <a:rPr lang="en-GB" sz="2400" b="1">
                <a:solidFill>
                  <a:schemeClr val="tx1"/>
                </a:solidFill>
              </a:rPr>
              <a:t>traffic sign recognition model</a:t>
            </a:r>
            <a:r>
              <a:rPr lang="en-GB" sz="2400">
                <a:solidFill>
                  <a:schemeClr val="tx1"/>
                </a:solidFill>
              </a:rPr>
              <a:t> for self-driving cars. This model specializes in recognizing critical traffic signs such as: </a:t>
            </a:r>
            <a:endParaRPr lang="en-GB">
              <a:solidFill>
                <a:schemeClr val="tx1"/>
              </a:solidFill>
            </a:endParaRPr>
          </a:p>
          <a:p>
            <a:pPr algn="just"/>
            <a:r>
              <a:rPr lang="en-GB" sz="2200">
                <a:solidFill>
                  <a:schemeClr val="tx1"/>
                </a:solidFill>
              </a:rPr>
              <a:t>Stop Signs </a:t>
            </a:r>
          </a:p>
          <a:p>
            <a:pPr algn="just"/>
            <a:r>
              <a:rPr lang="en-GB" sz="2200">
                <a:solidFill>
                  <a:schemeClr val="tx1"/>
                </a:solidFill>
              </a:rPr>
              <a:t>Speed Limit Signs </a:t>
            </a:r>
          </a:p>
          <a:p>
            <a:pPr marL="114300" indent="0" algn="just">
              <a:buNone/>
            </a:pPr>
            <a:endParaRPr lang="en-GB" sz="2400">
              <a:solidFill>
                <a:schemeClr val="tx1"/>
              </a:solidFill>
            </a:endParaRPr>
          </a:p>
          <a:p>
            <a:pPr marL="114300" indent="0" algn="just">
              <a:buNone/>
            </a:pPr>
            <a:r>
              <a:rPr lang="en-GB" sz="2400">
                <a:solidFill>
                  <a:schemeClr val="tx1"/>
                </a:solidFill>
              </a:rPr>
              <a:t>In a Model Extraction Attack, an attacker aims to extract the functionality of this model—specifically, its ability to classify Stop and Speed Limit signs—without having access to the training data or the model's architecture.</a:t>
            </a:r>
            <a:endParaRPr lang="en-GB">
              <a:solidFill>
                <a:schemeClr val="tx1"/>
              </a:solidFill>
            </a:endParaRPr>
          </a:p>
          <a:p>
            <a:pPr marL="114300" indent="0">
              <a:buNone/>
            </a:pPr>
            <a:br>
              <a:rPr lang="en-US"/>
            </a:br>
            <a:endParaRPr lang="en-US"/>
          </a:p>
        </p:txBody>
      </p:sp>
    </p:spTree>
    <p:extLst>
      <p:ext uri="{BB962C8B-B14F-4D97-AF65-F5344CB8AC3E}">
        <p14:creationId xmlns:p14="http://schemas.microsoft.com/office/powerpoint/2010/main" val="31072119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38200" y="1778000"/>
            <a:ext cx="10515600" cy="4932363"/>
          </a:xfrm>
        </p:spPr>
        <p:txBody>
          <a:bodyPr>
            <a:normAutofit fontScale="92500"/>
          </a:bodyPr>
          <a:lstStyle/>
          <a:p>
            <a:pPr marL="114300" indent="0">
              <a:buNone/>
            </a:pPr>
            <a:r>
              <a:rPr lang="en-GB" sz="2400" b="1" i="1">
                <a:solidFill>
                  <a:srgbClr val="C00000"/>
                </a:solidFill>
              </a:rPr>
              <a:t>Model Extraction </a:t>
            </a:r>
            <a:r>
              <a:rPr lang="en-GB" sz="2400" b="1" i="1">
                <a:solidFill>
                  <a:schemeClr val="tx1"/>
                </a:solidFill>
              </a:rPr>
              <a:t>(example 2/2)</a:t>
            </a:r>
            <a:endParaRPr lang="en-US">
              <a:solidFill>
                <a:schemeClr val="tx1"/>
              </a:solidFill>
            </a:endParaRPr>
          </a:p>
          <a:p>
            <a:pPr marL="114300" indent="0" algn="just">
              <a:buNone/>
            </a:pPr>
            <a:endParaRPr lang="en-GB" sz="2400" b="1" i="1">
              <a:solidFill>
                <a:srgbClr val="C00000"/>
              </a:solidFill>
            </a:endParaRPr>
          </a:p>
          <a:p>
            <a:pPr marL="114300" indent="0" algn="just">
              <a:buNone/>
            </a:pPr>
            <a:r>
              <a:rPr lang="en-GB" sz="2400">
                <a:solidFill>
                  <a:schemeClr val="tx1"/>
                </a:solidFill>
              </a:rPr>
              <a:t>The attacker gains access to the model through the car's system or an API and begins systematically querying it. </a:t>
            </a:r>
            <a:endParaRPr lang="en-GB">
              <a:solidFill>
                <a:schemeClr val="tx1"/>
              </a:solidFill>
            </a:endParaRPr>
          </a:p>
          <a:p>
            <a:pPr marL="114300" indent="0" algn="just">
              <a:buNone/>
            </a:pPr>
            <a:endParaRPr lang="en-GB" sz="2400">
              <a:solidFill>
                <a:schemeClr val="tx1"/>
              </a:solidFill>
            </a:endParaRPr>
          </a:p>
          <a:p>
            <a:pPr marL="114300" indent="0" algn="just">
              <a:buNone/>
            </a:pPr>
            <a:r>
              <a:rPr lang="en-GB" sz="2400">
                <a:solidFill>
                  <a:schemeClr val="tx1"/>
                </a:solidFill>
              </a:rPr>
              <a:t>By submitting inputs such as traffic sign images or altered variations, the attacker observes the model's responses, including predictions and confidence scores. </a:t>
            </a:r>
            <a:endParaRPr lang="en-GB">
              <a:solidFill>
                <a:schemeClr val="tx1"/>
              </a:solidFill>
            </a:endParaRPr>
          </a:p>
          <a:p>
            <a:pPr marL="114300" indent="0" algn="just">
              <a:buNone/>
            </a:pPr>
            <a:endParaRPr lang="en-GB" sz="2400">
              <a:solidFill>
                <a:schemeClr val="tx1"/>
              </a:solidFill>
            </a:endParaRPr>
          </a:p>
          <a:p>
            <a:pPr marL="114300" indent="0" algn="just">
              <a:buNone/>
            </a:pPr>
            <a:r>
              <a:rPr lang="en-GB" sz="2400">
                <a:solidFill>
                  <a:schemeClr val="tx1"/>
                </a:solidFill>
              </a:rPr>
              <a:t>Over time, the attacker collects enough input-output pairs to train their own replica model that closely mimics the original’s behaviour.</a:t>
            </a:r>
            <a:endParaRPr lang="en-GB">
              <a:solidFill>
                <a:schemeClr val="tx1"/>
              </a:solidFill>
            </a:endParaRPr>
          </a:p>
          <a:p>
            <a:pPr marL="114300" indent="0">
              <a:buNone/>
            </a:pPr>
            <a:br>
              <a:rPr lang="en-US"/>
            </a:br>
            <a:endParaRPr lang="en-US"/>
          </a:p>
        </p:txBody>
      </p:sp>
    </p:spTree>
    <p:extLst>
      <p:ext uri="{BB962C8B-B14F-4D97-AF65-F5344CB8AC3E}">
        <p14:creationId xmlns:p14="http://schemas.microsoft.com/office/powerpoint/2010/main" val="2973401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00100" y="1778000"/>
            <a:ext cx="10515600" cy="5427663"/>
          </a:xfrm>
        </p:spPr>
        <p:txBody>
          <a:bodyPr>
            <a:normAutofit/>
          </a:bodyPr>
          <a:lstStyle/>
          <a:p>
            <a:pPr marL="114300" indent="0">
              <a:buNone/>
            </a:pPr>
            <a:r>
              <a:rPr lang="en-GB" sz="2400" b="1" i="1">
                <a:solidFill>
                  <a:srgbClr val="C00000"/>
                </a:solidFill>
              </a:rPr>
              <a:t>Adversarial Examples</a:t>
            </a:r>
            <a:endParaRPr lang="en-US"/>
          </a:p>
          <a:p>
            <a:pPr marL="114300" indent="0" algn="just">
              <a:buNone/>
            </a:pPr>
            <a:endParaRPr lang="en-GB" sz="2400" b="1" i="1">
              <a:solidFill>
                <a:srgbClr val="C00000"/>
              </a:solidFill>
            </a:endParaRPr>
          </a:p>
          <a:p>
            <a:pPr marL="114300" indent="0" algn="just">
              <a:buNone/>
            </a:pPr>
            <a:r>
              <a:rPr lang="en-GB" sz="2400">
                <a:solidFill>
                  <a:schemeClr val="tx1"/>
                </a:solidFill>
              </a:rPr>
              <a:t>Adversarial examples are carefully </a:t>
            </a:r>
            <a:r>
              <a:rPr lang="en-GB" sz="2400" b="1">
                <a:solidFill>
                  <a:schemeClr val="tx1"/>
                </a:solidFill>
              </a:rPr>
              <a:t>crafted inputs</a:t>
            </a:r>
            <a:r>
              <a:rPr lang="en-GB" sz="2400">
                <a:solidFill>
                  <a:schemeClr val="tx1"/>
                </a:solidFill>
              </a:rPr>
              <a:t> designed to fool deep learning models by introducing </a:t>
            </a:r>
            <a:r>
              <a:rPr lang="en-GB" sz="2400" b="1">
                <a:solidFill>
                  <a:schemeClr val="tx1"/>
                </a:solidFill>
              </a:rPr>
              <a:t>small perturbations</a:t>
            </a:r>
            <a:r>
              <a:rPr lang="en-GB" sz="2400">
                <a:solidFill>
                  <a:schemeClr val="tx1"/>
                </a:solidFill>
              </a:rPr>
              <a:t> to the input data. These minor changes are </a:t>
            </a:r>
            <a:r>
              <a:rPr lang="en-GB" sz="2400" b="1">
                <a:solidFill>
                  <a:schemeClr val="tx1"/>
                </a:solidFill>
              </a:rPr>
              <a:t>invisible </a:t>
            </a:r>
            <a:r>
              <a:rPr lang="en-GB" sz="2400">
                <a:solidFill>
                  <a:schemeClr val="tx1"/>
                </a:solidFill>
              </a:rPr>
              <a:t>to humans but can mislead even well-performing models into making incorrect predictions. </a:t>
            </a:r>
            <a:endParaRPr lang="en-GB">
              <a:solidFill>
                <a:schemeClr val="tx1"/>
              </a:solidFill>
            </a:endParaRPr>
          </a:p>
          <a:p>
            <a:pPr marL="114300" indent="0" algn="just">
              <a:buNone/>
            </a:pPr>
            <a:endParaRPr lang="en-GB" sz="2400">
              <a:solidFill>
                <a:schemeClr val="tx1"/>
              </a:solidFill>
            </a:endParaRPr>
          </a:p>
          <a:p>
            <a:pPr marL="114300" indent="0" algn="just">
              <a:buNone/>
            </a:pPr>
            <a:r>
              <a:rPr lang="en-GB" sz="2400">
                <a:solidFill>
                  <a:schemeClr val="tx1"/>
                </a:solidFill>
              </a:rPr>
              <a:t>Such attacks </a:t>
            </a:r>
            <a:r>
              <a:rPr lang="en-GB" sz="2400" b="1">
                <a:solidFill>
                  <a:schemeClr val="tx1"/>
                </a:solidFill>
              </a:rPr>
              <a:t>do not require altering the model or its training data</a:t>
            </a:r>
            <a:r>
              <a:rPr lang="en-GB" sz="2400">
                <a:solidFill>
                  <a:schemeClr val="tx1"/>
                </a:solidFill>
              </a:rPr>
              <a:t>—only the input data is tampered with. Depending on the attacker’s goal, they may cause the model to make any incorrect prediction (</a:t>
            </a:r>
            <a:r>
              <a:rPr lang="en-GB" sz="2400" b="1">
                <a:solidFill>
                  <a:schemeClr val="tx1"/>
                </a:solidFill>
              </a:rPr>
              <a:t>untargeted attack</a:t>
            </a:r>
            <a:r>
              <a:rPr lang="en-GB" sz="2400">
                <a:solidFill>
                  <a:schemeClr val="tx1"/>
                </a:solidFill>
              </a:rPr>
              <a:t>) or force a specific misclassification (</a:t>
            </a:r>
            <a:r>
              <a:rPr lang="en-GB" sz="2400" b="1">
                <a:solidFill>
                  <a:schemeClr val="tx1"/>
                </a:solidFill>
              </a:rPr>
              <a:t>targeted attack</a:t>
            </a:r>
            <a:r>
              <a:rPr lang="en-GB" sz="2400">
                <a:solidFill>
                  <a:schemeClr val="tx1"/>
                </a:solidFill>
              </a:rPr>
              <a:t>).</a:t>
            </a:r>
            <a:endParaRPr lang="en-GB">
              <a:solidFill>
                <a:schemeClr val="tx1"/>
              </a:solidFill>
            </a:endParaRPr>
          </a:p>
          <a:p>
            <a:pPr marL="114300" indent="0">
              <a:buNone/>
            </a:pPr>
            <a:br>
              <a:rPr lang="en-US"/>
            </a:br>
            <a:endParaRPr lang="en-US"/>
          </a:p>
        </p:txBody>
      </p:sp>
    </p:spTree>
    <p:extLst>
      <p:ext uri="{BB962C8B-B14F-4D97-AF65-F5344CB8AC3E}">
        <p14:creationId xmlns:p14="http://schemas.microsoft.com/office/powerpoint/2010/main" val="14094330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00100" y="1778000"/>
            <a:ext cx="10515600" cy="5427663"/>
          </a:xfrm>
        </p:spPr>
        <p:txBody>
          <a:bodyPr>
            <a:normAutofit/>
          </a:bodyPr>
          <a:lstStyle/>
          <a:p>
            <a:pPr marL="114300" indent="0">
              <a:buNone/>
            </a:pPr>
            <a:r>
              <a:rPr lang="en-GB" sz="2400" b="1" i="1">
                <a:solidFill>
                  <a:srgbClr val="C00000"/>
                </a:solidFill>
              </a:rPr>
              <a:t>Adversarial Examples </a:t>
            </a:r>
            <a:r>
              <a:rPr lang="en-GB" sz="2400" b="1" i="1">
                <a:solidFill>
                  <a:schemeClr val="tx1"/>
                </a:solidFill>
              </a:rPr>
              <a:t>(example 1/2)</a:t>
            </a:r>
            <a:endParaRPr lang="en-US">
              <a:solidFill>
                <a:schemeClr val="tx1"/>
              </a:solidFill>
            </a:endParaRPr>
          </a:p>
          <a:p>
            <a:pPr marL="114300" indent="0" algn="just">
              <a:buNone/>
            </a:pPr>
            <a:endParaRPr lang="en-GB" sz="2400" b="1" i="1">
              <a:solidFill>
                <a:srgbClr val="C00000"/>
              </a:solidFill>
            </a:endParaRPr>
          </a:p>
          <a:p>
            <a:pPr marL="114300" indent="0" algn="just">
              <a:buNone/>
            </a:pPr>
            <a:r>
              <a:rPr lang="en-GB" sz="2400">
                <a:solidFill>
                  <a:schemeClr val="tx1"/>
                </a:solidFill>
              </a:rPr>
              <a:t>A self-driving car can rely on a machine learning model to classify traffic signs such as Stop signs, or Speed Limit signs. The model will be trained on a robust dataset to ensure accurate performance in varying conditions, such as poor lighting or bad visibility. </a:t>
            </a:r>
            <a:endParaRPr lang="en-GB">
              <a:solidFill>
                <a:schemeClr val="tx1"/>
              </a:solidFill>
            </a:endParaRPr>
          </a:p>
          <a:p>
            <a:pPr marL="114300" indent="0" algn="just">
              <a:buNone/>
            </a:pPr>
            <a:endParaRPr lang="en-GB" sz="2400">
              <a:solidFill>
                <a:schemeClr val="tx1"/>
              </a:solidFill>
            </a:endParaRPr>
          </a:p>
          <a:p>
            <a:pPr marL="114300" indent="0" algn="just">
              <a:buNone/>
            </a:pPr>
            <a:r>
              <a:rPr lang="en-GB" sz="2400">
                <a:solidFill>
                  <a:schemeClr val="tx1"/>
                </a:solidFill>
              </a:rPr>
              <a:t>However, an attacker can use  adversarial examples to exploit the model’s vulnerabilities.</a:t>
            </a:r>
            <a:endParaRPr lang="en-GB">
              <a:solidFill>
                <a:schemeClr val="tx1"/>
              </a:solidFill>
            </a:endParaRPr>
          </a:p>
          <a:p>
            <a:pPr marL="114300" indent="0">
              <a:buNone/>
            </a:pPr>
            <a:br>
              <a:rPr lang="en-US"/>
            </a:br>
            <a:endParaRPr lang="en-US"/>
          </a:p>
        </p:txBody>
      </p:sp>
    </p:spTree>
    <p:extLst>
      <p:ext uri="{BB962C8B-B14F-4D97-AF65-F5344CB8AC3E}">
        <p14:creationId xmlns:p14="http://schemas.microsoft.com/office/powerpoint/2010/main" val="24769587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365-9BAF-6FBE-AC7B-07A38F63071D}"/>
              </a:ext>
            </a:extLst>
          </p:cNvPr>
          <p:cNvSpPr>
            <a:spLocks noGrp="1"/>
          </p:cNvSpPr>
          <p:nvPr>
            <p:ph type="title"/>
          </p:nvPr>
        </p:nvSpPr>
        <p:spPr/>
        <p:txBody>
          <a:bodyPr/>
          <a:lstStyle/>
          <a:p>
            <a:r>
              <a:rPr lang="en-GB"/>
              <a:t>Inference phase - Attacks</a:t>
            </a:r>
          </a:p>
        </p:txBody>
      </p:sp>
      <p:sp>
        <p:nvSpPr>
          <p:cNvPr id="3" name="Text Placeholder 2">
            <a:extLst>
              <a:ext uri="{FF2B5EF4-FFF2-40B4-BE49-F238E27FC236}">
                <a16:creationId xmlns:a16="http://schemas.microsoft.com/office/drawing/2014/main" id="{FF78C02A-9112-C727-E9BC-D1F26D5CFD35}"/>
              </a:ext>
            </a:extLst>
          </p:cNvPr>
          <p:cNvSpPr>
            <a:spLocks noGrp="1"/>
          </p:cNvSpPr>
          <p:nvPr>
            <p:ph type="body" idx="1"/>
          </p:nvPr>
        </p:nvSpPr>
        <p:spPr>
          <a:xfrm>
            <a:off x="800100" y="1778000"/>
            <a:ext cx="10515600" cy="5427663"/>
          </a:xfrm>
        </p:spPr>
        <p:txBody>
          <a:bodyPr>
            <a:normAutofit/>
          </a:bodyPr>
          <a:lstStyle/>
          <a:p>
            <a:pPr marL="114300" indent="0">
              <a:buNone/>
            </a:pPr>
            <a:r>
              <a:rPr lang="en-GB" sz="2400" b="1" i="1" dirty="0">
                <a:solidFill>
                  <a:srgbClr val="C00000"/>
                </a:solidFill>
              </a:rPr>
              <a:t>Adversarial Examples </a:t>
            </a:r>
            <a:r>
              <a:rPr lang="en-GB" sz="2400" b="1" i="1" dirty="0">
                <a:solidFill>
                  <a:schemeClr val="tx1"/>
                </a:solidFill>
              </a:rPr>
              <a:t>(example 2/2)</a:t>
            </a:r>
            <a:endParaRPr lang="en-US" dirty="0">
              <a:solidFill>
                <a:schemeClr val="tx1"/>
              </a:solidFill>
            </a:endParaRPr>
          </a:p>
          <a:p>
            <a:pPr marL="114300" indent="0" algn="just">
              <a:buNone/>
            </a:pPr>
            <a:endParaRPr lang="en-GB" sz="2400" b="1" i="1">
              <a:solidFill>
                <a:srgbClr val="C00000"/>
              </a:solidFill>
            </a:endParaRPr>
          </a:p>
          <a:p>
            <a:pPr marL="114300" indent="0" algn="just">
              <a:buNone/>
            </a:pPr>
            <a:r>
              <a:rPr lang="en-GB" sz="2400" dirty="0">
                <a:solidFill>
                  <a:schemeClr val="tx1"/>
                </a:solidFill>
              </a:rPr>
              <a:t>By slightly modifying an image—such as altering pixel values slightly—the attacker introduces changes that are </a:t>
            </a:r>
            <a:r>
              <a:rPr lang="en-GB" sz="2400" b="1" dirty="0">
                <a:solidFill>
                  <a:schemeClr val="tx1"/>
                </a:solidFill>
              </a:rPr>
              <a:t>invisible </a:t>
            </a:r>
            <a:r>
              <a:rPr lang="en-GB" sz="2400" dirty="0">
                <a:solidFill>
                  <a:schemeClr val="tx1"/>
                </a:solidFill>
              </a:rPr>
              <a:t>to the human eye but deliberately designed to </a:t>
            </a:r>
            <a:r>
              <a:rPr lang="en-GB" sz="2400" b="1" dirty="0">
                <a:solidFill>
                  <a:schemeClr val="tx1"/>
                </a:solidFill>
              </a:rPr>
              <a:t>confuse </a:t>
            </a:r>
            <a:r>
              <a:rPr lang="en-GB" sz="2400" dirty="0">
                <a:solidFill>
                  <a:schemeClr val="tx1"/>
                </a:solidFill>
              </a:rPr>
              <a:t>the model. </a:t>
            </a:r>
            <a:endParaRPr lang="en-GB">
              <a:solidFill>
                <a:schemeClr val="tx1"/>
              </a:solidFill>
            </a:endParaRPr>
          </a:p>
          <a:p>
            <a:pPr marL="114300" indent="0" algn="just">
              <a:buNone/>
            </a:pPr>
            <a:endParaRPr lang="en-GB" sz="2400">
              <a:solidFill>
                <a:schemeClr val="tx1"/>
              </a:solidFill>
            </a:endParaRPr>
          </a:p>
          <a:p>
            <a:pPr marL="114300" indent="0" algn="just">
              <a:buNone/>
            </a:pPr>
            <a:r>
              <a:rPr lang="en-GB" sz="2400" dirty="0">
                <a:solidFill>
                  <a:schemeClr val="tx1"/>
                </a:solidFill>
              </a:rPr>
              <a:t>When this adversarial example is deployed in a real-world scenario, the self-driving car may misclassify the manipulated Stop sign as a Speed Limit sign, leading to a failure to stop and potentially causing dangerous accidents.</a:t>
            </a:r>
            <a:endParaRPr lang="en-GB" dirty="0">
              <a:solidFill>
                <a:schemeClr val="tx1"/>
              </a:solidFill>
            </a:endParaRPr>
          </a:p>
          <a:p>
            <a:pPr marL="114300" indent="0">
              <a:buNone/>
            </a:pPr>
            <a:br>
              <a:rPr lang="en-US" dirty="0"/>
            </a:br>
            <a:endParaRPr lang="en-US"/>
          </a:p>
        </p:txBody>
      </p:sp>
    </p:spTree>
    <p:extLst>
      <p:ext uri="{BB962C8B-B14F-4D97-AF65-F5344CB8AC3E}">
        <p14:creationId xmlns:p14="http://schemas.microsoft.com/office/powerpoint/2010/main" val="1150289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EF5D5-A411-EE55-7708-C8BB49319923}"/>
              </a:ext>
            </a:extLst>
          </p:cNvPr>
          <p:cNvSpPr>
            <a:spLocks noGrp="1"/>
          </p:cNvSpPr>
          <p:nvPr>
            <p:ph type="title"/>
          </p:nvPr>
        </p:nvSpPr>
        <p:spPr/>
        <p:txBody>
          <a:bodyPr/>
          <a:lstStyle/>
          <a:p>
            <a:r>
              <a:rPr lang="en-GB" dirty="0"/>
              <a:t>Inference phase - Attacks</a:t>
            </a:r>
            <a:endParaRPr lang="en-US" dirty="0"/>
          </a:p>
        </p:txBody>
      </p:sp>
      <p:sp>
        <p:nvSpPr>
          <p:cNvPr id="3" name="Text Placeholder 2">
            <a:extLst>
              <a:ext uri="{FF2B5EF4-FFF2-40B4-BE49-F238E27FC236}">
                <a16:creationId xmlns:a16="http://schemas.microsoft.com/office/drawing/2014/main" id="{BFDFBD0E-9EA4-5EDD-6523-FDCC4269D646}"/>
              </a:ext>
            </a:extLst>
          </p:cNvPr>
          <p:cNvSpPr>
            <a:spLocks noGrp="1"/>
          </p:cNvSpPr>
          <p:nvPr>
            <p:ph type="body" idx="1"/>
          </p:nvPr>
        </p:nvSpPr>
        <p:spPr/>
        <p:txBody>
          <a:bodyPr/>
          <a:lstStyle/>
          <a:p>
            <a:pPr marL="114300" indent="0">
              <a:buNone/>
            </a:pPr>
            <a:r>
              <a:rPr lang="en-GB" dirty="0"/>
              <a:t>Starting with the image of a panda, the attacker adds small perturbations (distortions) to the original image, which results in the model labelling this image as a gibbon, with high confidence. </a:t>
            </a:r>
            <a:endParaRPr lang="en-US"/>
          </a:p>
        </p:txBody>
      </p:sp>
      <p:pic>
        <p:nvPicPr>
          <p:cNvPr id="4" name="Picture 3">
            <a:extLst>
              <a:ext uri="{FF2B5EF4-FFF2-40B4-BE49-F238E27FC236}">
                <a16:creationId xmlns:a16="http://schemas.microsoft.com/office/drawing/2014/main" id="{4F014C2C-108E-0E72-C6C2-8534981E7F59}"/>
              </a:ext>
            </a:extLst>
          </p:cNvPr>
          <p:cNvPicPr>
            <a:picLocks noChangeAspect="1"/>
          </p:cNvPicPr>
          <p:nvPr/>
        </p:nvPicPr>
        <p:blipFill>
          <a:blip r:embed="rId2"/>
          <a:stretch>
            <a:fillRect/>
          </a:stretch>
        </p:blipFill>
        <p:spPr>
          <a:xfrm>
            <a:off x="2767012" y="3233281"/>
            <a:ext cx="6657975" cy="2667000"/>
          </a:xfrm>
          <a:prstGeom prst="rect">
            <a:avLst/>
          </a:prstGeom>
        </p:spPr>
      </p:pic>
    </p:spTree>
    <p:extLst>
      <p:ext uri="{BB962C8B-B14F-4D97-AF65-F5344CB8AC3E}">
        <p14:creationId xmlns:p14="http://schemas.microsoft.com/office/powerpoint/2010/main" val="25390806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22C26-2107-C0F2-A45F-052FECFA326A}"/>
              </a:ext>
            </a:extLst>
          </p:cNvPr>
          <p:cNvSpPr>
            <a:spLocks noGrp="1"/>
          </p:cNvSpPr>
          <p:nvPr>
            <p:ph type="title"/>
          </p:nvPr>
        </p:nvSpPr>
        <p:spPr/>
        <p:txBody>
          <a:bodyPr/>
          <a:lstStyle/>
          <a:p>
            <a:r>
              <a:rPr lang="en-GB"/>
              <a:t>Summary</a:t>
            </a:r>
          </a:p>
        </p:txBody>
      </p:sp>
      <p:graphicFrame>
        <p:nvGraphicFramePr>
          <p:cNvPr id="6" name="Table 5">
            <a:extLst>
              <a:ext uri="{FF2B5EF4-FFF2-40B4-BE49-F238E27FC236}">
                <a16:creationId xmlns:a16="http://schemas.microsoft.com/office/drawing/2014/main" id="{D8B45918-9B12-6B58-B75E-7F37455D4EA5}"/>
              </a:ext>
            </a:extLst>
          </p:cNvPr>
          <p:cNvGraphicFramePr>
            <a:graphicFrameLocks noGrp="1"/>
          </p:cNvGraphicFramePr>
          <p:nvPr>
            <p:extLst>
              <p:ext uri="{D42A27DB-BD31-4B8C-83A1-F6EECF244321}">
                <p14:modId xmlns:p14="http://schemas.microsoft.com/office/powerpoint/2010/main" val="3308715263"/>
              </p:ext>
            </p:extLst>
          </p:nvPr>
        </p:nvGraphicFramePr>
        <p:xfrm>
          <a:off x="1531055" y="2441222"/>
          <a:ext cx="9121138" cy="1600867"/>
        </p:xfrm>
        <a:graphic>
          <a:graphicData uri="http://schemas.openxmlformats.org/drawingml/2006/table">
            <a:tbl>
              <a:tblPr firstRow="1" bandRow="1">
                <a:tableStyleId>{3C2FFA5D-87B4-456A-9821-1D502468CF0F}</a:tableStyleId>
              </a:tblPr>
              <a:tblGrid>
                <a:gridCol w="922575">
                  <a:extLst>
                    <a:ext uri="{9D8B030D-6E8A-4147-A177-3AD203B41FA5}">
                      <a16:colId xmlns:a16="http://schemas.microsoft.com/office/drawing/2014/main" val="1229074941"/>
                    </a:ext>
                  </a:extLst>
                </a:gridCol>
                <a:gridCol w="2085472">
                  <a:extLst>
                    <a:ext uri="{9D8B030D-6E8A-4147-A177-3AD203B41FA5}">
                      <a16:colId xmlns:a16="http://schemas.microsoft.com/office/drawing/2014/main" val="3876746172"/>
                    </a:ext>
                  </a:extLst>
                </a:gridCol>
                <a:gridCol w="2224505">
                  <a:extLst>
                    <a:ext uri="{9D8B030D-6E8A-4147-A177-3AD203B41FA5}">
                      <a16:colId xmlns:a16="http://schemas.microsoft.com/office/drawing/2014/main" val="2548899004"/>
                    </a:ext>
                  </a:extLst>
                </a:gridCol>
                <a:gridCol w="1957135">
                  <a:extLst>
                    <a:ext uri="{9D8B030D-6E8A-4147-A177-3AD203B41FA5}">
                      <a16:colId xmlns:a16="http://schemas.microsoft.com/office/drawing/2014/main" val="728108139"/>
                    </a:ext>
                  </a:extLst>
                </a:gridCol>
                <a:gridCol w="1931451">
                  <a:extLst>
                    <a:ext uri="{9D8B030D-6E8A-4147-A177-3AD203B41FA5}">
                      <a16:colId xmlns:a16="http://schemas.microsoft.com/office/drawing/2014/main" val="1172255445"/>
                    </a:ext>
                  </a:extLst>
                </a:gridCol>
              </a:tblGrid>
              <a:tr h="520699">
                <a:tc>
                  <a:txBody>
                    <a:bodyPr/>
                    <a:lstStyle/>
                    <a:p>
                      <a:pPr lvl="0">
                        <a:buNone/>
                      </a:pPr>
                      <a:r>
                        <a:rPr lang="en-GB" dirty="0"/>
                        <a:t>Aspect</a:t>
                      </a:r>
                      <a:endParaRPr lang="en-US" dirty="0"/>
                    </a:p>
                  </a:txBody>
                  <a:tcPr/>
                </a:tc>
                <a:tc>
                  <a:txBody>
                    <a:bodyPr/>
                    <a:lstStyle/>
                    <a:p>
                      <a:pPr lvl="0">
                        <a:buNone/>
                      </a:pPr>
                      <a:r>
                        <a:rPr lang="en-GB" sz="1400" u="none" strike="noStrike" noProof="0" dirty="0"/>
                        <a:t>Model Inversion Attacks</a:t>
                      </a:r>
                      <a:endParaRPr lang="en-US" dirty="0"/>
                    </a:p>
                  </a:txBody>
                  <a:tcPr/>
                </a:tc>
                <a:tc>
                  <a:txBody>
                    <a:bodyPr/>
                    <a:lstStyle/>
                    <a:p>
                      <a:r>
                        <a:rPr lang="en-GB" sz="1400" u="none" strike="noStrike" noProof="0" dirty="0"/>
                        <a:t>Membership Inference Attacks</a:t>
                      </a:r>
                      <a:endParaRPr lang="en-GB" dirty="0"/>
                    </a:p>
                  </a:txBody>
                  <a:tcPr/>
                </a:tc>
                <a:tc>
                  <a:txBody>
                    <a:bodyPr/>
                    <a:lstStyle/>
                    <a:p>
                      <a:r>
                        <a:rPr lang="en-GB" dirty="0"/>
                        <a:t>Model Extraction Attacks</a:t>
                      </a:r>
                      <a:endParaRPr lang="en-GB" sz="1400" u="none" strike="noStrike" noProof="0" dirty="0"/>
                    </a:p>
                  </a:txBody>
                  <a:tcPr/>
                </a:tc>
                <a:tc>
                  <a:txBody>
                    <a:bodyPr/>
                    <a:lstStyle/>
                    <a:p>
                      <a:pPr lvl="0">
                        <a:buNone/>
                      </a:pPr>
                      <a:r>
                        <a:rPr lang="en-GB" sz="1400" u="none" strike="noStrike" noProof="0" dirty="0"/>
                        <a:t>Adversarial Examples</a:t>
                      </a:r>
                    </a:p>
                  </a:txBody>
                  <a:tcPr/>
                </a:tc>
                <a:extLst>
                  <a:ext uri="{0D108BD9-81ED-4DB2-BD59-A6C34878D82A}">
                    <a16:rowId xmlns:a16="http://schemas.microsoft.com/office/drawing/2014/main" val="4212279014"/>
                  </a:ext>
                </a:extLst>
              </a:tr>
              <a:tr h="1080168">
                <a:tc>
                  <a:txBody>
                    <a:bodyPr/>
                    <a:lstStyle/>
                    <a:p>
                      <a:r>
                        <a:rPr lang="en-GB" b="1" dirty="0"/>
                        <a:t>Goal</a:t>
                      </a:r>
                    </a:p>
                  </a:txBody>
                  <a:tcPr/>
                </a:tc>
                <a:tc>
                  <a:txBody>
                    <a:bodyPr/>
                    <a:lstStyle/>
                    <a:p>
                      <a:pPr lvl="0">
                        <a:buNone/>
                      </a:pPr>
                      <a:r>
                        <a:rPr lang="en-GB" sz="1400" b="0" i="0" u="none" strike="noStrike" noProof="0" dirty="0">
                          <a:latin typeface="Calibri"/>
                        </a:rPr>
                        <a:t>Reconstruct the original training data used to train a model.</a:t>
                      </a:r>
                    </a:p>
                  </a:txBody>
                  <a:tcPr/>
                </a:tc>
                <a:tc>
                  <a:txBody>
                    <a:bodyPr/>
                    <a:lstStyle/>
                    <a:p>
                      <a:pPr lvl="0">
                        <a:buNone/>
                      </a:pPr>
                      <a:r>
                        <a:rPr lang="en-GB" sz="1400" b="0" i="0" u="none" strike="noStrike" noProof="0" dirty="0">
                          <a:latin typeface="Calibri"/>
                        </a:rPr>
                        <a:t>Determine whether a specific data sample was part of the training dataset.</a:t>
                      </a:r>
                    </a:p>
                  </a:txBody>
                  <a:tcPr/>
                </a:tc>
                <a:tc>
                  <a:txBody>
                    <a:bodyPr/>
                    <a:lstStyle/>
                    <a:p>
                      <a:pPr lvl="0">
                        <a:buNone/>
                      </a:pPr>
                      <a:r>
                        <a:rPr lang="en-GB" sz="1400" b="0" i="0" u="none" strike="noStrike" noProof="0" dirty="0">
                          <a:latin typeface="Calibri"/>
                        </a:rPr>
                        <a:t>Replicate or approximate a target machine learning model.</a:t>
                      </a:r>
                    </a:p>
                  </a:txBody>
                  <a:tcPr/>
                </a:tc>
                <a:tc>
                  <a:txBody>
                    <a:bodyPr/>
                    <a:lstStyle/>
                    <a:p>
                      <a:pPr lvl="0">
                        <a:buNone/>
                      </a:pPr>
                      <a:r>
                        <a:rPr lang="en-GB" sz="1400" b="0" i="0" u="none" strike="noStrike" noProof="0" dirty="0">
                          <a:latin typeface="Calibri"/>
                        </a:rPr>
                        <a:t>Fool the model into making incorrect predictions by altering input data.</a:t>
                      </a:r>
                    </a:p>
                  </a:txBody>
                  <a:tcPr/>
                </a:tc>
                <a:extLst>
                  <a:ext uri="{0D108BD9-81ED-4DB2-BD59-A6C34878D82A}">
                    <a16:rowId xmlns:a16="http://schemas.microsoft.com/office/drawing/2014/main" val="2432280265"/>
                  </a:ext>
                </a:extLst>
              </a:tr>
            </a:tbl>
          </a:graphicData>
        </a:graphic>
      </p:graphicFrame>
    </p:spTree>
    <p:extLst>
      <p:ext uri="{BB962C8B-B14F-4D97-AF65-F5344CB8AC3E}">
        <p14:creationId xmlns:p14="http://schemas.microsoft.com/office/powerpoint/2010/main" val="4138112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a:t>Integration phase</a:t>
            </a:r>
            <a:endParaRPr lang="en-US"/>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2190261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8DA2-A832-9ACE-1F6B-027C67E91AEE}"/>
              </a:ext>
            </a:extLst>
          </p:cNvPr>
          <p:cNvSpPr>
            <a:spLocks noGrp="1"/>
          </p:cNvSpPr>
          <p:nvPr>
            <p:ph type="title"/>
          </p:nvPr>
        </p:nvSpPr>
        <p:spPr/>
        <p:txBody>
          <a:bodyPr/>
          <a:lstStyle/>
          <a:p>
            <a:r>
              <a:rPr lang="en-GB"/>
              <a:t>Integration phase - Overview</a:t>
            </a:r>
          </a:p>
        </p:txBody>
      </p:sp>
      <p:sp>
        <p:nvSpPr>
          <p:cNvPr id="3" name="Text Placeholder 2">
            <a:extLst>
              <a:ext uri="{FF2B5EF4-FFF2-40B4-BE49-F238E27FC236}">
                <a16:creationId xmlns:a16="http://schemas.microsoft.com/office/drawing/2014/main" id="{EB1DFA5E-8281-812C-118F-02577CC8C5F7}"/>
              </a:ext>
            </a:extLst>
          </p:cNvPr>
          <p:cNvSpPr>
            <a:spLocks noGrp="1"/>
          </p:cNvSpPr>
          <p:nvPr>
            <p:ph type="body" idx="1"/>
          </p:nvPr>
        </p:nvSpPr>
        <p:spPr/>
        <p:txBody>
          <a:bodyPr/>
          <a:lstStyle/>
          <a:p>
            <a:pPr marL="114300" indent="0">
              <a:buNone/>
            </a:pPr>
            <a:r>
              <a:rPr lang="en-GB" sz="2400"/>
              <a:t>The integration phase in AI refers to the process of embedding an AI model into its intended operational environment, making it functional within a broader system or application. </a:t>
            </a:r>
            <a:endParaRPr lang="en-US" sz="2400"/>
          </a:p>
          <a:p>
            <a:pPr marL="114300" indent="0">
              <a:buNone/>
            </a:pPr>
            <a:endParaRPr lang="en-GB" sz="2400"/>
          </a:p>
          <a:p>
            <a:pPr marL="114300" indent="0">
              <a:buNone/>
            </a:pPr>
            <a:r>
              <a:rPr lang="en-GB" sz="2400"/>
              <a:t>It acts as the bridge between training (where the model learns from data) and inference (where the model makes predictions or decisions).</a:t>
            </a:r>
            <a:endParaRPr lang="en-US" sz="2400"/>
          </a:p>
        </p:txBody>
      </p:sp>
    </p:spTree>
    <p:extLst>
      <p:ext uri="{BB962C8B-B14F-4D97-AF65-F5344CB8AC3E}">
        <p14:creationId xmlns:p14="http://schemas.microsoft.com/office/powerpoint/2010/main" val="3294825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8DA2-A832-9ACE-1F6B-027C67E91AEE}"/>
              </a:ext>
            </a:extLst>
          </p:cNvPr>
          <p:cNvSpPr>
            <a:spLocks noGrp="1"/>
          </p:cNvSpPr>
          <p:nvPr>
            <p:ph type="title"/>
          </p:nvPr>
        </p:nvSpPr>
        <p:spPr/>
        <p:txBody>
          <a:bodyPr/>
          <a:lstStyle/>
          <a:p>
            <a:r>
              <a:rPr lang="en-GB"/>
              <a:t>Integration phase</a:t>
            </a:r>
          </a:p>
        </p:txBody>
      </p:sp>
      <p:sp>
        <p:nvSpPr>
          <p:cNvPr id="3" name="Text Placeholder 2">
            <a:extLst>
              <a:ext uri="{FF2B5EF4-FFF2-40B4-BE49-F238E27FC236}">
                <a16:creationId xmlns:a16="http://schemas.microsoft.com/office/drawing/2014/main" id="{EB1DFA5E-8281-812C-118F-02577CC8C5F7}"/>
              </a:ext>
            </a:extLst>
          </p:cNvPr>
          <p:cNvSpPr>
            <a:spLocks noGrp="1"/>
          </p:cNvSpPr>
          <p:nvPr>
            <p:ph type="body" idx="1"/>
          </p:nvPr>
        </p:nvSpPr>
        <p:spPr/>
        <p:txBody>
          <a:bodyPr>
            <a:normAutofit/>
          </a:bodyPr>
          <a:lstStyle/>
          <a:p>
            <a:pPr marL="114300" indent="0">
              <a:buNone/>
            </a:pPr>
            <a:r>
              <a:rPr lang="en-GB" sz="2400" dirty="0"/>
              <a:t>Confidentiality of AI includes data confidentiality and model confidentiality. Confidentiality of AI is generally explicitly related to model </a:t>
            </a:r>
            <a:r>
              <a:rPr lang="en-GB" sz="2400" b="1" dirty="0"/>
              <a:t>privacy</a:t>
            </a:r>
            <a:r>
              <a:rPr lang="en-GB" sz="2400" dirty="0"/>
              <a:t>, though it can also (indirectly) result in </a:t>
            </a:r>
            <a:r>
              <a:rPr lang="en-GB" sz="2400" b="1" dirty="0"/>
              <a:t>security </a:t>
            </a:r>
            <a:r>
              <a:rPr lang="en-GB" sz="2400" dirty="0"/>
              <a:t>issues, such as model inversion and model extraction. </a:t>
            </a:r>
            <a:endParaRPr lang="en-US" sz="2400" dirty="0"/>
          </a:p>
        </p:txBody>
      </p:sp>
    </p:spTree>
    <p:extLst>
      <p:ext uri="{BB962C8B-B14F-4D97-AF65-F5344CB8AC3E}">
        <p14:creationId xmlns:p14="http://schemas.microsoft.com/office/powerpoint/2010/main" val="41802170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3475A-323E-FEFA-1E0A-ADACF294CBAF}"/>
              </a:ext>
            </a:extLst>
          </p:cNvPr>
          <p:cNvSpPr>
            <a:spLocks noGrp="1"/>
          </p:cNvSpPr>
          <p:nvPr>
            <p:ph type="title"/>
          </p:nvPr>
        </p:nvSpPr>
        <p:spPr/>
        <p:txBody>
          <a:bodyPr/>
          <a:lstStyle/>
          <a:p>
            <a:r>
              <a:rPr lang="en-GB"/>
              <a:t>Conclusions</a:t>
            </a:r>
          </a:p>
        </p:txBody>
      </p:sp>
      <p:sp>
        <p:nvSpPr>
          <p:cNvPr id="3" name="Text Placeholder 2">
            <a:extLst>
              <a:ext uri="{FF2B5EF4-FFF2-40B4-BE49-F238E27FC236}">
                <a16:creationId xmlns:a16="http://schemas.microsoft.com/office/drawing/2014/main" id="{405D496A-F8B2-1BFB-7287-52F7E618DC42}"/>
              </a:ext>
            </a:extLst>
          </p:cNvPr>
          <p:cNvSpPr>
            <a:spLocks noGrp="1"/>
          </p:cNvSpPr>
          <p:nvPr>
            <p:ph type="body" idx="1"/>
          </p:nvPr>
        </p:nvSpPr>
        <p:spPr/>
        <p:txBody>
          <a:bodyPr/>
          <a:lstStyle/>
          <a:p>
            <a:r>
              <a:rPr lang="en-GB" sz="2400" dirty="0"/>
              <a:t>Data Collection</a:t>
            </a:r>
          </a:p>
          <a:p>
            <a:pPr lvl="1"/>
            <a:r>
              <a:rPr lang="en-GB" sz="2000" dirty="0"/>
              <a:t>Data Bias</a:t>
            </a:r>
          </a:p>
          <a:p>
            <a:pPr lvl="1"/>
            <a:r>
              <a:rPr lang="en-GB" sz="2000" dirty="0"/>
              <a:t>Sensor Spoofing Attack</a:t>
            </a:r>
          </a:p>
          <a:p>
            <a:r>
              <a:rPr lang="en-GB" sz="2400" dirty="0"/>
              <a:t>Data Pre-processing</a:t>
            </a:r>
          </a:p>
          <a:p>
            <a:pPr lvl="1"/>
            <a:r>
              <a:rPr lang="en-GB" sz="2000" dirty="0"/>
              <a:t>Data Leakage</a:t>
            </a:r>
          </a:p>
          <a:p>
            <a:r>
              <a:rPr lang="en-GB" sz="2400" dirty="0"/>
              <a:t>Training </a:t>
            </a:r>
          </a:p>
          <a:p>
            <a:pPr lvl="1"/>
            <a:r>
              <a:rPr lang="en-GB" sz="2000" dirty="0"/>
              <a:t>Poisoning (Availability/Integrity)</a:t>
            </a:r>
          </a:p>
          <a:p>
            <a:r>
              <a:rPr lang="en-GB" sz="2400" dirty="0"/>
              <a:t>Inference</a:t>
            </a:r>
          </a:p>
          <a:p>
            <a:pPr lvl="1"/>
            <a:r>
              <a:rPr lang="en-GB" sz="2000" dirty="0"/>
              <a:t>Membership Inference </a:t>
            </a:r>
          </a:p>
          <a:p>
            <a:pPr lvl="1"/>
            <a:r>
              <a:rPr lang="en-GB" sz="2000" dirty="0"/>
              <a:t>Adversarial Examples</a:t>
            </a:r>
          </a:p>
          <a:p>
            <a:pPr lvl="1"/>
            <a:endParaRPr lang="en-GB" sz="2000"/>
          </a:p>
          <a:p>
            <a:pPr lvl="1"/>
            <a:endParaRPr lang="en-GB" sz="2000"/>
          </a:p>
          <a:p>
            <a:pPr marL="571500" lvl="1" indent="0">
              <a:buNone/>
            </a:pPr>
            <a:endParaRPr lang="en-GB" sz="2000"/>
          </a:p>
          <a:p>
            <a:endParaRPr lang="en-GB"/>
          </a:p>
          <a:p>
            <a:pPr lvl="1"/>
            <a:endParaRPr lang="en-GB"/>
          </a:p>
          <a:p>
            <a:endParaRPr lang="en-GB"/>
          </a:p>
        </p:txBody>
      </p:sp>
      <p:pic>
        <p:nvPicPr>
          <p:cNvPr id="4" name="Picture 3" descr="Institute for Applied AI - Selected Topics in Deep Learning - #1  Adversarial Attacks: Introduction">
            <a:extLst>
              <a:ext uri="{FF2B5EF4-FFF2-40B4-BE49-F238E27FC236}">
                <a16:creationId xmlns:a16="http://schemas.microsoft.com/office/drawing/2014/main" id="{3D8847BC-16A2-B677-25C8-E23A2F5728F4}"/>
              </a:ext>
            </a:extLst>
          </p:cNvPr>
          <p:cNvPicPr>
            <a:picLocks noChangeAspect="1"/>
          </p:cNvPicPr>
          <p:nvPr/>
        </p:nvPicPr>
        <p:blipFill>
          <a:blip r:embed="rId2"/>
          <a:stretch>
            <a:fillRect/>
          </a:stretch>
        </p:blipFill>
        <p:spPr>
          <a:xfrm>
            <a:off x="6503377" y="3704828"/>
            <a:ext cx="4369265" cy="11691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1381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Front pag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Θέμα του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4F42BB571C174A8CFFD983452FCC05" ma:contentTypeVersion="12" ma:contentTypeDescription="Create a new document." ma:contentTypeScope="" ma:versionID="be7498dd9c4512a837f461ead69e4c34">
  <xsd:schema xmlns:xsd="http://www.w3.org/2001/XMLSchema" xmlns:xs="http://www.w3.org/2001/XMLSchema" xmlns:p="http://schemas.microsoft.com/office/2006/metadata/properties" xmlns:ns2="d608b43f-bfac-4116-ae2f-2654f04dc4f2" xmlns:ns3="f05f1c5d-c52e-4d54-83d1-a52e4aeefd52" targetNamespace="http://schemas.microsoft.com/office/2006/metadata/properties" ma:root="true" ma:fieldsID="07f14bcc0f87e48c34d5d33dedee0072" ns2:_="" ns3:_="">
    <xsd:import namespace="d608b43f-bfac-4116-ae2f-2654f04dc4f2"/>
    <xsd:import namespace="f05f1c5d-c52e-4d54-83d1-a52e4aeefd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08b43f-bfac-4116-ae2f-2654f04dc4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1a16348-86a9-4153-a534-716e536704a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5f1c5d-c52e-4d54-83d1-a52e4aeefd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be773a3-2a48-487a-a9d1-73543309e2e9}" ma:internalName="TaxCatchAll" ma:showField="CatchAllData" ma:web="f05f1c5d-c52e-4d54-83d1-a52e4aeefd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08b43f-bfac-4116-ae2f-2654f04dc4f2">
      <Terms xmlns="http://schemas.microsoft.com/office/infopath/2007/PartnerControls"/>
    </lcf76f155ced4ddcb4097134ff3c332f>
    <TaxCatchAll xmlns="f05f1c5d-c52e-4d54-83d1-a52e4aeefd52" xsi:nil="true"/>
  </documentManagement>
</p:properties>
</file>

<file path=customXml/itemProps1.xml><?xml version="1.0" encoding="utf-8"?>
<ds:datastoreItem xmlns:ds="http://schemas.openxmlformats.org/officeDocument/2006/customXml" ds:itemID="{8ADEC367-FF7F-479E-88E7-D0A1D3E8F7B0}">
  <ds:schemaRefs>
    <ds:schemaRef ds:uri="d608b43f-bfac-4116-ae2f-2654f04dc4f2"/>
    <ds:schemaRef ds:uri="f05f1c5d-c52e-4d54-83d1-a52e4aeefd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69F4A0-6C23-4043-9EE0-4B49707EA94B}">
  <ds:schemaRefs>
    <ds:schemaRef ds:uri="http://schemas.microsoft.com/sharepoint/v3/contenttype/forms"/>
  </ds:schemaRefs>
</ds:datastoreItem>
</file>

<file path=customXml/itemProps3.xml><?xml version="1.0" encoding="utf-8"?>
<ds:datastoreItem xmlns:ds="http://schemas.openxmlformats.org/officeDocument/2006/customXml" ds:itemID="{C01E25CC-ECC0-4EC5-A31C-2C11B6AFECF6}">
  <ds:schemaRefs>
    <ds:schemaRef ds:uri="d608b43f-bfac-4116-ae2f-2654f04dc4f2"/>
    <ds:schemaRef ds:uri="f05f1c5d-c52e-4d54-83d1-a52e4aeefd52"/>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53</Slides>
  <Notes>2</Notes>
  <HiddenSlides>0</HiddenSlides>
  <ScaleCrop>false</ScaleCrop>
  <HeadingPairs>
    <vt:vector size="4" baseType="variant">
      <vt:variant>
        <vt:lpstr>Theme</vt:lpstr>
      </vt:variant>
      <vt:variant>
        <vt:i4>2</vt:i4>
      </vt:variant>
      <vt:variant>
        <vt:lpstr>Slide Titles</vt:lpstr>
      </vt:variant>
      <vt:variant>
        <vt:i4>53</vt:i4>
      </vt:variant>
    </vt:vector>
  </HeadingPairs>
  <TitlesOfParts>
    <vt:vector size="55" baseType="lpstr">
      <vt:lpstr>2_Front page</vt:lpstr>
      <vt:lpstr>Θέμα του Office</vt:lpstr>
      <vt:lpstr>Task 3.1 State-of-the-Art, Threat model and Technical Specifications</vt:lpstr>
      <vt:lpstr>Single Model Paradigm</vt:lpstr>
      <vt:lpstr>PowerPoint Presentation</vt:lpstr>
      <vt:lpstr>Data Collection phase</vt:lpstr>
      <vt:lpstr>Data Collection phase - Overview</vt:lpstr>
      <vt:lpstr>Data Collection phase - Attacks</vt:lpstr>
      <vt:lpstr>Data Collection phase – Attacks</vt:lpstr>
      <vt:lpstr>Data Collection phase – Attacks</vt:lpstr>
      <vt:lpstr>Data Collection phase – Attacks</vt:lpstr>
      <vt:lpstr>Data Collection phase – Attacks</vt:lpstr>
      <vt:lpstr>Data Pre-processing phase</vt:lpstr>
      <vt:lpstr>Data Pre-processing phase - Overview</vt:lpstr>
      <vt:lpstr>Data Pre-processing phase - Attacks</vt:lpstr>
      <vt:lpstr>Data Pre-processing phase - Attacks</vt:lpstr>
      <vt:lpstr>Data Pre-processing phase - Attacks</vt:lpstr>
      <vt:lpstr>Data Pre-processing phase - Attacks</vt:lpstr>
      <vt:lpstr>Data Pre-processing phase - Attacks</vt:lpstr>
      <vt:lpstr>Training phase</vt:lpstr>
      <vt:lpstr>Training phase - Overview</vt:lpstr>
      <vt:lpstr>Training phase - Attacks</vt:lpstr>
      <vt:lpstr>Training phase - Attacks</vt:lpstr>
      <vt:lpstr>Training phase - Attacks</vt:lpstr>
      <vt:lpstr>Training phase - Attacks</vt:lpstr>
      <vt:lpstr>Training phase - Attacks</vt:lpstr>
      <vt:lpstr>Training phase - Attacks</vt:lpstr>
      <vt:lpstr>Training phase - Attacks</vt:lpstr>
      <vt:lpstr>Training phase - Attacks</vt:lpstr>
      <vt:lpstr>Training phase – Attacks</vt:lpstr>
      <vt:lpstr>Training phase - Attacks</vt:lpstr>
      <vt:lpstr>Summary</vt:lpstr>
      <vt:lpstr>Inference phase</vt:lpstr>
      <vt:lpstr>Inference phase - Overview</vt:lpstr>
      <vt:lpstr>Inference phase - Attacks</vt:lpstr>
      <vt:lpstr>Inference phase - Attacks</vt:lpstr>
      <vt:lpstr>Inference phase - Attacks</vt:lpstr>
      <vt:lpstr>Inference phase - Attacks</vt:lpstr>
      <vt:lpstr>Inference phase - Attacks</vt:lpstr>
      <vt:lpstr>Inference phase - Attacks</vt:lpstr>
      <vt:lpstr>Inference phase - Attacks</vt:lpstr>
      <vt:lpstr>Inference phase - Attacks</vt:lpstr>
      <vt:lpstr>Inference phase - Attacks</vt:lpstr>
      <vt:lpstr>Inference phase - Attacks</vt:lpstr>
      <vt:lpstr>Inference phase - Attacks</vt:lpstr>
      <vt:lpstr>Inference phase - Attacks</vt:lpstr>
      <vt:lpstr>Inference phase - Attacks</vt:lpstr>
      <vt:lpstr>Inference phase - Attacks</vt:lpstr>
      <vt:lpstr>Inference phase - Attacks</vt:lpstr>
      <vt:lpstr>Summary</vt:lpstr>
      <vt:lpstr>Integration phase</vt:lpstr>
      <vt:lpstr>Integration phase - Overview</vt:lpstr>
      <vt:lpstr>Integration phase</vt:lpstr>
      <vt:lpstr>Conclusions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ASTERIOS STROUMPOULIS</dc:creator>
  <cp:revision>120</cp:revision>
  <dcterms:created xsi:type="dcterms:W3CDTF">2024-04-26T17:52:46Z</dcterms:created>
  <dcterms:modified xsi:type="dcterms:W3CDTF">2025-02-11T09:10:44Z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0x010100314F42BB571C174A8CFFD983452FCC05</vt:lpwstr>
  </property>
  <property fmtid="{D5CDD505-2E9C-101B-9397-08002B2CF9AE}" pid="3" name="MediaServiceImageTags">
    <vt:lpwstr/>
  </property>
</Properties>
</file>