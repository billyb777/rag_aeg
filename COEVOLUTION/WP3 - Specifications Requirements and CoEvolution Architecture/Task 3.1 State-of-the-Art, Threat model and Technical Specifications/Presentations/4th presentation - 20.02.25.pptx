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2" r:id="rId5"/>
  </p:sldMasterIdLst>
  <p:notesMasterIdLst>
    <p:notesMasterId r:id="rId30"/>
  </p:notesMasterIdLst>
  <p:sldIdLst>
    <p:sldId id="256" r:id="rId6"/>
    <p:sldId id="300" r:id="rId7"/>
    <p:sldId id="272" r:id="rId8"/>
    <p:sldId id="271" r:id="rId9"/>
    <p:sldId id="319" r:id="rId10"/>
    <p:sldId id="320" r:id="rId11"/>
    <p:sldId id="321" r:id="rId12"/>
    <p:sldId id="273" r:id="rId13"/>
    <p:sldId id="323" r:id="rId14"/>
    <p:sldId id="324" r:id="rId15"/>
    <p:sldId id="325" r:id="rId16"/>
    <p:sldId id="326" r:id="rId17"/>
    <p:sldId id="328" r:id="rId18"/>
    <p:sldId id="329" r:id="rId19"/>
    <p:sldId id="322" r:id="rId20"/>
    <p:sldId id="335" r:id="rId21"/>
    <p:sldId id="336" r:id="rId22"/>
    <p:sldId id="337" r:id="rId23"/>
    <p:sldId id="339" r:id="rId24"/>
    <p:sldId id="341" r:id="rId25"/>
    <p:sldId id="343" r:id="rId26"/>
    <p:sldId id="344" r:id="rId27"/>
    <p:sldId id="347" r:id="rId28"/>
    <p:sldId id="265"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gGmJPyxmGV5MBM4lF928Lf/aFK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4C941-2D67-2ABE-6E8A-863E0A4C42DA}" v="11" dt="2025-02-18T16:03:26.524"/>
    <p1510:client id="{3181AAA2-1639-BCCB-4EC8-4FAD453588C7}" v="39" dt="2025-02-19T08:57:12.337"/>
    <p1510:client id="{C1EA8BB0-200A-7F81-2E63-AC52FBA82968}" v="8" dt="2025-02-20T07:15:16.580"/>
    <p1510:client id="{C7B22259-3752-7931-258B-AAC3EA799954}" v="6" dt="2025-02-19T06:15:26.052"/>
    <p1510:client id="{D7F98F22-58AA-1A98-44B5-850580023FCD}" v="5" dt="2025-02-20T09:18:09.395"/>
  </p1510:revLst>
</p1510:revInfo>
</file>

<file path=ppt/tableStyles.xml><?xml version="1.0" encoding="utf-8"?>
<a:tblStyleLst xmlns:a="http://schemas.openxmlformats.org/drawingml/2006/main" def="{6D3ED817-8050-4A24-B285-83541F0F68E0}">
  <a:tblStyle styleId="{6D3ED817-8050-4A24-B285-83541F0F68E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BCF67F5-B843-4012-9C7D-3BE28EE58C0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63"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61"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64"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ντωνιος Μακρης" userId="S::antoniosmakris@ntua.gr::eea0bc52-0833-4d66-a611-1693fee57a2c" providerId="AD" clId="Web-{29959945-689C-F960-5E2F-82556A90FE76}"/>
    <pc:docChg chg="modSld">
      <pc:chgData name="Αντωνιος Μακρης" userId="S::antoniosmakris@ntua.gr::eea0bc52-0833-4d66-a611-1693fee57a2c" providerId="AD" clId="Web-{29959945-689C-F960-5E2F-82556A90FE76}" dt="2025-02-03T11:40:10.251" v="158" actId="20577"/>
      <pc:docMkLst>
        <pc:docMk/>
      </pc:docMkLst>
      <pc:sldChg chg="addSp modSp">
        <pc:chgData name="Αντωνιος Μακρης" userId="S::antoniosmakris@ntua.gr::eea0bc52-0833-4d66-a611-1693fee57a2c" providerId="AD" clId="Web-{29959945-689C-F960-5E2F-82556A90FE76}" dt="2025-02-03T11:40:10.251" v="158" actId="20577"/>
        <pc:sldMkLst>
          <pc:docMk/>
          <pc:sldMk cId="23138171" sldId="318"/>
        </pc:sldMkLst>
        <pc:spChg chg="mod">
          <ac:chgData name="Αντωνιος Μακρης" userId="S::antoniosmakris@ntua.gr::eea0bc52-0833-4d66-a611-1693fee57a2c" providerId="AD" clId="Web-{29959945-689C-F960-5E2F-82556A90FE76}" dt="2025-02-03T11:40:10.251" v="158" actId="20577"/>
          <ac:spMkLst>
            <pc:docMk/>
            <pc:sldMk cId="23138171" sldId="318"/>
            <ac:spMk id="3" creationId="{405D496A-F8B2-1BFB-7287-52F7E618DC42}"/>
          </ac:spMkLst>
        </pc:spChg>
        <pc:picChg chg="add mod">
          <ac:chgData name="Αντωνιος Μακρης" userId="S::antoniosmakris@ntua.gr::eea0bc52-0833-4d66-a611-1693fee57a2c" providerId="AD" clId="Web-{29959945-689C-F960-5E2F-82556A90FE76}" dt="2025-02-03T11:39:43.812" v="152"/>
          <ac:picMkLst>
            <pc:docMk/>
            <pc:sldMk cId="23138171" sldId="318"/>
            <ac:picMk id="4" creationId="{3D8847BC-16A2-B677-25C8-E23A2F5728F4}"/>
          </ac:picMkLst>
        </pc:picChg>
      </pc:sldChg>
    </pc:docChg>
  </pc:docChgLst>
  <pc:docChgLst>
    <pc:chgData name="Αντωνιος Μακρης" userId="S::antoniosmakris@ntua.gr::eea0bc52-0833-4d66-a611-1693fee57a2c" providerId="AD" clId="Web-{51857A56-B777-5B82-21CB-9D5BFD1E5704}"/>
    <pc:docChg chg="modSld">
      <pc:chgData name="Αντωνιος Μακρης" userId="S::antoniosmakris@ntua.gr::eea0bc52-0833-4d66-a611-1693fee57a2c" providerId="AD" clId="Web-{51857A56-B777-5B82-21CB-9D5BFD1E5704}" dt="2025-02-04T12:23:54.752" v="34" actId="20577"/>
      <pc:docMkLst>
        <pc:docMk/>
      </pc:docMkLst>
      <pc:sldChg chg="addSp modSp">
        <pc:chgData name="Αντωνιος Μακρης" userId="S::antoniosmakris@ntua.gr::eea0bc52-0833-4d66-a611-1693fee57a2c" providerId="AD" clId="Web-{51857A56-B777-5B82-21CB-9D5BFD1E5704}" dt="2025-02-04T08:26:17.603" v="3" actId="1076"/>
        <pc:sldMkLst>
          <pc:docMk/>
          <pc:sldMk cId="0" sldId="256"/>
        </pc:sldMkLst>
        <pc:picChg chg="add mod">
          <ac:chgData name="Αντωνιος Μακρης" userId="S::antoniosmakris@ntua.gr::eea0bc52-0833-4d66-a611-1693fee57a2c" providerId="AD" clId="Web-{51857A56-B777-5B82-21CB-9D5BFD1E5704}" dt="2025-02-04T08:26:17.603" v="3" actId="1076"/>
          <ac:picMkLst>
            <pc:docMk/>
            <pc:sldMk cId="0" sldId="256"/>
            <ac:picMk id="2" creationId="{1715FCCC-7054-DBE2-72E6-C1C6873F25BE}"/>
          </ac:picMkLst>
        </pc:picChg>
      </pc:sldChg>
      <pc:sldChg chg="delSp">
        <pc:chgData name="Αντωνιος Μακρης" userId="S::antoniosmakris@ntua.gr::eea0bc52-0833-4d66-a611-1693fee57a2c" providerId="AD" clId="Web-{51857A56-B777-5B82-21CB-9D5BFD1E5704}" dt="2025-02-04T09:50:13.023" v="4"/>
        <pc:sldMkLst>
          <pc:docMk/>
          <pc:sldMk cId="4106074254" sldId="289"/>
        </pc:sldMkLst>
        <pc:spChg chg="del">
          <ac:chgData name="Αντωνιος Μακρης" userId="S::antoniosmakris@ntua.gr::eea0bc52-0833-4d66-a611-1693fee57a2c" providerId="AD" clId="Web-{51857A56-B777-5B82-21CB-9D5BFD1E5704}" dt="2025-02-04T09:50:13.023" v="4"/>
          <ac:spMkLst>
            <pc:docMk/>
            <pc:sldMk cId="4106074254" sldId="289"/>
            <ac:spMk id="4" creationId="{A415F0FD-073E-1A4A-35D4-C95169B92ED6}"/>
          </ac:spMkLst>
        </pc:spChg>
      </pc:sldChg>
      <pc:sldChg chg="modSp">
        <pc:chgData name="Αντωνιος Μακρης" userId="S::antoniosmakris@ntua.gr::eea0bc52-0833-4d66-a611-1693fee57a2c" providerId="AD" clId="Web-{51857A56-B777-5B82-21CB-9D5BFD1E5704}" dt="2025-02-04T10:14:44.365" v="15" actId="20577"/>
        <pc:sldMkLst>
          <pc:docMk/>
          <pc:sldMk cId="3206355377" sldId="296"/>
        </pc:sldMkLst>
        <pc:spChg chg="mod">
          <ac:chgData name="Αντωνιος Μακρης" userId="S::antoniosmakris@ntua.gr::eea0bc52-0833-4d66-a611-1693fee57a2c" providerId="AD" clId="Web-{51857A56-B777-5B82-21CB-9D5BFD1E5704}" dt="2025-02-04T10:14:44.365" v="15" actId="20577"/>
          <ac:spMkLst>
            <pc:docMk/>
            <pc:sldMk cId="3206355377" sldId="296"/>
            <ac:spMk id="3" creationId="{1D9119E2-7D13-373A-B3B3-C55FA5D97E87}"/>
          </ac:spMkLst>
        </pc:spChg>
      </pc:sldChg>
      <pc:sldChg chg="modSp">
        <pc:chgData name="Αντωνιος Μακρης" userId="S::antoniosmakris@ntua.gr::eea0bc52-0833-4d66-a611-1693fee57a2c" providerId="AD" clId="Web-{51857A56-B777-5B82-21CB-9D5BFD1E5704}" dt="2025-02-04T12:02:22.992" v="31" actId="20577"/>
        <pc:sldMkLst>
          <pc:docMk/>
          <pc:sldMk cId="733920981" sldId="298"/>
        </pc:sldMkLst>
        <pc:spChg chg="mod">
          <ac:chgData name="Αντωνιος Μακρης" userId="S::antoniosmakris@ntua.gr::eea0bc52-0833-4d66-a611-1693fee57a2c" providerId="AD" clId="Web-{51857A56-B777-5B82-21CB-9D5BFD1E5704}" dt="2025-02-04T12:02:22.992" v="31" actId="20577"/>
          <ac:spMkLst>
            <pc:docMk/>
            <pc:sldMk cId="733920981" sldId="298"/>
            <ac:spMk id="3" creationId="{1D9119E2-7D13-373A-B3B3-C55FA5D97E87}"/>
          </ac:spMkLst>
        </pc:spChg>
      </pc:sldChg>
      <pc:sldChg chg="modSp">
        <pc:chgData name="Αντωνιος Μακρης" userId="S::antoniosmakris@ntua.gr::eea0bc52-0833-4d66-a611-1693fee57a2c" providerId="AD" clId="Web-{51857A56-B777-5B82-21CB-9D5BFD1E5704}" dt="2025-02-04T10:08:31.573" v="7" actId="20577"/>
        <pc:sldMkLst>
          <pc:docMk/>
          <pc:sldMk cId="1895308846" sldId="299"/>
        </pc:sldMkLst>
        <pc:spChg chg="mod">
          <ac:chgData name="Αντωνιος Μακρης" userId="S::antoniosmakris@ntua.gr::eea0bc52-0833-4d66-a611-1693fee57a2c" providerId="AD" clId="Web-{51857A56-B777-5B82-21CB-9D5BFD1E5704}" dt="2025-02-04T10:08:31.573" v="7" actId="20577"/>
          <ac:spMkLst>
            <pc:docMk/>
            <pc:sldMk cId="1895308846" sldId="299"/>
            <ac:spMk id="3" creationId="{1D9119E2-7D13-373A-B3B3-C55FA5D97E87}"/>
          </ac:spMkLst>
        </pc:spChg>
      </pc:sldChg>
      <pc:sldChg chg="modSp">
        <pc:chgData name="Αντωνιος Μακρης" userId="S::antoniosmakris@ntua.gr::eea0bc52-0833-4d66-a611-1693fee57a2c" providerId="AD" clId="Web-{51857A56-B777-5B82-21CB-9D5BFD1E5704}" dt="2025-02-04T12:23:54.752" v="34" actId="20577"/>
        <pc:sldMkLst>
          <pc:docMk/>
          <pc:sldMk cId="1479836977" sldId="301"/>
        </pc:sldMkLst>
        <pc:spChg chg="mod">
          <ac:chgData name="Αντωνιος Μακρης" userId="S::antoniosmakris@ntua.gr::eea0bc52-0833-4d66-a611-1693fee57a2c" providerId="AD" clId="Web-{51857A56-B777-5B82-21CB-9D5BFD1E5704}" dt="2025-02-04T12:23:54.752" v="34" actId="20577"/>
          <ac:spMkLst>
            <pc:docMk/>
            <pc:sldMk cId="1479836977" sldId="301"/>
            <ac:spMk id="3" creationId="{1D9119E2-7D13-373A-B3B3-C55FA5D97E87}"/>
          </ac:spMkLst>
        </pc:spChg>
      </pc:sldChg>
      <pc:sldChg chg="modSp">
        <pc:chgData name="Αντωνιος Μακρης" userId="S::antoniosmakris@ntua.gr::eea0bc52-0833-4d66-a611-1693fee57a2c" providerId="AD" clId="Web-{51857A56-B777-5B82-21CB-9D5BFD1E5704}" dt="2025-02-04T10:11:03.718" v="11" actId="20577"/>
        <pc:sldMkLst>
          <pc:docMk/>
          <pc:sldMk cId="3555019897" sldId="305"/>
        </pc:sldMkLst>
        <pc:spChg chg="mod">
          <ac:chgData name="Αντωνιος Μακρης" userId="S::antoniosmakris@ntua.gr::eea0bc52-0833-4d66-a611-1693fee57a2c" providerId="AD" clId="Web-{51857A56-B777-5B82-21CB-9D5BFD1E5704}" dt="2025-02-04T10:11:03.718" v="11" actId="20577"/>
          <ac:spMkLst>
            <pc:docMk/>
            <pc:sldMk cId="3555019897" sldId="305"/>
            <ac:spMk id="3" creationId="{1D9119E2-7D13-373A-B3B3-C55FA5D97E87}"/>
          </ac:spMkLst>
        </pc:spChg>
      </pc:sldChg>
      <pc:sldChg chg="modSp">
        <pc:chgData name="Αντωνιος Μακρης" userId="S::antoniosmakris@ntua.gr::eea0bc52-0833-4d66-a611-1693fee57a2c" providerId="AD" clId="Web-{51857A56-B777-5B82-21CB-9D5BFD1E5704}" dt="2025-02-04T10:31:51.914" v="29" actId="20577"/>
        <pc:sldMkLst>
          <pc:docMk/>
          <pc:sldMk cId="23138171" sldId="318"/>
        </pc:sldMkLst>
        <pc:spChg chg="mod">
          <ac:chgData name="Αντωνιος Μακρης" userId="S::antoniosmakris@ntua.gr::eea0bc52-0833-4d66-a611-1693fee57a2c" providerId="AD" clId="Web-{51857A56-B777-5B82-21CB-9D5BFD1E5704}" dt="2025-02-04T10:31:51.914" v="29" actId="20577"/>
          <ac:spMkLst>
            <pc:docMk/>
            <pc:sldMk cId="23138171" sldId="318"/>
            <ac:spMk id="3" creationId="{405D496A-F8B2-1BFB-7287-52F7E618DC42}"/>
          </ac:spMkLst>
        </pc:spChg>
      </pc:sldChg>
    </pc:docChg>
  </pc:docChgLst>
  <pc:docChgLst>
    <pc:chgData name="Αντωνιος Μακρης" userId="S::antoniosmakris@ntua.gr::eea0bc52-0833-4d66-a611-1693fee57a2c" providerId="AD" clId="Web-{C1EA8BB0-200A-7F81-2E63-AC52FBA82968}"/>
    <pc:docChg chg="modSld">
      <pc:chgData name="Αντωνιος Μακρης" userId="S::antoniosmakris@ntua.gr::eea0bc52-0833-4d66-a611-1693fee57a2c" providerId="AD" clId="Web-{C1EA8BB0-200A-7F81-2E63-AC52FBA82968}" dt="2025-02-20T07:15:16.189" v="6" actId="20577"/>
      <pc:docMkLst>
        <pc:docMk/>
      </pc:docMkLst>
      <pc:sldChg chg="modSp">
        <pc:chgData name="Αντωνιος Μακρης" userId="S::antoniosmakris@ntua.gr::eea0bc52-0833-4d66-a611-1693fee57a2c" providerId="AD" clId="Web-{C1EA8BB0-200A-7F81-2E63-AC52FBA82968}" dt="2025-02-20T07:15:16.189" v="6" actId="20577"/>
        <pc:sldMkLst>
          <pc:docMk/>
          <pc:sldMk cId="0" sldId="256"/>
        </pc:sldMkLst>
        <pc:spChg chg="mod">
          <ac:chgData name="Αντωνιος Μακρης" userId="S::antoniosmakris@ntua.gr::eea0bc52-0833-4d66-a611-1693fee57a2c" providerId="AD" clId="Web-{C1EA8BB0-200A-7F81-2E63-AC52FBA82968}" dt="2025-02-20T07:15:16.189" v="6" actId="20577"/>
          <ac:spMkLst>
            <pc:docMk/>
            <pc:sldMk cId="0" sldId="256"/>
            <ac:spMk id="140" creationId="{00000000-0000-0000-0000-000000000000}"/>
          </ac:spMkLst>
        </pc:spChg>
      </pc:sldChg>
    </pc:docChg>
  </pc:docChgLst>
  <pc:docChgLst>
    <pc:chgData name="Αντωνιος Μακρης" userId="S::antoniosmakris@ntua.gr::eea0bc52-0833-4d66-a611-1693fee57a2c" providerId="AD" clId="Web-{9D4B8307-DE72-938D-42AE-728F5AF5571F}"/>
    <pc:docChg chg="addSld modSld">
      <pc:chgData name="Αντωνιος Μακρης" userId="S::antoniosmakris@ntua.gr::eea0bc52-0833-4d66-a611-1693fee57a2c" providerId="AD" clId="Web-{9D4B8307-DE72-938D-42AE-728F5AF5571F}" dt="2025-02-03T11:35:10.870" v="75" actId="20577"/>
      <pc:docMkLst>
        <pc:docMk/>
      </pc:docMkLst>
      <pc:sldChg chg="modSp">
        <pc:chgData name="Αντωνιος Μακρης" userId="S::antoniosmakris@ntua.gr::eea0bc52-0833-4d66-a611-1693fee57a2c" providerId="AD" clId="Web-{9D4B8307-DE72-938D-42AE-728F5AF5571F}" dt="2025-02-03T10:06:49.983" v="2" actId="20577"/>
        <pc:sldMkLst>
          <pc:docMk/>
          <pc:sldMk cId="765087928" sldId="267"/>
        </pc:sldMkLst>
        <pc:spChg chg="mod">
          <ac:chgData name="Αντωνιος Μακρης" userId="S::antoniosmakris@ntua.gr::eea0bc52-0833-4d66-a611-1693fee57a2c" providerId="AD" clId="Web-{9D4B8307-DE72-938D-42AE-728F5AF5571F}" dt="2025-02-03T10:06:49.983" v="2" actId="20577"/>
          <ac:spMkLst>
            <pc:docMk/>
            <pc:sldMk cId="765087928" sldId="267"/>
            <ac:spMk id="3" creationId="{D1A321B0-B2E5-6D79-DC44-2DB50E45AC1D}"/>
          </ac:spMkLst>
        </pc:spChg>
      </pc:sldChg>
      <pc:sldChg chg="addSp modSp">
        <pc:chgData name="Αντωνιος Μακρης" userId="S::antoniosmakris@ntua.gr::eea0bc52-0833-4d66-a611-1693fee57a2c" providerId="AD" clId="Web-{9D4B8307-DE72-938D-42AE-728F5AF5571F}" dt="2025-02-03T10:15:11.780" v="10" actId="20577"/>
        <pc:sldMkLst>
          <pc:docMk/>
          <pc:sldMk cId="4106074254" sldId="289"/>
        </pc:sldMkLst>
        <pc:spChg chg="mod">
          <ac:chgData name="Αντωνιος Μακρης" userId="S::antoniosmakris@ntua.gr::eea0bc52-0833-4d66-a611-1693fee57a2c" providerId="AD" clId="Web-{9D4B8307-DE72-938D-42AE-728F5AF5571F}" dt="2025-02-03T10:15:11.780" v="10" actId="20577"/>
          <ac:spMkLst>
            <pc:docMk/>
            <pc:sldMk cId="4106074254" sldId="289"/>
            <ac:spMk id="3" creationId="{F012B45D-178A-50D0-1E2E-2AE1F1C5038E}"/>
          </ac:spMkLst>
        </pc:spChg>
        <pc:spChg chg="add mod">
          <ac:chgData name="Αντωνιος Μακρης" userId="S::antoniosmakris@ntua.gr::eea0bc52-0833-4d66-a611-1693fee57a2c" providerId="AD" clId="Web-{9D4B8307-DE72-938D-42AE-728F5AF5571F}" dt="2025-02-03T10:13:28.152" v="8" actId="1076"/>
          <ac:spMkLst>
            <pc:docMk/>
            <pc:sldMk cId="4106074254" sldId="289"/>
            <ac:spMk id="4" creationId="{A415F0FD-073E-1A4A-35D4-C95169B92ED6}"/>
          </ac:spMkLst>
        </pc:spChg>
      </pc:sldChg>
      <pc:sldChg chg="modSp">
        <pc:chgData name="Αντωνιος Μακρης" userId="S::antoniosmakris@ntua.gr::eea0bc52-0833-4d66-a611-1693fee57a2c" providerId="AD" clId="Web-{9D4B8307-DE72-938D-42AE-728F5AF5571F}" dt="2025-02-03T10:39:07.982" v="18" actId="20577"/>
        <pc:sldMkLst>
          <pc:docMk/>
          <pc:sldMk cId="3157288640" sldId="306"/>
        </pc:sldMkLst>
        <pc:spChg chg="mod">
          <ac:chgData name="Αντωνιος Μακρης" userId="S::antoniosmakris@ntua.gr::eea0bc52-0833-4d66-a611-1693fee57a2c" providerId="AD" clId="Web-{9D4B8307-DE72-938D-42AE-728F5AF5571F}" dt="2025-02-03T10:39:07.982" v="18" actId="20577"/>
          <ac:spMkLst>
            <pc:docMk/>
            <pc:sldMk cId="3157288640" sldId="306"/>
            <ac:spMk id="2" creationId="{0746270F-2B05-DBBA-8939-5B6680467AF9}"/>
          </ac:spMkLst>
        </pc:spChg>
      </pc:sldChg>
      <pc:sldChg chg="modSp">
        <pc:chgData name="Αντωνιος Μακρης" userId="S::antoniosmakris@ntua.gr::eea0bc52-0833-4d66-a611-1693fee57a2c" providerId="AD" clId="Web-{9D4B8307-DE72-938D-42AE-728F5AF5571F}" dt="2025-02-03T11:24:58.695" v="26" actId="20577"/>
        <pc:sldMkLst>
          <pc:docMk/>
          <pc:sldMk cId="3558979755" sldId="309"/>
        </pc:sldMkLst>
        <pc:spChg chg="mod">
          <ac:chgData name="Αντωνιος Μακρης" userId="S::antoniosmakris@ntua.gr::eea0bc52-0833-4d66-a611-1693fee57a2c" providerId="AD" clId="Web-{9D4B8307-DE72-938D-42AE-728F5AF5571F}" dt="2025-02-03T11:24:58.695" v="26" actId="20577"/>
          <ac:spMkLst>
            <pc:docMk/>
            <pc:sldMk cId="3558979755" sldId="309"/>
            <ac:spMk id="3" creationId="{FF78C02A-9112-C727-E9BC-D1F26D5CFD35}"/>
          </ac:spMkLst>
        </pc:spChg>
      </pc:sldChg>
      <pc:sldChg chg="modSp">
        <pc:chgData name="Αντωνιος Μακρης" userId="S::antoniosmakris@ntua.gr::eea0bc52-0833-4d66-a611-1693fee57a2c" providerId="AD" clId="Web-{9D4B8307-DE72-938D-42AE-728F5AF5571F}" dt="2025-02-03T11:25:27.508" v="29" actId="20577"/>
        <pc:sldMkLst>
          <pc:docMk/>
          <pc:sldMk cId="3107211937" sldId="310"/>
        </pc:sldMkLst>
        <pc:spChg chg="mod">
          <ac:chgData name="Αντωνιος Μακρης" userId="S::antoniosmakris@ntua.gr::eea0bc52-0833-4d66-a611-1693fee57a2c" providerId="AD" clId="Web-{9D4B8307-DE72-938D-42AE-728F5AF5571F}" dt="2025-02-03T11:25:27.508" v="29" actId="20577"/>
          <ac:spMkLst>
            <pc:docMk/>
            <pc:sldMk cId="3107211937" sldId="310"/>
            <ac:spMk id="3" creationId="{FF78C02A-9112-C727-E9BC-D1F26D5CFD35}"/>
          </ac:spMkLst>
        </pc:spChg>
      </pc:sldChg>
      <pc:sldChg chg="modSp">
        <pc:chgData name="Αντωνιος Μακρης" userId="S::antoniosmakris@ntua.gr::eea0bc52-0833-4d66-a611-1693fee57a2c" providerId="AD" clId="Web-{9D4B8307-DE72-938D-42AE-728F5AF5571F}" dt="2025-02-03T10:39:55.953" v="24"/>
        <pc:sldMkLst>
          <pc:docMk/>
          <pc:sldMk cId="2270794652" sldId="311"/>
        </pc:sldMkLst>
        <pc:graphicFrameChg chg="mod modGraphic">
          <ac:chgData name="Αντωνιος Μακρης" userId="S::antoniosmakris@ntua.gr::eea0bc52-0833-4d66-a611-1693fee57a2c" providerId="AD" clId="Web-{9D4B8307-DE72-938D-42AE-728F5AF5571F}" dt="2025-02-03T10:39:55.953" v="24"/>
          <ac:graphicFrameMkLst>
            <pc:docMk/>
            <pc:sldMk cId="2270794652" sldId="311"/>
            <ac:graphicFrameMk id="6" creationId="{D8B45918-9B12-6B58-B75E-7F37455D4EA5}"/>
          </ac:graphicFrameMkLst>
        </pc:graphicFrameChg>
      </pc:sldChg>
      <pc:sldChg chg="modSp new">
        <pc:chgData name="Αντωνιος Μακρης" userId="S::antoniosmakris@ntua.gr::eea0bc52-0833-4d66-a611-1693fee57a2c" providerId="AD" clId="Web-{9D4B8307-DE72-938D-42AE-728F5AF5571F}" dt="2025-02-03T11:35:10.870" v="75" actId="20577"/>
        <pc:sldMkLst>
          <pc:docMk/>
          <pc:sldMk cId="23138171" sldId="318"/>
        </pc:sldMkLst>
        <pc:spChg chg="mod">
          <ac:chgData name="Αντωνιος Μακρης" userId="S::antoniosmakris@ntua.gr::eea0bc52-0833-4d66-a611-1693fee57a2c" providerId="AD" clId="Web-{9D4B8307-DE72-938D-42AE-728F5AF5571F}" dt="2025-02-03T11:33:56.649" v="39" actId="20577"/>
          <ac:spMkLst>
            <pc:docMk/>
            <pc:sldMk cId="23138171" sldId="318"/>
            <ac:spMk id="2" creationId="{6F03475A-323E-FEFA-1E0A-ADACF294CBAF}"/>
          </ac:spMkLst>
        </pc:spChg>
        <pc:spChg chg="mod">
          <ac:chgData name="Αντωνιος Μακρης" userId="S::antoniosmakris@ntua.gr::eea0bc52-0833-4d66-a611-1693fee57a2c" providerId="AD" clId="Web-{9D4B8307-DE72-938D-42AE-728F5AF5571F}" dt="2025-02-03T11:35:10.870" v="75" actId="20577"/>
          <ac:spMkLst>
            <pc:docMk/>
            <pc:sldMk cId="23138171" sldId="318"/>
            <ac:spMk id="3" creationId="{405D496A-F8B2-1BFB-7287-52F7E618DC42}"/>
          </ac:spMkLst>
        </pc:spChg>
      </pc:sldChg>
    </pc:docChg>
  </pc:docChgLst>
  <pc:docChgLst>
    <pc:chgData name="Αντωνιος Μακρης" userId="S::antoniosmakris@ntua.gr::eea0bc52-0833-4d66-a611-1693fee57a2c" providerId="AD" clId="Web-{C7B22259-3752-7931-258B-AAC3EA799954}"/>
    <pc:docChg chg="modSld">
      <pc:chgData name="Αντωνιος Μακρης" userId="S::antoniosmakris@ntua.gr::eea0bc52-0833-4d66-a611-1693fee57a2c" providerId="AD" clId="Web-{C7B22259-3752-7931-258B-AAC3EA799954}" dt="2025-02-19T06:15:24.849" v="3" actId="20577"/>
      <pc:docMkLst>
        <pc:docMk/>
      </pc:docMkLst>
      <pc:sldChg chg="modSp">
        <pc:chgData name="Αντωνιος Μακρης" userId="S::antoniosmakris@ntua.gr::eea0bc52-0833-4d66-a611-1693fee57a2c" providerId="AD" clId="Web-{C7B22259-3752-7931-258B-AAC3EA799954}" dt="2025-02-19T06:15:24.849" v="3" actId="20577"/>
        <pc:sldMkLst>
          <pc:docMk/>
          <pc:sldMk cId="2657457016" sldId="326"/>
        </pc:sldMkLst>
        <pc:spChg chg="mod">
          <ac:chgData name="Αντωνιος Μακρης" userId="S::antoniosmakris@ntua.gr::eea0bc52-0833-4d66-a611-1693fee57a2c" providerId="AD" clId="Web-{C7B22259-3752-7931-258B-AAC3EA799954}" dt="2025-02-19T06:15:24.849" v="3" actId="20577"/>
          <ac:spMkLst>
            <pc:docMk/>
            <pc:sldMk cId="2657457016" sldId="326"/>
            <ac:spMk id="3" creationId="{05CA1772-BFD7-9A21-209D-40A40010BE73}"/>
          </ac:spMkLst>
        </pc:spChg>
      </pc:sldChg>
      <pc:sldChg chg="modSp">
        <pc:chgData name="Αντωνιος Μακρης" userId="S::antoniosmakris@ntua.gr::eea0bc52-0833-4d66-a611-1693fee57a2c" providerId="AD" clId="Web-{C7B22259-3752-7931-258B-AAC3EA799954}" dt="2025-02-19T06:07:19.634" v="2" actId="20577"/>
        <pc:sldMkLst>
          <pc:docMk/>
          <pc:sldMk cId="3000709417" sldId="345"/>
        </pc:sldMkLst>
        <pc:spChg chg="mod">
          <ac:chgData name="Αντωνιος Μακρης" userId="S::antoniosmakris@ntua.gr::eea0bc52-0833-4d66-a611-1693fee57a2c" providerId="AD" clId="Web-{C7B22259-3752-7931-258B-AAC3EA799954}" dt="2025-02-19T06:07:19.634" v="2" actId="20577"/>
          <ac:spMkLst>
            <pc:docMk/>
            <pc:sldMk cId="3000709417" sldId="345"/>
            <ac:spMk id="3" creationId="{405D496A-F8B2-1BFB-7287-52F7E618DC42}"/>
          </ac:spMkLst>
        </pc:spChg>
      </pc:sldChg>
    </pc:docChg>
  </pc:docChgLst>
  <pc:docChgLst>
    <pc:chgData name="Αντωνιος Μακρης" userId="S::antoniosmakris@ntua.gr::eea0bc52-0833-4d66-a611-1693fee57a2c" providerId="AD" clId="Web-{D7F98F22-58AA-1A98-44B5-850580023FCD}"/>
    <pc:docChg chg="modSld">
      <pc:chgData name="Αντωνιος Μακρης" userId="S::antoniosmakris@ntua.gr::eea0bc52-0833-4d66-a611-1693fee57a2c" providerId="AD" clId="Web-{D7F98F22-58AA-1A98-44B5-850580023FCD}" dt="2025-02-20T09:18:08.255" v="3" actId="20577"/>
      <pc:docMkLst>
        <pc:docMk/>
      </pc:docMkLst>
      <pc:sldChg chg="modSp">
        <pc:chgData name="Αντωνιος Μακρης" userId="S::antoniosmakris@ntua.gr::eea0bc52-0833-4d66-a611-1693fee57a2c" providerId="AD" clId="Web-{D7F98F22-58AA-1A98-44B5-850580023FCD}" dt="2025-02-20T09:18:08.255" v="3" actId="20577"/>
        <pc:sldMkLst>
          <pc:docMk/>
          <pc:sldMk cId="1587470090" sldId="347"/>
        </pc:sldMkLst>
        <pc:spChg chg="mod">
          <ac:chgData name="Αντωνιος Μακρης" userId="S::antoniosmakris@ntua.gr::eea0bc52-0833-4d66-a611-1693fee57a2c" providerId="AD" clId="Web-{D7F98F22-58AA-1A98-44B5-850580023FCD}" dt="2025-02-20T09:18:08.255" v="3" actId="20577"/>
          <ac:spMkLst>
            <pc:docMk/>
            <pc:sldMk cId="1587470090" sldId="347"/>
            <ac:spMk id="3" creationId="{F727CE52-E5E7-9BD0-2333-7B7EFCD7C914}"/>
          </ac:spMkLst>
        </pc:spChg>
      </pc:sldChg>
    </pc:docChg>
  </pc:docChgLst>
  <pc:docChgLst>
    <pc:chgData name="Αντωνιος Μακρης" userId="S::antoniosmakris@ntua.gr::eea0bc52-0833-4d66-a611-1693fee57a2c" providerId="AD" clId="Web-{7DED85CE-40F5-10FC-9B7B-B8C345F5A6F5}"/>
    <pc:docChg chg="modSld">
      <pc:chgData name="Αντωνιος Μακρης" userId="S::antoniosmakris@ntua.gr::eea0bc52-0833-4d66-a611-1693fee57a2c" providerId="AD" clId="Web-{7DED85CE-40F5-10FC-9B7B-B8C345F5A6F5}" dt="2025-01-16T12:12:48.105" v="1" actId="20577"/>
      <pc:docMkLst>
        <pc:docMk/>
      </pc:docMkLst>
      <pc:sldChg chg="delSp modSp">
        <pc:chgData name="Αντωνιος Μακρης" userId="S::antoniosmakris@ntua.gr::eea0bc52-0833-4d66-a611-1693fee57a2c" providerId="AD" clId="Web-{7DED85CE-40F5-10FC-9B7B-B8C345F5A6F5}" dt="2025-01-16T12:12:48.105" v="1" actId="20577"/>
        <pc:sldMkLst>
          <pc:docMk/>
          <pc:sldMk cId="0" sldId="257"/>
        </pc:sldMkLst>
      </pc:sldChg>
    </pc:docChg>
  </pc:docChgLst>
  <pc:docChgLst>
    <pc:chgData name="Αντωνιος Μακρης" userId="S::antoniosmakris@ntua.gr::eea0bc52-0833-4d66-a611-1693fee57a2c" providerId="AD" clId="Web-{3181AAA2-1639-BCCB-4EC8-4FAD453588C7}"/>
    <pc:docChg chg="addSld delSld modSld">
      <pc:chgData name="Αντωνιος Μακρης" userId="S::antoniosmakris@ntua.gr::eea0bc52-0833-4d66-a611-1693fee57a2c" providerId="AD" clId="Web-{3181AAA2-1639-BCCB-4EC8-4FAD453588C7}" dt="2025-02-19T08:57:12.337" v="36" actId="20577"/>
      <pc:docMkLst>
        <pc:docMk/>
      </pc:docMkLst>
      <pc:sldChg chg="del">
        <pc:chgData name="Αντωνιος Μακρης" userId="S::antoniosmakris@ntua.gr::eea0bc52-0833-4d66-a611-1693fee57a2c" providerId="AD" clId="Web-{3181AAA2-1639-BCCB-4EC8-4FAD453588C7}" dt="2025-02-19T08:37:31.026" v="32"/>
        <pc:sldMkLst>
          <pc:docMk/>
          <pc:sldMk cId="3411774783" sldId="338"/>
        </pc:sldMkLst>
      </pc:sldChg>
      <pc:sldChg chg="del">
        <pc:chgData name="Αντωνιος Μακρης" userId="S::antoniosmakris@ntua.gr::eea0bc52-0833-4d66-a611-1693fee57a2c" providerId="AD" clId="Web-{3181AAA2-1639-BCCB-4EC8-4FAD453588C7}" dt="2025-02-19T08:37:24.916" v="31"/>
        <pc:sldMkLst>
          <pc:docMk/>
          <pc:sldMk cId="3482467982" sldId="340"/>
        </pc:sldMkLst>
      </pc:sldChg>
      <pc:sldChg chg="del">
        <pc:chgData name="Αντωνιος Μακρης" userId="S::antoniosmakris@ntua.gr::eea0bc52-0833-4d66-a611-1693fee57a2c" providerId="AD" clId="Web-{3181AAA2-1639-BCCB-4EC8-4FAD453588C7}" dt="2025-02-19T08:37:59.480" v="33"/>
        <pc:sldMkLst>
          <pc:docMk/>
          <pc:sldMk cId="2784635687" sldId="342"/>
        </pc:sldMkLst>
      </pc:sldChg>
      <pc:sldChg chg="del">
        <pc:chgData name="Αντωνιος Μακρης" userId="S::antoniosmakris@ntua.gr::eea0bc52-0833-4d66-a611-1693fee57a2c" providerId="AD" clId="Web-{3181AAA2-1639-BCCB-4EC8-4FAD453588C7}" dt="2025-02-19T08:31:04.808" v="7"/>
        <pc:sldMkLst>
          <pc:docMk/>
          <pc:sldMk cId="3000709417" sldId="345"/>
        </pc:sldMkLst>
      </pc:sldChg>
      <pc:sldChg chg="del">
        <pc:chgData name="Αντωνιος Μακρης" userId="S::antoniosmakris@ntua.gr::eea0bc52-0833-4d66-a611-1693fee57a2c" providerId="AD" clId="Web-{3181AAA2-1639-BCCB-4EC8-4FAD453588C7}" dt="2025-02-19T08:37:16.931" v="30"/>
        <pc:sldMkLst>
          <pc:docMk/>
          <pc:sldMk cId="3253190463" sldId="346"/>
        </pc:sldMkLst>
      </pc:sldChg>
      <pc:sldChg chg="modSp new">
        <pc:chgData name="Αντωνιος Μακρης" userId="S::antoniosmakris@ntua.gr::eea0bc52-0833-4d66-a611-1693fee57a2c" providerId="AD" clId="Web-{3181AAA2-1639-BCCB-4EC8-4FAD453588C7}" dt="2025-02-19T08:57:12.337" v="36" actId="20577"/>
        <pc:sldMkLst>
          <pc:docMk/>
          <pc:sldMk cId="1587470090" sldId="347"/>
        </pc:sldMkLst>
        <pc:spChg chg="mod">
          <ac:chgData name="Αντωνιος Μακρης" userId="S::antoniosmakris@ntua.gr::eea0bc52-0833-4d66-a611-1693fee57a2c" providerId="AD" clId="Web-{3181AAA2-1639-BCCB-4EC8-4FAD453588C7}" dt="2025-02-19T08:31:00.511" v="6" actId="20577"/>
          <ac:spMkLst>
            <pc:docMk/>
            <pc:sldMk cId="1587470090" sldId="347"/>
            <ac:spMk id="2" creationId="{62791979-7A01-9D40-2D61-C3B8800FE813}"/>
          </ac:spMkLst>
        </pc:spChg>
        <pc:spChg chg="mod">
          <ac:chgData name="Αντωνιος Μακρης" userId="S::antoniosmakris@ntua.gr::eea0bc52-0833-4d66-a611-1693fee57a2c" providerId="AD" clId="Web-{3181AAA2-1639-BCCB-4EC8-4FAD453588C7}" dt="2025-02-19T08:57:12.337" v="36" actId="20577"/>
          <ac:spMkLst>
            <pc:docMk/>
            <pc:sldMk cId="1587470090" sldId="347"/>
            <ac:spMk id="3" creationId="{F727CE52-E5E7-9BD0-2333-7B7EFCD7C914}"/>
          </ac:spMkLst>
        </pc:spChg>
      </pc:sldChg>
    </pc:docChg>
  </pc:docChgLst>
  <pc:docChgLst>
    <pc:chgData name="Αντωνιος Μακρης" userId="S::antoniosmakris@ntua.gr::eea0bc52-0833-4d66-a611-1693fee57a2c" providerId="AD" clId="Web-{1DF6030C-E904-869A-7883-44405D38949D}"/>
    <pc:docChg chg="addSld modSld">
      <pc:chgData name="Αντωνιος Μακρης" userId="S::antoniosmakris@ntua.gr::eea0bc52-0833-4d66-a611-1693fee57a2c" providerId="AD" clId="Web-{1DF6030C-E904-869A-7883-44405D38949D}" dt="2025-02-05T13:17:58.321" v="66" actId="20577"/>
      <pc:docMkLst>
        <pc:docMk/>
      </pc:docMkLst>
      <pc:sldChg chg="modSp">
        <pc:chgData name="Αντωνιος Μακρης" userId="S::antoniosmakris@ntua.gr::eea0bc52-0833-4d66-a611-1693fee57a2c" providerId="AD" clId="Web-{1DF6030C-E904-869A-7883-44405D38949D}" dt="2025-02-05T13:16:34.084" v="46" actId="20577"/>
        <pc:sldMkLst>
          <pc:docMk/>
          <pc:sldMk cId="2029861810" sldId="273"/>
        </pc:sldMkLst>
        <pc:spChg chg="mod">
          <ac:chgData name="Αντωνιος Μακρης" userId="S::antoniosmakris@ntua.gr::eea0bc52-0833-4d66-a611-1693fee57a2c" providerId="AD" clId="Web-{1DF6030C-E904-869A-7883-44405D38949D}" dt="2025-02-05T13:15:19.924" v="23" actId="20577"/>
          <ac:spMkLst>
            <pc:docMk/>
            <pc:sldMk cId="2029861810" sldId="273"/>
            <ac:spMk id="2" creationId="{959D0D3A-D6D3-78AB-5C4D-71CF6C20813C}"/>
          </ac:spMkLst>
        </pc:spChg>
        <pc:spChg chg="mod">
          <ac:chgData name="Αντωνιος Μακρης" userId="S::antoniosmakris@ntua.gr::eea0bc52-0833-4d66-a611-1693fee57a2c" providerId="AD" clId="Web-{1DF6030C-E904-869A-7883-44405D38949D}" dt="2025-02-05T13:16:34.084" v="46" actId="20577"/>
          <ac:spMkLst>
            <pc:docMk/>
            <pc:sldMk cId="2029861810" sldId="273"/>
            <ac:spMk id="3" creationId="{D1A321B0-B2E5-6D79-DC44-2DB50E45AC1D}"/>
          </ac:spMkLst>
        </pc:spChg>
      </pc:sldChg>
      <pc:sldChg chg="modSp add replId">
        <pc:chgData name="Αντωνιος Μακρης" userId="S::antoniosmakris@ntua.gr::eea0bc52-0833-4d66-a611-1693fee57a2c" providerId="AD" clId="Web-{1DF6030C-E904-869A-7883-44405D38949D}" dt="2025-02-05T13:13:05.637" v="9" actId="20577"/>
        <pc:sldMkLst>
          <pc:docMk/>
          <pc:sldMk cId="4017709906" sldId="321"/>
        </pc:sldMkLst>
        <pc:spChg chg="mod">
          <ac:chgData name="Αντωνιος Μακρης" userId="S::antoniosmakris@ntua.gr::eea0bc52-0833-4d66-a611-1693fee57a2c" providerId="AD" clId="Web-{1DF6030C-E904-869A-7883-44405D38949D}" dt="2025-02-05T13:13:05.637" v="9" actId="20577"/>
          <ac:spMkLst>
            <pc:docMk/>
            <pc:sldMk cId="4017709906" sldId="321"/>
            <ac:spMk id="3" creationId="{567298BA-6DA5-6E9E-8104-98B91C6D85F3}"/>
          </ac:spMkLst>
        </pc:spChg>
      </pc:sldChg>
      <pc:sldChg chg="modSp add replId">
        <pc:chgData name="Αντωνιος Μακρης" userId="S::antoniosmakris@ntua.gr::eea0bc52-0833-4d66-a611-1693fee57a2c" providerId="AD" clId="Web-{1DF6030C-E904-869A-7883-44405D38949D}" dt="2025-02-05T13:13:17.294" v="12" actId="20577"/>
        <pc:sldMkLst>
          <pc:docMk/>
          <pc:sldMk cId="2478518692" sldId="322"/>
        </pc:sldMkLst>
        <pc:spChg chg="mod">
          <ac:chgData name="Αντωνιος Μακρης" userId="S::antoniosmakris@ntua.gr::eea0bc52-0833-4d66-a611-1693fee57a2c" providerId="AD" clId="Web-{1DF6030C-E904-869A-7883-44405D38949D}" dt="2025-02-05T13:13:17.294" v="12" actId="20577"/>
          <ac:spMkLst>
            <pc:docMk/>
            <pc:sldMk cId="2478518692" sldId="322"/>
            <ac:spMk id="3" creationId="{F87F2209-8802-8409-4830-C3A7831BF9C8}"/>
          </ac:spMkLst>
        </pc:spChg>
      </pc:sldChg>
      <pc:sldChg chg="modSp new">
        <pc:chgData name="Αντωνιος Μακρης" userId="S::antoniosmakris@ntua.gr::eea0bc52-0833-4d66-a611-1693fee57a2c" providerId="AD" clId="Web-{1DF6030C-E904-869A-7883-44405D38949D}" dt="2025-02-05T13:17:58.321" v="66" actId="20577"/>
        <pc:sldMkLst>
          <pc:docMk/>
          <pc:sldMk cId="1781166647" sldId="323"/>
        </pc:sldMkLst>
        <pc:spChg chg="mod">
          <ac:chgData name="Αντωνιος Μακρης" userId="S::antoniosmakris@ntua.gr::eea0bc52-0833-4d66-a611-1693fee57a2c" providerId="AD" clId="Web-{1DF6030C-E904-869A-7883-44405D38949D}" dt="2025-02-05T13:17:10.694" v="56" actId="20577"/>
          <ac:spMkLst>
            <pc:docMk/>
            <pc:sldMk cId="1781166647" sldId="323"/>
            <ac:spMk id="2" creationId="{9F1DE2AD-2236-7069-DDBE-6601E852E54F}"/>
          </ac:spMkLst>
        </pc:spChg>
        <pc:spChg chg="mod">
          <ac:chgData name="Αντωνιος Μακρης" userId="S::antoniosmakris@ntua.gr::eea0bc52-0833-4d66-a611-1693fee57a2c" providerId="AD" clId="Web-{1DF6030C-E904-869A-7883-44405D38949D}" dt="2025-02-05T13:17:58.321" v="66" actId="20577"/>
          <ac:spMkLst>
            <pc:docMk/>
            <pc:sldMk cId="1781166647" sldId="323"/>
            <ac:spMk id="3" creationId="{BB6D4312-887D-2F50-0F25-47005674C498}"/>
          </ac:spMkLst>
        </pc:spChg>
      </pc:sldChg>
    </pc:docChg>
  </pc:docChgLst>
  <pc:docChgLst>
    <pc:chgData name="Αντωνιος Μακρης" userId="S::antoniosmakris@ntua.gr::eea0bc52-0833-4d66-a611-1693fee57a2c" providerId="AD" clId="Web-{60D0E4D6-CCB6-3749-221B-8D4548CD0652}"/>
    <pc:docChg chg="modSld">
      <pc:chgData name="Αντωνιος Μακρης" userId="S::antoniosmakris@ntua.gr::eea0bc52-0833-4d66-a611-1693fee57a2c" providerId="AD" clId="Web-{60D0E4D6-CCB6-3749-221B-8D4548CD0652}" dt="2025-01-28T05:17:58.977" v="5"/>
      <pc:docMkLst>
        <pc:docMk/>
      </pc:docMkLst>
      <pc:sldChg chg="modSp">
        <pc:chgData name="Αντωνιος Μακρης" userId="S::antoniosmakris@ntua.gr::eea0bc52-0833-4d66-a611-1693fee57a2c" providerId="AD" clId="Web-{60D0E4D6-CCB6-3749-221B-8D4548CD0652}" dt="2025-01-28T05:17:58.977" v="5"/>
        <pc:sldMkLst>
          <pc:docMk/>
          <pc:sldMk cId="413811257" sldId="317"/>
        </pc:sldMkLst>
        <pc:graphicFrameChg chg="mod modGraphic">
          <ac:chgData name="Αντωνιος Μακρης" userId="S::antoniosmakris@ntua.gr::eea0bc52-0833-4d66-a611-1693fee57a2c" providerId="AD" clId="Web-{60D0E4D6-CCB6-3749-221B-8D4548CD0652}" dt="2025-01-28T05:17:58.977" v="5"/>
          <ac:graphicFrameMkLst>
            <pc:docMk/>
            <pc:sldMk cId="413811257" sldId="317"/>
            <ac:graphicFrameMk id="6" creationId="{D8B45918-9B12-6B58-B75E-7F37455D4EA5}"/>
          </ac:graphicFrameMkLst>
        </pc:graphicFrameChg>
      </pc:sldChg>
    </pc:docChg>
  </pc:docChgLst>
  <pc:docChgLst>
    <pc:chgData name="stavrosbouras" userId="S::stavrosbouras_gmail.com#ext#@ntuagr.onmicrosoft.com::4f644c6a-9f19-4db4-b82d-59239b1899f3" providerId="AD" clId="Web-{9C0B1A23-2693-40F0-A574-35AD14B9FCE4}"/>
    <pc:docChg chg="addSld delSld modSld">
      <pc:chgData name="stavrosbouras" userId="S::stavrosbouras_gmail.com#ext#@ntuagr.onmicrosoft.com::4f644c6a-9f19-4db4-b82d-59239b1899f3" providerId="AD" clId="Web-{9C0B1A23-2693-40F0-A574-35AD14B9FCE4}" dt="2025-01-27T15:11:55.826" v="3078" actId="20577"/>
      <pc:docMkLst>
        <pc:docMk/>
      </pc:docMkLst>
      <pc:sldChg chg="del">
        <pc:chgData name="stavrosbouras" userId="S::stavrosbouras_gmail.com#ext#@ntuagr.onmicrosoft.com::4f644c6a-9f19-4db4-b82d-59239b1899f3" providerId="AD" clId="Web-{9C0B1A23-2693-40F0-A574-35AD14B9FCE4}" dt="2025-01-27T14:15:48.453" v="1916"/>
        <pc:sldMkLst>
          <pc:docMk/>
          <pc:sldMk cId="2311880004" sldId="266"/>
        </pc:sldMkLst>
      </pc:sldChg>
      <pc:sldChg chg="modSp">
        <pc:chgData name="stavrosbouras" userId="S::stavrosbouras_gmail.com#ext#@ntuagr.onmicrosoft.com::4f644c6a-9f19-4db4-b82d-59239b1899f3" providerId="AD" clId="Web-{9C0B1A23-2693-40F0-A574-35AD14B9FCE4}" dt="2025-01-27T14:54:33.574" v="2987" actId="20577"/>
        <pc:sldMkLst>
          <pc:docMk/>
          <pc:sldMk cId="495190099" sldId="269"/>
        </pc:sldMkLst>
        <pc:spChg chg="mod">
          <ac:chgData name="stavrosbouras" userId="S::stavrosbouras_gmail.com#ext#@ntuagr.onmicrosoft.com::4f644c6a-9f19-4db4-b82d-59239b1899f3" providerId="AD" clId="Web-{9C0B1A23-2693-40F0-A574-35AD14B9FCE4}" dt="2025-01-27T14:54:33.574" v="2987" actId="20577"/>
          <ac:spMkLst>
            <pc:docMk/>
            <pc:sldMk cId="495190099" sldId="269"/>
            <ac:spMk id="3" creationId="{FF78C02A-9112-C727-E9BC-D1F26D5CFD35}"/>
          </ac:spMkLst>
        </pc:spChg>
      </pc:sldChg>
      <pc:sldChg chg="modSp">
        <pc:chgData name="stavrosbouras" userId="S::stavrosbouras_gmail.com#ext#@ntuagr.onmicrosoft.com::4f644c6a-9f19-4db4-b82d-59239b1899f3" providerId="AD" clId="Web-{9C0B1A23-2693-40F0-A574-35AD14B9FCE4}" dt="2025-01-27T12:34:15.775" v="55" actId="20577"/>
        <pc:sldMkLst>
          <pc:docMk/>
          <pc:sldMk cId="906148007" sldId="279"/>
        </pc:sldMkLst>
        <pc:spChg chg="mod">
          <ac:chgData name="stavrosbouras" userId="S::stavrosbouras_gmail.com#ext#@ntuagr.onmicrosoft.com::4f644c6a-9f19-4db4-b82d-59239b1899f3" providerId="AD" clId="Web-{9C0B1A23-2693-40F0-A574-35AD14B9FCE4}" dt="2025-01-27T12:34:15.775" v="55" actId="20577"/>
          <ac:spMkLst>
            <pc:docMk/>
            <pc:sldMk cId="906148007" sldId="279"/>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55:14.278" v="2991" actId="20577"/>
        <pc:sldMkLst>
          <pc:docMk/>
          <pc:sldMk cId="4066929991" sldId="292"/>
        </pc:sldMkLst>
        <pc:spChg chg="mod">
          <ac:chgData name="stavrosbouras" userId="S::stavrosbouras_gmail.com#ext#@ntuagr.onmicrosoft.com::4f644c6a-9f19-4db4-b82d-59239b1899f3" providerId="AD" clId="Web-{9C0B1A23-2693-40F0-A574-35AD14B9FCE4}" dt="2025-01-27T14:55:14.278" v="2991" actId="20577"/>
          <ac:spMkLst>
            <pc:docMk/>
            <pc:sldMk cId="4066929991" sldId="292"/>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5:03:02.965" v="2997" actId="20577"/>
        <pc:sldMkLst>
          <pc:docMk/>
          <pc:sldMk cId="2694638138" sldId="293"/>
        </pc:sldMkLst>
        <pc:spChg chg="add mod">
          <ac:chgData name="stavrosbouras" userId="S::stavrosbouras_gmail.com#ext#@ntuagr.onmicrosoft.com::4f644c6a-9f19-4db4-b82d-59239b1899f3" providerId="AD" clId="Web-{9C0B1A23-2693-40F0-A574-35AD14B9FCE4}" dt="2025-01-27T15:03:02.965" v="2997" actId="20577"/>
          <ac:spMkLst>
            <pc:docMk/>
            <pc:sldMk cId="2694638138" sldId="293"/>
            <ac:spMk id="5" creationId="{D947A6F1-6E1B-A38E-7A1F-FDA2937862E1}"/>
          </ac:spMkLst>
        </pc:spChg>
      </pc:sldChg>
      <pc:sldChg chg="modSp add replId">
        <pc:chgData name="stavrosbouras" userId="S::stavrosbouras_gmail.com#ext#@ntuagr.onmicrosoft.com::4f644c6a-9f19-4db4-b82d-59239b1899f3" providerId="AD" clId="Web-{9C0B1A23-2693-40F0-A574-35AD14B9FCE4}" dt="2025-01-27T13:30:48.664" v="1394" actId="20577"/>
        <pc:sldMkLst>
          <pc:docMk/>
          <pc:sldMk cId="3434510569" sldId="294"/>
        </pc:sldMkLst>
        <pc:spChg chg="mod">
          <ac:chgData name="stavrosbouras" userId="S::stavrosbouras_gmail.com#ext#@ntuagr.onmicrosoft.com::4f644c6a-9f19-4db4-b82d-59239b1899f3" providerId="AD" clId="Web-{9C0B1A23-2693-40F0-A574-35AD14B9FCE4}" dt="2025-01-27T13:30:48.664" v="1394" actId="20577"/>
          <ac:spMkLst>
            <pc:docMk/>
            <pc:sldMk cId="3434510569" sldId="294"/>
            <ac:spMk id="5" creationId="{D947A6F1-6E1B-A38E-7A1F-FDA2937862E1}"/>
          </ac:spMkLst>
        </pc:spChg>
      </pc:sldChg>
      <pc:sldChg chg="modSp add replId">
        <pc:chgData name="stavrosbouras" userId="S::stavrosbouras_gmail.com#ext#@ntuagr.onmicrosoft.com::4f644c6a-9f19-4db4-b82d-59239b1899f3" providerId="AD" clId="Web-{9C0B1A23-2693-40F0-A574-35AD14B9FCE4}" dt="2025-01-27T14:10:03.958" v="1898" actId="20577"/>
        <pc:sldMkLst>
          <pc:docMk/>
          <pc:sldMk cId="1677821640" sldId="297"/>
        </pc:sldMkLst>
        <pc:spChg chg="mod">
          <ac:chgData name="stavrosbouras" userId="S::stavrosbouras_gmail.com#ext#@ntuagr.onmicrosoft.com::4f644c6a-9f19-4db4-b82d-59239b1899f3" providerId="AD" clId="Web-{9C0B1A23-2693-40F0-A574-35AD14B9FCE4}" dt="2025-01-27T14:10:03.958" v="1898" actId="20577"/>
          <ac:spMkLst>
            <pc:docMk/>
            <pc:sldMk cId="1677821640" sldId="297"/>
            <ac:spMk id="5" creationId="{D947A6F1-6E1B-A38E-7A1F-FDA2937862E1}"/>
          </ac:spMkLst>
        </pc:spChg>
      </pc:sldChg>
      <pc:sldChg chg="addSp delSp modSp add replId">
        <pc:chgData name="stavrosbouras" userId="S::stavrosbouras_gmail.com#ext#@ntuagr.onmicrosoft.com::4f644c6a-9f19-4db4-b82d-59239b1899f3" providerId="AD" clId="Web-{9C0B1A23-2693-40F0-A574-35AD14B9FCE4}" dt="2025-01-27T14:01:41.161" v="1838" actId="1076"/>
        <pc:sldMkLst>
          <pc:docMk/>
          <pc:sldMk cId="2170898036" sldId="303"/>
        </pc:sldMkLst>
        <pc:spChg chg="mod">
          <ac:chgData name="stavrosbouras" userId="S::stavrosbouras_gmail.com#ext#@ntuagr.onmicrosoft.com::4f644c6a-9f19-4db4-b82d-59239b1899f3" providerId="AD" clId="Web-{9C0B1A23-2693-40F0-A574-35AD14B9FCE4}" dt="2025-01-27T14:01:41.161" v="1838" actId="1076"/>
          <ac:spMkLst>
            <pc:docMk/>
            <pc:sldMk cId="2170898036" sldId="303"/>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5:07:03.629" v="3043" actId="20577"/>
        <pc:sldMkLst>
          <pc:docMk/>
          <pc:sldMk cId="2557306374" sldId="304"/>
        </pc:sldMkLst>
        <pc:spChg chg="mod">
          <ac:chgData name="stavrosbouras" userId="S::stavrosbouras_gmail.com#ext#@ntuagr.onmicrosoft.com::4f644c6a-9f19-4db4-b82d-59239b1899f3" providerId="AD" clId="Web-{9C0B1A23-2693-40F0-A574-35AD14B9FCE4}" dt="2025-01-27T15:07:03.629" v="3043" actId="20577"/>
          <ac:spMkLst>
            <pc:docMk/>
            <pc:sldMk cId="2557306374" sldId="304"/>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5:11:55.826" v="3078" actId="20577"/>
        <pc:sldMkLst>
          <pc:docMk/>
          <pc:sldMk cId="3727988347" sldId="307"/>
        </pc:sldMkLst>
        <pc:spChg chg="mod">
          <ac:chgData name="stavrosbouras" userId="S::stavrosbouras_gmail.com#ext#@ntuagr.onmicrosoft.com::4f644c6a-9f19-4db4-b82d-59239b1899f3" providerId="AD" clId="Web-{9C0B1A23-2693-40F0-A574-35AD14B9FCE4}" dt="2025-01-27T15:11:55.826" v="3078" actId="20577"/>
          <ac:spMkLst>
            <pc:docMk/>
            <pc:sldMk cId="3727988347" sldId="307"/>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01:10.956" v="1834" actId="20577"/>
        <pc:sldMkLst>
          <pc:docMk/>
          <pc:sldMk cId="3558979755" sldId="309"/>
        </pc:sldMkLst>
        <pc:spChg chg="mod">
          <ac:chgData name="stavrosbouras" userId="S::stavrosbouras_gmail.com#ext#@ntuagr.onmicrosoft.com::4f644c6a-9f19-4db4-b82d-59239b1899f3" providerId="AD" clId="Web-{9C0B1A23-2693-40F0-A574-35AD14B9FCE4}" dt="2025-01-27T14:01:10.956" v="1834" actId="20577"/>
          <ac:spMkLst>
            <pc:docMk/>
            <pc:sldMk cId="3558979755" sldId="309"/>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4:01:06.956" v="1833" actId="20577"/>
        <pc:sldMkLst>
          <pc:docMk/>
          <pc:sldMk cId="3107211937" sldId="310"/>
        </pc:sldMkLst>
        <pc:spChg chg="mod">
          <ac:chgData name="stavrosbouras" userId="S::stavrosbouras_gmail.com#ext#@ntuagr.onmicrosoft.com::4f644c6a-9f19-4db4-b82d-59239b1899f3" providerId="AD" clId="Web-{9C0B1A23-2693-40F0-A574-35AD14B9FCE4}" dt="2025-01-27T14:01:06.956" v="1833" actId="20577"/>
          <ac:spMkLst>
            <pc:docMk/>
            <pc:sldMk cId="3107211937" sldId="310"/>
            <ac:spMk id="3" creationId="{FF78C02A-9112-C727-E9BC-D1F26D5CFD35}"/>
          </ac:spMkLst>
        </pc:spChg>
      </pc:sldChg>
      <pc:sldChg chg="modSp">
        <pc:chgData name="stavrosbouras" userId="S::stavrosbouras_gmail.com#ext#@ntuagr.onmicrosoft.com::4f644c6a-9f19-4db4-b82d-59239b1899f3" providerId="AD" clId="Web-{9C0B1A23-2693-40F0-A574-35AD14B9FCE4}" dt="2025-01-27T14:41:28.908" v="2510"/>
        <pc:sldMkLst>
          <pc:docMk/>
          <pc:sldMk cId="2270794652" sldId="311"/>
        </pc:sldMkLst>
        <pc:graphicFrameChg chg="mod modGraphic">
          <ac:chgData name="stavrosbouras" userId="S::stavrosbouras_gmail.com#ext#@ntuagr.onmicrosoft.com::4f644c6a-9f19-4db4-b82d-59239b1899f3" providerId="AD" clId="Web-{9C0B1A23-2693-40F0-A574-35AD14B9FCE4}" dt="2025-01-27T14:41:28.908" v="2510"/>
          <ac:graphicFrameMkLst>
            <pc:docMk/>
            <pc:sldMk cId="2270794652" sldId="311"/>
            <ac:graphicFrameMk id="6" creationId="{D8B45918-9B12-6B58-B75E-7F37455D4EA5}"/>
          </ac:graphicFrameMkLst>
        </pc:graphicFrameChg>
      </pc:sldChg>
      <pc:sldChg chg="addSp delSp modSp add replId">
        <pc:chgData name="stavrosbouras" userId="S::stavrosbouras_gmail.com#ext#@ntuagr.onmicrosoft.com::4f644c6a-9f19-4db4-b82d-59239b1899f3" providerId="AD" clId="Web-{9C0B1A23-2693-40F0-A574-35AD14B9FCE4}" dt="2025-01-27T14:01:01.206" v="1831" actId="20577"/>
        <pc:sldMkLst>
          <pc:docMk/>
          <pc:sldMk cId="2973401165" sldId="312"/>
        </pc:sldMkLst>
        <pc:spChg chg="mod">
          <ac:chgData name="stavrosbouras" userId="S::stavrosbouras_gmail.com#ext#@ntuagr.onmicrosoft.com::4f644c6a-9f19-4db4-b82d-59239b1899f3" providerId="AD" clId="Web-{9C0B1A23-2693-40F0-A574-35AD14B9FCE4}" dt="2025-01-27T14:01:01.206" v="1831" actId="20577"/>
          <ac:spMkLst>
            <pc:docMk/>
            <pc:sldMk cId="2973401165" sldId="312"/>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4:04:47.838" v="1851"/>
        <pc:sldMkLst>
          <pc:docMk/>
          <pc:sldMk cId="1409433064" sldId="313"/>
        </pc:sldMkLst>
        <pc:spChg chg="mod">
          <ac:chgData name="stavrosbouras" userId="S::stavrosbouras_gmail.com#ext#@ntuagr.onmicrosoft.com::4f644c6a-9f19-4db4-b82d-59239b1899f3" providerId="AD" clId="Web-{9C0B1A23-2693-40F0-A574-35AD14B9FCE4}" dt="2025-01-27T14:04:37.791" v="1847" actId="20577"/>
          <ac:spMkLst>
            <pc:docMk/>
            <pc:sldMk cId="1409433064" sldId="313"/>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05:49.372" v="1873" actId="20577"/>
        <pc:sldMkLst>
          <pc:docMk/>
          <pc:sldMk cId="2476958729" sldId="314"/>
        </pc:sldMkLst>
        <pc:spChg chg="mod">
          <ac:chgData name="stavrosbouras" userId="S::stavrosbouras_gmail.com#ext#@ntuagr.onmicrosoft.com::4f644c6a-9f19-4db4-b82d-59239b1899f3" providerId="AD" clId="Web-{9C0B1A23-2693-40F0-A574-35AD14B9FCE4}" dt="2025-01-27T14:05:49.372" v="1873" actId="20577"/>
          <ac:spMkLst>
            <pc:docMk/>
            <pc:sldMk cId="2476958729" sldId="314"/>
            <ac:spMk id="3" creationId="{FF78C02A-9112-C727-E9BC-D1F26D5CFD35}"/>
          </ac:spMkLst>
        </pc:spChg>
      </pc:sldChg>
      <pc:sldChg chg="modSp add replId">
        <pc:chgData name="stavrosbouras" userId="S::stavrosbouras_gmail.com#ext#@ntuagr.onmicrosoft.com::4f644c6a-9f19-4db4-b82d-59239b1899f3" providerId="AD" clId="Web-{9C0B1A23-2693-40F0-A574-35AD14B9FCE4}" dt="2025-01-27T14:07:30.719" v="1896" actId="20577"/>
        <pc:sldMkLst>
          <pc:docMk/>
          <pc:sldMk cId="1150289192" sldId="315"/>
        </pc:sldMkLst>
        <pc:spChg chg="mod">
          <ac:chgData name="stavrosbouras" userId="S::stavrosbouras_gmail.com#ext#@ntuagr.onmicrosoft.com::4f644c6a-9f19-4db4-b82d-59239b1899f3" providerId="AD" clId="Web-{9C0B1A23-2693-40F0-A574-35AD14B9FCE4}" dt="2025-01-27T14:07:30.719" v="1896" actId="20577"/>
          <ac:spMkLst>
            <pc:docMk/>
            <pc:sldMk cId="1150289192" sldId="315"/>
            <ac:spMk id="3" creationId="{FF78C02A-9112-C727-E9BC-D1F26D5CFD35}"/>
          </ac:spMkLst>
        </pc:spChg>
      </pc:sldChg>
      <pc:sldChg chg="addSp delSp modSp add replId">
        <pc:chgData name="stavrosbouras" userId="S::stavrosbouras_gmail.com#ext#@ntuagr.onmicrosoft.com::4f644c6a-9f19-4db4-b82d-59239b1899f3" providerId="AD" clId="Web-{9C0B1A23-2693-40F0-A574-35AD14B9FCE4}" dt="2025-01-27T14:14:37.138" v="1915" actId="1076"/>
        <pc:sldMkLst>
          <pc:docMk/>
          <pc:sldMk cId="291650307" sldId="316"/>
        </pc:sldMkLst>
        <pc:picChg chg="add mod">
          <ac:chgData name="stavrosbouras" userId="S::stavrosbouras_gmail.com#ext#@ntuagr.onmicrosoft.com::4f644c6a-9f19-4db4-b82d-59239b1899f3" providerId="AD" clId="Web-{9C0B1A23-2693-40F0-A574-35AD14B9FCE4}" dt="2025-01-27T14:14:37.138" v="1915" actId="1076"/>
          <ac:picMkLst>
            <pc:docMk/>
            <pc:sldMk cId="291650307" sldId="316"/>
            <ac:picMk id="2" creationId="{96F75EEB-53BA-2B93-8337-C0C1809F1A31}"/>
          </ac:picMkLst>
        </pc:picChg>
      </pc:sldChg>
      <pc:sldChg chg="addSp delSp add del replId">
        <pc:chgData name="stavrosbouras" userId="S::stavrosbouras_gmail.com#ext#@ntuagr.onmicrosoft.com::4f644c6a-9f19-4db4-b82d-59239b1899f3" providerId="AD" clId="Web-{9C0B1A23-2693-40F0-A574-35AD14B9FCE4}" dt="2025-01-27T14:11:37.633" v="1902"/>
        <pc:sldMkLst>
          <pc:docMk/>
          <pc:sldMk cId="2175982139" sldId="316"/>
        </pc:sldMkLst>
      </pc:sldChg>
      <pc:sldChg chg="modSp add replId">
        <pc:chgData name="stavrosbouras" userId="S::stavrosbouras_gmail.com#ext#@ntuagr.onmicrosoft.com::4f644c6a-9f19-4db4-b82d-59239b1899f3" providerId="AD" clId="Web-{9C0B1A23-2693-40F0-A574-35AD14B9FCE4}" dt="2025-01-27T14:47:43.295" v="2951"/>
        <pc:sldMkLst>
          <pc:docMk/>
          <pc:sldMk cId="413811257" sldId="317"/>
        </pc:sldMkLst>
        <pc:graphicFrameChg chg="mod modGraphic">
          <ac:chgData name="stavrosbouras" userId="S::stavrosbouras_gmail.com#ext#@ntuagr.onmicrosoft.com::4f644c6a-9f19-4db4-b82d-59239b1899f3" providerId="AD" clId="Web-{9C0B1A23-2693-40F0-A574-35AD14B9FCE4}" dt="2025-01-27T14:47:43.295" v="2951"/>
          <ac:graphicFrameMkLst>
            <pc:docMk/>
            <pc:sldMk cId="413811257" sldId="317"/>
            <ac:graphicFrameMk id="6" creationId="{D8B45918-9B12-6B58-B75E-7F37455D4EA5}"/>
          </ac:graphicFrameMkLst>
        </pc:graphicFrameChg>
      </pc:sldChg>
    </pc:docChg>
  </pc:docChgLst>
  <pc:docChgLst>
    <pc:chgData name="Αντωνιος Μακρης" userId="S::antoniosmakris@ntua.gr::eea0bc52-0833-4d66-a611-1693fee57a2c" providerId="AD" clId="Web-{E1CBD8D9-C455-8493-64EE-A6255BD17F08}"/>
    <pc:docChg chg="addSld delSld modSld">
      <pc:chgData name="Αντωνιος Μακρης" userId="S::antoniosmakris@ntua.gr::eea0bc52-0833-4d66-a611-1693fee57a2c" providerId="AD" clId="Web-{E1CBD8D9-C455-8493-64EE-A6255BD17F08}" dt="2025-01-27T15:11:40.748" v="368" actId="20577"/>
      <pc:docMkLst>
        <pc:docMk/>
      </pc:docMkLst>
      <pc:sldChg chg="modSp">
        <pc:chgData name="Αντωνιος Μακρης" userId="S::antoniosmakris@ntua.gr::eea0bc52-0833-4d66-a611-1693fee57a2c" providerId="AD" clId="Web-{E1CBD8D9-C455-8493-64EE-A6255BD17F08}" dt="2025-01-27T14:44:31.008" v="348" actId="20577"/>
        <pc:sldMkLst>
          <pc:docMk/>
          <pc:sldMk cId="4191494072" sldId="268"/>
        </pc:sldMkLst>
        <pc:spChg chg="mod">
          <ac:chgData name="Αντωνιος Μακρης" userId="S::antoniosmakris@ntua.gr::eea0bc52-0833-4d66-a611-1693fee57a2c" providerId="AD" clId="Web-{E1CBD8D9-C455-8493-64EE-A6255BD17F08}" dt="2025-01-27T14:44:31.008" v="348" actId="20577"/>
          <ac:spMkLst>
            <pc:docMk/>
            <pc:sldMk cId="4191494072" sldId="268"/>
            <ac:spMk id="3" creationId="{1D9119E2-7D13-373A-B3B3-C55FA5D97E87}"/>
          </ac:spMkLst>
        </pc:spChg>
      </pc:sldChg>
      <pc:sldChg chg="modSp">
        <pc:chgData name="Αντωνιος Μακρης" userId="S::antoniosmakris@ntua.gr::eea0bc52-0833-4d66-a611-1693fee57a2c" providerId="AD" clId="Web-{E1CBD8D9-C455-8493-64EE-A6255BD17F08}" dt="2025-01-27T14:24:22.984" v="337" actId="20577"/>
        <pc:sldMkLst>
          <pc:docMk/>
          <pc:sldMk cId="329482504" sldId="270"/>
        </pc:sldMkLst>
        <pc:spChg chg="mod">
          <ac:chgData name="Αντωνιος Μακρης" userId="S::antoniosmakris@ntua.gr::eea0bc52-0833-4d66-a611-1693fee57a2c" providerId="AD" clId="Web-{E1CBD8D9-C455-8493-64EE-A6255BD17F08}" dt="2025-01-27T14:24:22.984" v="337" actId="20577"/>
          <ac:spMkLst>
            <pc:docMk/>
            <pc:sldMk cId="329482504" sldId="270"/>
            <ac:spMk id="3" creationId="{EB1DFA5E-8281-812C-118F-02577CC8C5F7}"/>
          </ac:spMkLst>
        </pc:spChg>
      </pc:sldChg>
      <pc:sldChg chg="del">
        <pc:chgData name="Αντωνιος Μακρης" userId="S::antoniosmakris@ntua.gr::eea0bc52-0833-4d66-a611-1693fee57a2c" providerId="AD" clId="Web-{E1CBD8D9-C455-8493-64EE-A6255BD17F08}" dt="2025-01-27T14:28:36.898" v="338"/>
        <pc:sldMkLst>
          <pc:docMk/>
          <pc:sldMk cId="692029271" sldId="281"/>
        </pc:sldMkLst>
      </pc:sldChg>
      <pc:sldChg chg="modSp">
        <pc:chgData name="Αντωνιος Μακρης" userId="S::antoniosmakris@ntua.gr::eea0bc52-0833-4d66-a611-1693fee57a2c" providerId="AD" clId="Web-{E1CBD8D9-C455-8493-64EE-A6255BD17F08}" dt="2025-01-27T14:29:56.542" v="347" actId="20577"/>
        <pc:sldMkLst>
          <pc:docMk/>
          <pc:sldMk cId="4180217099" sldId="282"/>
        </pc:sldMkLst>
        <pc:spChg chg="mod">
          <ac:chgData name="Αντωνιος Μακρης" userId="S::antoniosmakris@ntua.gr::eea0bc52-0833-4d66-a611-1693fee57a2c" providerId="AD" clId="Web-{E1CBD8D9-C455-8493-64EE-A6255BD17F08}" dt="2025-01-27T14:29:26.338" v="343" actId="20577"/>
          <ac:spMkLst>
            <pc:docMk/>
            <pc:sldMk cId="4180217099" sldId="282"/>
            <ac:spMk id="2" creationId="{D4EF8DA2-A832-9ACE-1F6B-027C67E91AEE}"/>
          </ac:spMkLst>
        </pc:spChg>
        <pc:spChg chg="mod">
          <ac:chgData name="Αντωνιος Μακρης" userId="S::antoniosmakris@ntua.gr::eea0bc52-0833-4d66-a611-1693fee57a2c" providerId="AD" clId="Web-{E1CBD8D9-C455-8493-64EE-A6255BD17F08}" dt="2025-01-27T14:29:56.542" v="347" actId="20577"/>
          <ac:spMkLst>
            <pc:docMk/>
            <pc:sldMk cId="4180217099" sldId="282"/>
            <ac:spMk id="3" creationId="{EB1DFA5E-8281-812C-118F-02577CC8C5F7}"/>
          </ac:spMkLst>
        </pc:spChg>
      </pc:sldChg>
      <pc:sldChg chg="modSp">
        <pc:chgData name="Αντωνιος Μακρης" userId="S::antoniosmakris@ntua.gr::eea0bc52-0833-4d66-a611-1693fee57a2c" providerId="AD" clId="Web-{E1CBD8D9-C455-8493-64EE-A6255BD17F08}" dt="2025-01-27T14:59:01.114" v="350" actId="20577"/>
        <pc:sldMkLst>
          <pc:docMk/>
          <pc:sldMk cId="4066929991" sldId="292"/>
        </pc:sldMkLst>
        <pc:spChg chg="mod">
          <ac:chgData name="Αντωνιος Μακρης" userId="S::antoniosmakris@ntua.gr::eea0bc52-0833-4d66-a611-1693fee57a2c" providerId="AD" clId="Web-{E1CBD8D9-C455-8493-64EE-A6255BD17F08}" dt="2025-01-27T14:59:01.114" v="350" actId="20577"/>
          <ac:spMkLst>
            <pc:docMk/>
            <pc:sldMk cId="4066929991" sldId="292"/>
            <ac:spMk id="3" creationId="{FF78C02A-9112-C727-E9BC-D1F26D5CFD35}"/>
          </ac:spMkLst>
        </pc:spChg>
      </pc:sldChg>
      <pc:sldChg chg="modSp">
        <pc:chgData name="Αντωνιος Μακρης" userId="S::antoniosmakris@ntua.gr::eea0bc52-0833-4d66-a611-1693fee57a2c" providerId="AD" clId="Web-{E1CBD8D9-C455-8493-64EE-A6255BD17F08}" dt="2025-01-27T14:04:49.805" v="311" actId="20577"/>
        <pc:sldMkLst>
          <pc:docMk/>
          <pc:sldMk cId="1479836977" sldId="301"/>
        </pc:sldMkLst>
        <pc:spChg chg="mod">
          <ac:chgData name="Αντωνιος Μακρης" userId="S::antoniosmakris@ntua.gr::eea0bc52-0833-4d66-a611-1693fee57a2c" providerId="AD" clId="Web-{E1CBD8D9-C455-8493-64EE-A6255BD17F08}" dt="2025-01-27T14:04:49.805" v="311" actId="20577"/>
          <ac:spMkLst>
            <pc:docMk/>
            <pc:sldMk cId="1479836977" sldId="301"/>
            <ac:spMk id="3" creationId="{1D9119E2-7D13-373A-B3B3-C55FA5D97E87}"/>
          </ac:spMkLst>
        </pc:spChg>
      </pc:sldChg>
      <pc:sldChg chg="modSp">
        <pc:chgData name="Αντωνιος Μακρης" userId="S::antoniosmakris@ntua.gr::eea0bc52-0833-4d66-a611-1693fee57a2c" providerId="AD" clId="Web-{E1CBD8D9-C455-8493-64EE-A6255BD17F08}" dt="2025-01-27T15:03:40.421" v="355" actId="20577"/>
        <pc:sldMkLst>
          <pc:docMk/>
          <pc:sldMk cId="2170898036" sldId="303"/>
        </pc:sldMkLst>
        <pc:spChg chg="mod">
          <ac:chgData name="Αντωνιος Μακρης" userId="S::antoniosmakris@ntua.gr::eea0bc52-0833-4d66-a611-1693fee57a2c" providerId="AD" clId="Web-{E1CBD8D9-C455-8493-64EE-A6255BD17F08}" dt="2025-01-27T15:03:40.421" v="355" actId="20577"/>
          <ac:spMkLst>
            <pc:docMk/>
            <pc:sldMk cId="2170898036" sldId="303"/>
            <ac:spMk id="3" creationId="{FF78C02A-9112-C727-E9BC-D1F26D5CFD35}"/>
          </ac:spMkLst>
        </pc:spChg>
      </pc:sldChg>
      <pc:sldChg chg="modSp add replId">
        <pc:chgData name="Αντωνιος Μακρης" userId="S::antoniosmakris@ntua.gr::eea0bc52-0833-4d66-a611-1693fee57a2c" providerId="AD" clId="Web-{E1CBD8D9-C455-8493-64EE-A6255BD17F08}" dt="2025-01-27T13:52:27.843" v="7" actId="20577"/>
        <pc:sldMkLst>
          <pc:docMk/>
          <pc:sldMk cId="1381810292" sldId="306"/>
        </pc:sldMkLst>
      </pc:sldChg>
      <pc:sldChg chg="modSp">
        <pc:chgData name="Αντωνιος Μακρης" userId="S::antoniosmakris@ntua.gr::eea0bc52-0833-4d66-a611-1693fee57a2c" providerId="AD" clId="Web-{E1CBD8D9-C455-8493-64EE-A6255BD17F08}" dt="2025-01-27T13:53:30.783" v="19" actId="20577"/>
        <pc:sldMkLst>
          <pc:docMk/>
          <pc:sldMk cId="3157288640" sldId="306"/>
        </pc:sldMkLst>
        <pc:spChg chg="mod">
          <ac:chgData name="Αντωνιος Μακρης" userId="S::antoniosmakris@ntua.gr::eea0bc52-0833-4d66-a611-1693fee57a2c" providerId="AD" clId="Web-{E1CBD8D9-C455-8493-64EE-A6255BD17F08}" dt="2025-01-27T13:53:30.783" v="19" actId="20577"/>
          <ac:spMkLst>
            <pc:docMk/>
            <pc:sldMk cId="3157288640" sldId="306"/>
            <ac:spMk id="3" creationId="{1D9119E2-7D13-373A-B3B3-C55FA5D97E87}"/>
          </ac:spMkLst>
        </pc:spChg>
      </pc:sldChg>
      <pc:sldChg chg="modSp">
        <pc:chgData name="Αντωνιος Μακρης" userId="S::antoniosmakris@ntua.gr::eea0bc52-0833-4d66-a611-1693fee57a2c" providerId="AD" clId="Web-{E1CBD8D9-C455-8493-64EE-A6255BD17F08}" dt="2025-01-27T13:55:16.989" v="50" actId="20577"/>
        <pc:sldMkLst>
          <pc:docMk/>
          <pc:sldMk cId="1381810292" sldId="308"/>
        </pc:sldMkLst>
        <pc:spChg chg="mod">
          <ac:chgData name="Αντωνιος Μακρης" userId="S::antoniosmakris@ntua.gr::eea0bc52-0833-4d66-a611-1693fee57a2c" providerId="AD" clId="Web-{E1CBD8D9-C455-8493-64EE-A6255BD17F08}" dt="2025-01-27T13:55:16.989" v="50" actId="20577"/>
          <ac:spMkLst>
            <pc:docMk/>
            <pc:sldMk cId="1381810292" sldId="308"/>
            <ac:spMk id="3" creationId="{1D9119E2-7D13-373A-B3B3-C55FA5D97E87}"/>
          </ac:spMkLst>
        </pc:spChg>
      </pc:sldChg>
      <pc:sldChg chg="modSp">
        <pc:chgData name="Αντωνιος Μακρης" userId="S::antoniosmakris@ntua.gr::eea0bc52-0833-4d66-a611-1693fee57a2c" providerId="AD" clId="Web-{E1CBD8D9-C455-8493-64EE-A6255BD17F08}" dt="2025-01-27T15:05:19.252" v="359" actId="20577"/>
        <pc:sldMkLst>
          <pc:docMk/>
          <pc:sldMk cId="3558979755" sldId="309"/>
        </pc:sldMkLst>
        <pc:spChg chg="mod">
          <ac:chgData name="Αντωνιος Μακρης" userId="S::antoniosmakris@ntua.gr::eea0bc52-0833-4d66-a611-1693fee57a2c" providerId="AD" clId="Web-{E1CBD8D9-C455-8493-64EE-A6255BD17F08}" dt="2025-01-27T15:05:19.252" v="359" actId="20577"/>
          <ac:spMkLst>
            <pc:docMk/>
            <pc:sldMk cId="3558979755" sldId="309"/>
            <ac:spMk id="3" creationId="{FF78C02A-9112-C727-E9BC-D1F26D5CFD35}"/>
          </ac:spMkLst>
        </pc:spChg>
      </pc:sldChg>
      <pc:sldChg chg="modSp">
        <pc:chgData name="Αντωνιος Μακρης" userId="S::antoniosmakris@ntua.gr::eea0bc52-0833-4d66-a611-1693fee57a2c" providerId="AD" clId="Web-{E1CBD8D9-C455-8493-64EE-A6255BD17F08}" dt="2025-01-27T15:06:28.801" v="364" actId="20577"/>
        <pc:sldMkLst>
          <pc:docMk/>
          <pc:sldMk cId="3107211937" sldId="310"/>
        </pc:sldMkLst>
        <pc:spChg chg="mod">
          <ac:chgData name="Αντωνιος Μακρης" userId="S::antoniosmakris@ntua.gr::eea0bc52-0833-4d66-a611-1693fee57a2c" providerId="AD" clId="Web-{E1CBD8D9-C455-8493-64EE-A6255BD17F08}" dt="2025-01-27T15:06:28.801" v="364" actId="20577"/>
          <ac:spMkLst>
            <pc:docMk/>
            <pc:sldMk cId="3107211937" sldId="310"/>
            <ac:spMk id="3" creationId="{FF78C02A-9112-C727-E9BC-D1F26D5CFD35}"/>
          </ac:spMkLst>
        </pc:spChg>
      </pc:sldChg>
      <pc:sldChg chg="addSp delSp modSp new">
        <pc:chgData name="Αντωνιος Μακρης" userId="S::antoniosmakris@ntua.gr::eea0bc52-0833-4d66-a611-1693fee57a2c" providerId="AD" clId="Web-{E1CBD8D9-C455-8493-64EE-A6255BD17F08}" dt="2025-01-27T14:06:33.340" v="332" actId="1076"/>
        <pc:sldMkLst>
          <pc:docMk/>
          <pc:sldMk cId="2270794652" sldId="311"/>
        </pc:sldMkLst>
        <pc:spChg chg="mod">
          <ac:chgData name="Αντωνιος Μακρης" userId="S::antoniosmakris@ntua.gr::eea0bc52-0833-4d66-a611-1693fee57a2c" providerId="AD" clId="Web-{E1CBD8D9-C455-8493-64EE-A6255BD17F08}" dt="2025-01-27T13:57:01.086" v="60" actId="20577"/>
          <ac:spMkLst>
            <pc:docMk/>
            <pc:sldMk cId="2270794652" sldId="311"/>
            <ac:spMk id="2" creationId="{17522C26-2107-C0F2-A45F-052FECFA326A}"/>
          </ac:spMkLst>
        </pc:spChg>
        <pc:graphicFrameChg chg="add mod modGraphic">
          <ac:chgData name="Αντωνιος Μακρης" userId="S::antoniosmakris@ntua.gr::eea0bc52-0833-4d66-a611-1693fee57a2c" providerId="AD" clId="Web-{E1CBD8D9-C455-8493-64EE-A6255BD17F08}" dt="2025-01-27T14:06:33.340" v="332" actId="1076"/>
          <ac:graphicFrameMkLst>
            <pc:docMk/>
            <pc:sldMk cId="2270794652" sldId="311"/>
            <ac:graphicFrameMk id="6" creationId="{D8B45918-9B12-6B58-B75E-7F37455D4EA5}"/>
          </ac:graphicFrameMkLst>
        </pc:graphicFrameChg>
      </pc:sldChg>
      <pc:sldChg chg="modSp">
        <pc:chgData name="Αντωνιος Μακρης" userId="S::antoniosmakris@ntua.gr::eea0bc52-0833-4d66-a611-1693fee57a2c" providerId="AD" clId="Web-{E1CBD8D9-C455-8493-64EE-A6255BD17F08}" dt="2025-01-27T15:11:16.513" v="366" actId="20577"/>
        <pc:sldMkLst>
          <pc:docMk/>
          <pc:sldMk cId="1409433064" sldId="313"/>
        </pc:sldMkLst>
        <pc:spChg chg="mod">
          <ac:chgData name="Αντωνιος Μακρης" userId="S::antoniosmakris@ntua.gr::eea0bc52-0833-4d66-a611-1693fee57a2c" providerId="AD" clId="Web-{E1CBD8D9-C455-8493-64EE-A6255BD17F08}" dt="2025-01-27T15:11:16.513" v="366" actId="20577"/>
          <ac:spMkLst>
            <pc:docMk/>
            <pc:sldMk cId="1409433064" sldId="313"/>
            <ac:spMk id="3" creationId="{FF78C02A-9112-C727-E9BC-D1F26D5CFD35}"/>
          </ac:spMkLst>
        </pc:spChg>
      </pc:sldChg>
      <pc:sldChg chg="add del replId">
        <pc:chgData name="Αντωνιος Μακρης" userId="S::antoniosmakris@ntua.gr::eea0bc52-0833-4d66-a611-1693fee57a2c" providerId="AD" clId="Web-{E1CBD8D9-C455-8493-64EE-A6255BD17F08}" dt="2025-01-27T13:59:08.809" v="146"/>
        <pc:sldMkLst>
          <pc:docMk/>
          <pc:sldMk cId="2686580861" sldId="313"/>
        </pc:sldMkLst>
      </pc:sldChg>
      <pc:sldChg chg="modSp">
        <pc:chgData name="Αντωνιος Μακρης" userId="S::antoniosmakris@ntua.gr::eea0bc52-0833-4d66-a611-1693fee57a2c" providerId="AD" clId="Web-{E1CBD8D9-C455-8493-64EE-A6255BD17F08}" dt="2025-01-27T15:11:40.748" v="368" actId="20577"/>
        <pc:sldMkLst>
          <pc:docMk/>
          <pc:sldMk cId="1150289192" sldId="315"/>
        </pc:sldMkLst>
        <pc:spChg chg="mod">
          <ac:chgData name="Αντωνιος Μακρης" userId="S::antoniosmakris@ntua.gr::eea0bc52-0833-4d66-a611-1693fee57a2c" providerId="AD" clId="Web-{E1CBD8D9-C455-8493-64EE-A6255BD17F08}" dt="2025-01-27T15:11:40.748" v="368" actId="20577"/>
          <ac:spMkLst>
            <pc:docMk/>
            <pc:sldMk cId="1150289192" sldId="315"/>
            <ac:spMk id="3" creationId="{FF78C02A-9112-C727-E9BC-D1F26D5CFD35}"/>
          </ac:spMkLst>
        </pc:spChg>
      </pc:sldChg>
    </pc:docChg>
  </pc:docChgLst>
  <pc:docChgLst>
    <pc:chgData name="Αντωνιος Μακρης" userId="S::antoniosmakris@ntua.gr::eea0bc52-0833-4d66-a611-1693fee57a2c" providerId="AD" clId="Web-{1EBB1441-E1A0-53F9-8186-46EDFCAFCE72}"/>
    <pc:docChg chg="addSld delSld modSld">
      <pc:chgData name="Αντωνιος Μακρης" userId="S::antoniosmakris@ntua.gr::eea0bc52-0833-4d66-a611-1693fee57a2c" providerId="AD" clId="Web-{1EBB1441-E1A0-53F9-8186-46EDFCAFCE72}" dt="2025-01-27T13:51:28.449" v="1149" actId="20577"/>
      <pc:docMkLst>
        <pc:docMk/>
      </pc:docMkLst>
      <pc:sldChg chg="addSp delSp modSp">
        <pc:chgData name="Αντωνιος Μακρης" userId="S::antoniosmakris@ntua.gr::eea0bc52-0833-4d66-a611-1693fee57a2c" providerId="AD" clId="Web-{1EBB1441-E1A0-53F9-8186-46EDFCAFCE72}" dt="2025-01-27T08:09:47.379" v="221" actId="1076"/>
        <pc:sldMkLst>
          <pc:docMk/>
          <pc:sldMk cId="0" sldId="256"/>
        </pc:sldMkLst>
        <pc:spChg chg="mod">
          <ac:chgData name="Αντωνιος Μακρης" userId="S::antoniosmakris@ntua.gr::eea0bc52-0833-4d66-a611-1693fee57a2c" providerId="AD" clId="Web-{1EBB1441-E1A0-53F9-8186-46EDFCAFCE72}" dt="2025-01-27T08:09:47.379" v="221" actId="1076"/>
          <ac:spMkLst>
            <pc:docMk/>
            <pc:sldMk cId="0" sldId="256"/>
            <ac:spMk id="138" creationId="{00000000-0000-0000-0000-000000000000}"/>
          </ac:spMkLst>
        </pc:spChg>
        <pc:spChg chg="mod">
          <ac:chgData name="Αντωνιος Μακρης" userId="S::antoniosmakris@ntua.gr::eea0bc52-0833-4d66-a611-1693fee57a2c" providerId="AD" clId="Web-{1EBB1441-E1A0-53F9-8186-46EDFCAFCE72}" dt="2025-01-27T06:50:53.517" v="11" actId="20577"/>
          <ac:spMkLst>
            <pc:docMk/>
            <pc:sldMk cId="0" sldId="256"/>
            <ac:spMk id="140" creationId="{00000000-0000-0000-0000-000000000000}"/>
          </ac:spMkLst>
        </pc:spChg>
      </pc:sldChg>
      <pc:sldChg chg="delSp modSp del">
        <pc:chgData name="Αντωνιος Μακρης" userId="S::antoniosmakris@ntua.gr::eea0bc52-0833-4d66-a611-1693fee57a2c" providerId="AD" clId="Web-{1EBB1441-E1A0-53F9-8186-46EDFCAFCE72}" dt="2025-01-27T06:58:51.452" v="111"/>
        <pc:sldMkLst>
          <pc:docMk/>
          <pc:sldMk cId="0" sldId="257"/>
        </pc:sldMkLst>
      </pc:sldChg>
      <pc:sldChg chg="addSp delSp modSp del mod modClrScheme chgLayout">
        <pc:chgData name="Αντωνιος Μακρης" userId="S::antoniosmakris@ntua.gr::eea0bc52-0833-4d66-a611-1693fee57a2c" providerId="AD" clId="Web-{1EBB1441-E1A0-53F9-8186-46EDFCAFCE72}" dt="2025-01-27T06:56:43.074" v="104"/>
        <pc:sldMkLst>
          <pc:docMk/>
          <pc:sldMk cId="0" sldId="258"/>
        </pc:sldMkLst>
      </pc:sldChg>
      <pc:sldChg chg="del">
        <pc:chgData name="Αντωνιος Μακρης" userId="S::antoniosmakris@ntua.gr::eea0bc52-0833-4d66-a611-1693fee57a2c" providerId="AD" clId="Web-{1EBB1441-E1A0-53F9-8186-46EDFCAFCE72}" dt="2025-01-27T06:51:11.392" v="17"/>
        <pc:sldMkLst>
          <pc:docMk/>
          <pc:sldMk cId="0" sldId="259"/>
        </pc:sldMkLst>
      </pc:sldChg>
      <pc:sldChg chg="del">
        <pc:chgData name="Αντωνιος Μακρης" userId="S::antoniosmakris@ntua.gr::eea0bc52-0833-4d66-a611-1693fee57a2c" providerId="AD" clId="Web-{1EBB1441-E1A0-53F9-8186-46EDFCAFCE72}" dt="2025-01-27T06:51:12.189" v="18"/>
        <pc:sldMkLst>
          <pc:docMk/>
          <pc:sldMk cId="0" sldId="260"/>
        </pc:sldMkLst>
      </pc:sldChg>
      <pc:sldChg chg="del">
        <pc:chgData name="Αντωνιος Μακρης" userId="S::antoniosmakris@ntua.gr::eea0bc52-0833-4d66-a611-1693fee57a2c" providerId="AD" clId="Web-{1EBB1441-E1A0-53F9-8186-46EDFCAFCE72}" dt="2025-01-27T06:51:12.893" v="19"/>
        <pc:sldMkLst>
          <pc:docMk/>
          <pc:sldMk cId="0" sldId="261"/>
        </pc:sldMkLst>
      </pc:sldChg>
      <pc:sldChg chg="del">
        <pc:chgData name="Αντωνιος Μακρης" userId="S::antoniosmakris@ntua.gr::eea0bc52-0833-4d66-a611-1693fee57a2c" providerId="AD" clId="Web-{1EBB1441-E1A0-53F9-8186-46EDFCAFCE72}" dt="2025-01-27T06:51:13.455" v="20"/>
        <pc:sldMkLst>
          <pc:docMk/>
          <pc:sldMk cId="0" sldId="262"/>
        </pc:sldMkLst>
      </pc:sldChg>
      <pc:sldChg chg="del">
        <pc:chgData name="Αντωνιος Μακρης" userId="S::antoniosmakris@ntua.gr::eea0bc52-0833-4d66-a611-1693fee57a2c" providerId="AD" clId="Web-{1EBB1441-E1A0-53F9-8186-46EDFCAFCE72}" dt="2025-01-27T06:51:14.908" v="21"/>
        <pc:sldMkLst>
          <pc:docMk/>
          <pc:sldMk cId="0" sldId="263"/>
        </pc:sldMkLst>
      </pc:sldChg>
      <pc:sldChg chg="del">
        <pc:chgData name="Αντωνιος Μακρης" userId="S::antoniosmakris@ntua.gr::eea0bc52-0833-4d66-a611-1693fee57a2c" providerId="AD" clId="Web-{1EBB1441-E1A0-53F9-8186-46EDFCAFCE72}" dt="2025-01-27T06:51:15.658" v="22"/>
        <pc:sldMkLst>
          <pc:docMk/>
          <pc:sldMk cId="0" sldId="264"/>
        </pc:sldMkLst>
      </pc:sldChg>
      <pc:sldChg chg="addSp delSp modSp new mod modClrScheme chgLayout">
        <pc:chgData name="Αντωνιος Μακρης" userId="S::antoniosmakris@ntua.gr::eea0bc52-0833-4d66-a611-1693fee57a2c" providerId="AD" clId="Web-{1EBB1441-E1A0-53F9-8186-46EDFCAFCE72}" dt="2025-01-27T13:17:01.381" v="971" actId="1076"/>
        <pc:sldMkLst>
          <pc:docMk/>
          <pc:sldMk cId="2311880004" sldId="266"/>
        </pc:sldMkLst>
      </pc:sldChg>
      <pc:sldChg chg="modSp new">
        <pc:chgData name="Αντωνιος Μακρης" userId="S::antoniosmakris@ntua.gr::eea0bc52-0833-4d66-a611-1693fee57a2c" providerId="AD" clId="Web-{1EBB1441-E1A0-53F9-8186-46EDFCAFCE72}" dt="2025-01-27T11:01:24.759" v="604" actId="20577"/>
        <pc:sldMkLst>
          <pc:docMk/>
          <pc:sldMk cId="765087928" sldId="267"/>
        </pc:sldMkLst>
        <pc:spChg chg="mod">
          <ac:chgData name="Αντωνιος Μακρης" userId="S::antoniosmakris@ntua.gr::eea0bc52-0833-4d66-a611-1693fee57a2c" providerId="AD" clId="Web-{1EBB1441-E1A0-53F9-8186-46EDFCAFCE72}" dt="2025-01-27T06:59:40.548" v="130" actId="20577"/>
          <ac:spMkLst>
            <pc:docMk/>
            <pc:sldMk cId="765087928" sldId="267"/>
            <ac:spMk id="2" creationId="{959D0D3A-D6D3-78AB-5C4D-71CF6C20813C}"/>
          </ac:spMkLst>
        </pc:spChg>
        <pc:spChg chg="mod">
          <ac:chgData name="Αντωνιος Μακρης" userId="S::antoniosmakris@ntua.gr::eea0bc52-0833-4d66-a611-1693fee57a2c" providerId="AD" clId="Web-{1EBB1441-E1A0-53F9-8186-46EDFCAFCE72}" dt="2025-01-27T11:01:24.759" v="604" actId="20577"/>
          <ac:spMkLst>
            <pc:docMk/>
            <pc:sldMk cId="765087928" sldId="267"/>
            <ac:spMk id="3" creationId="{D1A321B0-B2E5-6D79-DC44-2DB50E45AC1D}"/>
          </ac:spMkLst>
        </pc:spChg>
      </pc:sldChg>
      <pc:sldChg chg="modSp new">
        <pc:chgData name="Αντωνιος Μακρης" userId="S::antoniosmakris@ntua.gr::eea0bc52-0833-4d66-a611-1693fee57a2c" providerId="AD" clId="Web-{1EBB1441-E1A0-53F9-8186-46EDFCAFCE72}" dt="2025-01-27T12:45:46.419" v="767" actId="20577"/>
        <pc:sldMkLst>
          <pc:docMk/>
          <pc:sldMk cId="4191494072" sldId="268"/>
        </pc:sldMkLst>
        <pc:spChg chg="mod">
          <ac:chgData name="Αντωνιος Μακρης" userId="S::antoniosmakris@ntua.gr::eea0bc52-0833-4d66-a611-1693fee57a2c" providerId="AD" clId="Web-{1EBB1441-E1A0-53F9-8186-46EDFCAFCE72}" dt="2025-01-27T07:00:35.315" v="141" actId="20577"/>
          <ac:spMkLst>
            <pc:docMk/>
            <pc:sldMk cId="4191494072" sldId="268"/>
            <ac:spMk id="2" creationId="{0746270F-2B05-DBBA-8939-5B6680467AF9}"/>
          </ac:spMkLst>
        </pc:spChg>
        <pc:spChg chg="mod">
          <ac:chgData name="Αντωνιος Μακρης" userId="S::antoniosmakris@ntua.gr::eea0bc52-0833-4d66-a611-1693fee57a2c" providerId="AD" clId="Web-{1EBB1441-E1A0-53F9-8186-46EDFCAFCE72}" dt="2025-01-27T12:45:46.419" v="767" actId="20577"/>
          <ac:spMkLst>
            <pc:docMk/>
            <pc:sldMk cId="4191494072" sldId="268"/>
            <ac:spMk id="3" creationId="{1D9119E2-7D13-373A-B3B3-C55FA5D97E87}"/>
          </ac:spMkLst>
        </pc:spChg>
      </pc:sldChg>
      <pc:sldChg chg="modSp new">
        <pc:chgData name="Αντωνιος Μακρης" userId="S::antoniosmakris@ntua.gr::eea0bc52-0833-4d66-a611-1693fee57a2c" providerId="AD" clId="Web-{1EBB1441-E1A0-53F9-8186-46EDFCAFCE72}" dt="2025-01-27T07:01:01.941" v="171" actId="20577"/>
        <pc:sldMkLst>
          <pc:docMk/>
          <pc:sldMk cId="495190099" sldId="269"/>
        </pc:sldMkLst>
        <pc:spChg chg="mod">
          <ac:chgData name="Αντωνιος Μακρης" userId="S::antoniosmakris@ntua.gr::eea0bc52-0833-4d66-a611-1693fee57a2c" providerId="AD" clId="Web-{1EBB1441-E1A0-53F9-8186-46EDFCAFCE72}" dt="2025-01-27T07:01:01.941" v="171" actId="20577"/>
          <ac:spMkLst>
            <pc:docMk/>
            <pc:sldMk cId="495190099" sldId="269"/>
            <ac:spMk id="2" creationId="{FBE90365-9BAF-6FBE-AC7B-07A38F63071D}"/>
          </ac:spMkLst>
        </pc:spChg>
      </pc:sldChg>
      <pc:sldChg chg="modSp new">
        <pc:chgData name="Αντωνιος Μακρης" userId="S::antoniosmakris@ntua.gr::eea0bc52-0833-4d66-a611-1693fee57a2c" providerId="AD" clId="Web-{1EBB1441-E1A0-53F9-8186-46EDFCAFCE72}" dt="2025-01-27T07:01:27.754" v="183" actId="20577"/>
        <pc:sldMkLst>
          <pc:docMk/>
          <pc:sldMk cId="329482504" sldId="270"/>
        </pc:sldMkLst>
        <pc:spChg chg="mod">
          <ac:chgData name="Αντωνιος Μακρης" userId="S::antoniosmakris@ntua.gr::eea0bc52-0833-4d66-a611-1693fee57a2c" providerId="AD" clId="Web-{1EBB1441-E1A0-53F9-8186-46EDFCAFCE72}" dt="2025-01-27T07:01:27.754" v="183" actId="20577"/>
          <ac:spMkLst>
            <pc:docMk/>
            <pc:sldMk cId="329482504" sldId="270"/>
            <ac:spMk id="2" creationId="{D4EF8DA2-A832-9ACE-1F6B-027C67E91AEE}"/>
          </ac:spMkLst>
        </pc:spChg>
      </pc:sldChg>
      <pc:sldChg chg="modSp add replId">
        <pc:chgData name="Αντωνιος Μακρης" userId="S::antoniosmakris@ntua.gr::eea0bc52-0833-4d66-a611-1693fee57a2c" providerId="AD" clId="Web-{1EBB1441-E1A0-53F9-8186-46EDFCAFCE72}" dt="2025-01-27T09:36:06.850" v="262" actId="20577"/>
        <pc:sldMkLst>
          <pc:docMk/>
          <pc:sldMk cId="899780933" sldId="271"/>
        </pc:sldMkLst>
        <pc:spChg chg="mod">
          <ac:chgData name="Αντωνιος Μακρης" userId="S::antoniosmakris@ntua.gr::eea0bc52-0833-4d66-a611-1693fee57a2c" providerId="AD" clId="Web-{1EBB1441-E1A0-53F9-8186-46EDFCAFCE72}" dt="2025-01-27T06:59:08.812" v="116" actId="20577"/>
          <ac:spMkLst>
            <pc:docMk/>
            <pc:sldMk cId="899780933" sldId="271"/>
            <ac:spMk id="2" creationId="{959D0D3A-D6D3-78AB-5C4D-71CF6C20813C}"/>
          </ac:spMkLst>
        </pc:spChg>
        <pc:spChg chg="mod">
          <ac:chgData name="Αντωνιος Μακρης" userId="S::antoniosmakris@ntua.gr::eea0bc52-0833-4d66-a611-1693fee57a2c" providerId="AD" clId="Web-{1EBB1441-E1A0-53F9-8186-46EDFCAFCE72}" dt="2025-01-27T09:36:06.850" v="262" actId="20577"/>
          <ac:spMkLst>
            <pc:docMk/>
            <pc:sldMk cId="899780933" sldId="271"/>
            <ac:spMk id="3" creationId="{D1A321B0-B2E5-6D79-DC44-2DB50E45AC1D}"/>
          </ac:spMkLst>
        </pc:spChg>
      </pc:sldChg>
      <pc:sldChg chg="addSp delSp modSp add mod replId modClrScheme chgLayout">
        <pc:chgData name="Αντωνιος Μακρης" userId="S::antoniosmakris@ntua.gr::eea0bc52-0833-4d66-a611-1693fee57a2c" providerId="AD" clId="Web-{1EBB1441-E1A0-53F9-8186-46EDFCAFCE72}" dt="2025-01-27T06:58:31.577" v="110"/>
        <pc:sldMkLst>
          <pc:docMk/>
          <pc:sldMk cId="3628669184" sldId="272"/>
        </pc:sldMkLst>
        <pc:spChg chg="mod ord">
          <ac:chgData name="Αντωνιος Μακρης" userId="S::antoniosmakris@ntua.gr::eea0bc52-0833-4d66-a611-1693fee57a2c" providerId="AD" clId="Web-{1EBB1441-E1A0-53F9-8186-46EDFCAFCE72}" dt="2025-01-27T06:57:36.700" v="106"/>
          <ac:spMkLst>
            <pc:docMk/>
            <pc:sldMk cId="3628669184" sldId="272"/>
            <ac:spMk id="2" creationId="{959D0D3A-D6D3-78AB-5C4D-71CF6C20813C}"/>
          </ac:spMkLst>
        </pc:spChg>
        <pc:spChg chg="mod ord">
          <ac:chgData name="Αντωνιος Μακρης" userId="S::antoniosmakris@ntua.gr::eea0bc52-0833-4d66-a611-1693fee57a2c" providerId="AD" clId="Web-{1EBB1441-E1A0-53F9-8186-46EDFCAFCE72}" dt="2025-01-27T06:57:36.700" v="106"/>
          <ac:spMkLst>
            <pc:docMk/>
            <pc:sldMk cId="3628669184" sldId="272"/>
            <ac:spMk id="3" creationId="{D1A321B0-B2E5-6D79-DC44-2DB50E45AC1D}"/>
          </ac:spMkLst>
        </pc:spChg>
      </pc:sldChg>
      <pc:sldChg chg="modSp add replId">
        <pc:chgData name="Αντωνιος Μακρης" userId="S::antoniosmakris@ntua.gr::eea0bc52-0833-4d66-a611-1693fee57a2c" providerId="AD" clId="Web-{1EBB1441-E1A0-53F9-8186-46EDFCAFCE72}" dt="2025-01-27T10:04:47.051" v="537" actId="20577"/>
        <pc:sldMkLst>
          <pc:docMk/>
          <pc:sldMk cId="2029861810" sldId="273"/>
        </pc:sldMkLst>
        <pc:spChg chg="mod">
          <ac:chgData name="Αντωνιος Μακρης" userId="S::antoniosmakris@ntua.gr::eea0bc52-0833-4d66-a611-1693fee57a2c" providerId="AD" clId="Web-{1EBB1441-E1A0-53F9-8186-46EDFCAFCE72}" dt="2025-01-27T06:59:15.422" v="120" actId="20577"/>
          <ac:spMkLst>
            <pc:docMk/>
            <pc:sldMk cId="2029861810" sldId="273"/>
            <ac:spMk id="2" creationId="{959D0D3A-D6D3-78AB-5C4D-71CF6C20813C}"/>
          </ac:spMkLst>
        </pc:spChg>
        <pc:spChg chg="mod">
          <ac:chgData name="Αντωνιος Μακρης" userId="S::antoniosmakris@ntua.gr::eea0bc52-0833-4d66-a611-1693fee57a2c" providerId="AD" clId="Web-{1EBB1441-E1A0-53F9-8186-46EDFCAFCE72}" dt="2025-01-27T10:04:47.051" v="537" actId="20577"/>
          <ac:spMkLst>
            <pc:docMk/>
            <pc:sldMk cId="2029861810" sldId="273"/>
            <ac:spMk id="3" creationId="{D1A321B0-B2E5-6D79-DC44-2DB50E45AC1D}"/>
          </ac:spMkLst>
        </pc:spChg>
      </pc:sldChg>
      <pc:sldChg chg="modSp add replId">
        <pc:chgData name="Αντωνιος Μακρης" userId="S::antoniosmakris@ntua.gr::eea0bc52-0833-4d66-a611-1693fee57a2c" providerId="AD" clId="Web-{1EBB1441-E1A0-53F9-8186-46EDFCAFCE72}" dt="2025-01-27T07:00:17.033" v="135" actId="20577"/>
        <pc:sldMkLst>
          <pc:docMk/>
          <pc:sldMk cId="2431708632" sldId="274"/>
        </pc:sldMkLst>
        <pc:spChg chg="mod">
          <ac:chgData name="Αντωνιος Μακρης" userId="S::antoniosmakris@ntua.gr::eea0bc52-0833-4d66-a611-1693fee57a2c" providerId="AD" clId="Web-{1EBB1441-E1A0-53F9-8186-46EDFCAFCE72}" dt="2025-01-27T07:00:17.033" v="135" actId="20577"/>
          <ac:spMkLst>
            <pc:docMk/>
            <pc:sldMk cId="2431708632" sldId="274"/>
            <ac:spMk id="2" creationId="{959D0D3A-D6D3-78AB-5C4D-71CF6C20813C}"/>
          </ac:spMkLst>
        </pc:spChg>
      </pc:sldChg>
      <pc:sldChg chg="addSp delSp modSp add replId">
        <pc:chgData name="Αντωνιος Μακρης" userId="S::antoniosmakris@ntua.gr::eea0bc52-0833-4d66-a611-1693fee57a2c" providerId="AD" clId="Web-{1EBB1441-E1A0-53F9-8186-46EDFCAFCE72}" dt="2025-01-27T11:10:59" v="623" actId="20577"/>
        <pc:sldMkLst>
          <pc:docMk/>
          <pc:sldMk cId="816798843" sldId="275"/>
        </pc:sldMkLst>
        <pc:spChg chg="mod">
          <ac:chgData name="Αντωνιος Μακρης" userId="S::antoniosmakris@ntua.gr::eea0bc52-0833-4d66-a611-1693fee57a2c" providerId="AD" clId="Web-{1EBB1441-E1A0-53F9-8186-46EDFCAFCE72}" dt="2025-01-27T06:59:47.501" v="132" actId="20577"/>
          <ac:spMkLst>
            <pc:docMk/>
            <pc:sldMk cId="816798843" sldId="275"/>
            <ac:spMk id="2" creationId="{959D0D3A-D6D3-78AB-5C4D-71CF6C20813C}"/>
          </ac:spMkLst>
        </pc:spChg>
        <pc:spChg chg="mod">
          <ac:chgData name="Αντωνιος Μακρης" userId="S::antoniosmakris@ntua.gr::eea0bc52-0833-4d66-a611-1693fee57a2c" providerId="AD" clId="Web-{1EBB1441-E1A0-53F9-8186-46EDFCAFCE72}" dt="2025-01-27T11:10:59" v="623" actId="20577"/>
          <ac:spMkLst>
            <pc:docMk/>
            <pc:sldMk cId="816798843" sldId="275"/>
            <ac:spMk id="3" creationId="{D1A321B0-B2E5-6D79-DC44-2DB50E45AC1D}"/>
          </ac:spMkLst>
        </pc:spChg>
      </pc:sldChg>
      <pc:sldChg chg="modSp add replId">
        <pc:chgData name="Αντωνιος Μακρης" userId="S::antoniosmakris@ntua.gr::eea0bc52-0833-4d66-a611-1693fee57a2c" providerId="AD" clId="Web-{1EBB1441-E1A0-53F9-8186-46EDFCAFCE72}" dt="2025-01-27T07:00:26.518" v="136" actId="20577"/>
        <pc:sldMkLst>
          <pc:docMk/>
          <pc:sldMk cId="3932909221" sldId="276"/>
        </pc:sldMkLst>
        <pc:spChg chg="mod">
          <ac:chgData name="Αντωνιος Μακρης" userId="S::antoniosmakris@ntua.gr::eea0bc52-0833-4d66-a611-1693fee57a2c" providerId="AD" clId="Web-{1EBB1441-E1A0-53F9-8186-46EDFCAFCE72}" dt="2025-01-27T07:00:26.518" v="136" actId="20577"/>
          <ac:spMkLst>
            <pc:docMk/>
            <pc:sldMk cId="3932909221" sldId="276"/>
            <ac:spMk id="2" creationId="{959D0D3A-D6D3-78AB-5C4D-71CF6C20813C}"/>
          </ac:spMkLst>
        </pc:spChg>
      </pc:sldChg>
      <pc:sldChg chg="modSp add replId">
        <pc:chgData name="Αντωνιος Μακρης" userId="S::antoniosmakris@ntua.gr::eea0bc52-0833-4d66-a611-1693fee57a2c" providerId="AD" clId="Web-{1EBB1441-E1A0-53F9-8186-46EDFCAFCE72}" dt="2025-01-27T12:54:44.754" v="783" actId="20577"/>
        <pc:sldMkLst>
          <pc:docMk/>
          <pc:sldMk cId="1374488584" sldId="277"/>
        </pc:sldMkLst>
        <pc:spChg chg="mod">
          <ac:chgData name="Αντωνιος Μακρης" userId="S::antoniosmakris@ntua.gr::eea0bc52-0833-4d66-a611-1693fee57a2c" providerId="AD" clId="Web-{1EBB1441-E1A0-53F9-8186-46EDFCAFCE72}" dt="2025-01-27T07:00:39.425" v="148" actId="20577"/>
          <ac:spMkLst>
            <pc:docMk/>
            <pc:sldMk cId="1374488584" sldId="277"/>
            <ac:spMk id="2" creationId="{0746270F-2B05-DBBA-8939-5B6680467AF9}"/>
          </ac:spMkLst>
        </pc:spChg>
        <pc:spChg chg="mod">
          <ac:chgData name="Αντωνιος Μακρης" userId="S::antoniosmakris@ntua.gr::eea0bc52-0833-4d66-a611-1693fee57a2c" providerId="AD" clId="Web-{1EBB1441-E1A0-53F9-8186-46EDFCAFCE72}" dt="2025-01-27T12:54:44.754" v="783" actId="20577"/>
          <ac:spMkLst>
            <pc:docMk/>
            <pc:sldMk cId="1374488584" sldId="277"/>
            <ac:spMk id="3" creationId="{1D9119E2-7D13-373A-B3B3-C55FA5D97E87}"/>
          </ac:spMkLst>
        </pc:spChg>
      </pc:sldChg>
      <pc:sldChg chg="modSp add replId">
        <pc:chgData name="Αντωνιος Μακρης" userId="S::antoniosmakris@ntua.gr::eea0bc52-0833-4d66-a611-1693fee57a2c" providerId="AD" clId="Web-{1EBB1441-E1A0-53F9-8186-46EDFCAFCE72}" dt="2025-01-27T07:00:48.753" v="152" actId="20577"/>
        <pc:sldMkLst>
          <pc:docMk/>
          <pc:sldMk cId="2905657543" sldId="278"/>
        </pc:sldMkLst>
        <pc:spChg chg="mod">
          <ac:chgData name="Αντωνιος Μακρης" userId="S::antoniosmakris@ntua.gr::eea0bc52-0833-4d66-a611-1693fee57a2c" providerId="AD" clId="Web-{1EBB1441-E1A0-53F9-8186-46EDFCAFCE72}" dt="2025-01-27T07:00:48.753" v="152" actId="20577"/>
          <ac:spMkLst>
            <pc:docMk/>
            <pc:sldMk cId="2905657543" sldId="278"/>
            <ac:spMk id="2" creationId="{959D0D3A-D6D3-78AB-5C4D-71CF6C20813C}"/>
          </ac:spMkLst>
        </pc:spChg>
      </pc:sldChg>
      <pc:sldChg chg="modSp add replId">
        <pc:chgData name="Αντωνιος Μακρης" userId="S::antoniosmakris@ntua.gr::eea0bc52-0833-4d66-a611-1693fee57a2c" providerId="AD" clId="Web-{1EBB1441-E1A0-53F9-8186-46EDFCAFCE72}" dt="2025-01-27T07:01:08.395" v="173" actId="20577"/>
        <pc:sldMkLst>
          <pc:docMk/>
          <pc:sldMk cId="906148007" sldId="279"/>
        </pc:sldMkLst>
        <pc:spChg chg="mod">
          <ac:chgData name="Αντωνιος Μακρης" userId="S::antoniosmakris@ntua.gr::eea0bc52-0833-4d66-a611-1693fee57a2c" providerId="AD" clId="Web-{1EBB1441-E1A0-53F9-8186-46EDFCAFCE72}" dt="2025-01-27T07:01:08.395" v="173" actId="20577"/>
          <ac:spMkLst>
            <pc:docMk/>
            <pc:sldMk cId="906148007" sldId="279"/>
            <ac:spMk id="2" creationId="{FBE90365-9BAF-6FBE-AC7B-07A38F63071D}"/>
          </ac:spMkLst>
        </pc:spChg>
      </pc:sldChg>
      <pc:sldChg chg="modSp add replId">
        <pc:chgData name="Αντωνιος Μακρης" userId="S::antoniosmakris@ntua.gr::eea0bc52-0833-4d66-a611-1693fee57a2c" providerId="AD" clId="Web-{1EBB1441-E1A0-53F9-8186-46EDFCAFCE72}" dt="2025-01-27T07:01:15.098" v="176" actId="20577"/>
        <pc:sldMkLst>
          <pc:docMk/>
          <pc:sldMk cId="2219026156" sldId="280"/>
        </pc:sldMkLst>
        <pc:spChg chg="mod">
          <ac:chgData name="Αντωνιος Μακρης" userId="S::antoniosmakris@ntua.gr::eea0bc52-0833-4d66-a611-1693fee57a2c" providerId="AD" clId="Web-{1EBB1441-E1A0-53F9-8186-46EDFCAFCE72}" dt="2025-01-27T07:01:15.098" v="176" actId="20577"/>
          <ac:spMkLst>
            <pc:docMk/>
            <pc:sldMk cId="2219026156" sldId="280"/>
            <ac:spMk id="2" creationId="{959D0D3A-D6D3-78AB-5C4D-71CF6C20813C}"/>
          </ac:spMkLst>
        </pc:spChg>
      </pc:sldChg>
      <pc:sldChg chg="add replId">
        <pc:chgData name="Αντωνιος Μακρης" userId="S::antoniosmakris@ntua.gr::eea0bc52-0833-4d66-a611-1693fee57a2c" providerId="AD" clId="Web-{1EBB1441-E1A0-53F9-8186-46EDFCAFCE72}" dt="2025-01-27T07:01:20.364" v="177"/>
        <pc:sldMkLst>
          <pc:docMk/>
          <pc:sldMk cId="692029271" sldId="281"/>
        </pc:sldMkLst>
      </pc:sldChg>
      <pc:sldChg chg="modSp add replId">
        <pc:chgData name="Αντωνιος Μακρης" userId="S::antoniosmakris@ntua.gr::eea0bc52-0833-4d66-a611-1693fee57a2c" providerId="AD" clId="Web-{1EBB1441-E1A0-53F9-8186-46EDFCAFCE72}" dt="2025-01-27T07:01:34.520" v="185" actId="20577"/>
        <pc:sldMkLst>
          <pc:docMk/>
          <pc:sldMk cId="4180217099" sldId="282"/>
        </pc:sldMkLst>
        <pc:spChg chg="mod">
          <ac:chgData name="Αντωνιος Μακρης" userId="S::antoniosmakris@ntua.gr::eea0bc52-0833-4d66-a611-1693fee57a2c" providerId="AD" clId="Web-{1EBB1441-E1A0-53F9-8186-46EDFCAFCE72}" dt="2025-01-27T07:01:34.520" v="185" actId="20577"/>
          <ac:spMkLst>
            <pc:docMk/>
            <pc:sldMk cId="4180217099" sldId="282"/>
            <ac:spMk id="2" creationId="{D4EF8DA2-A832-9ACE-1F6B-027C67E91AEE}"/>
          </ac:spMkLst>
        </pc:spChg>
      </pc:sldChg>
      <pc:sldChg chg="modSp add del replId">
        <pc:chgData name="Αντωνιος Μακρης" userId="S::antoniosmakris@ntua.gr::eea0bc52-0833-4d66-a611-1693fee57a2c" providerId="AD" clId="Web-{1EBB1441-E1A0-53F9-8186-46EDFCAFCE72}" dt="2025-01-27T09:51:47.147" v="396"/>
        <pc:sldMkLst>
          <pc:docMk/>
          <pc:sldMk cId="52333232" sldId="283"/>
        </pc:sldMkLst>
      </pc:sldChg>
      <pc:sldChg chg="addSp delSp modSp add replId">
        <pc:chgData name="Αντωνιος Μακρης" userId="S::antoniosmakris@ntua.gr::eea0bc52-0833-4d66-a611-1693fee57a2c" providerId="AD" clId="Web-{1EBB1441-E1A0-53F9-8186-46EDFCAFCE72}" dt="2025-01-27T09:54:29.962" v="440" actId="20577"/>
        <pc:sldMkLst>
          <pc:docMk/>
          <pc:sldMk cId="3378741618" sldId="284"/>
        </pc:sldMkLst>
        <pc:spChg chg="mod">
          <ac:chgData name="Αντωνιος Μακρης" userId="S::antoniosmakris@ntua.gr::eea0bc52-0833-4d66-a611-1693fee57a2c" providerId="AD" clId="Web-{1EBB1441-E1A0-53F9-8186-46EDFCAFCE72}" dt="2025-01-27T09:54:29.962" v="440" actId="20577"/>
          <ac:spMkLst>
            <pc:docMk/>
            <pc:sldMk cId="3378741618" sldId="284"/>
            <ac:spMk id="2" creationId="{959D0D3A-D6D3-78AB-5C4D-71CF6C20813C}"/>
          </ac:spMkLst>
        </pc:spChg>
        <pc:spChg chg="mod">
          <ac:chgData name="Αντωνιος Μακρης" userId="S::antoniosmakris@ntua.gr::eea0bc52-0833-4d66-a611-1693fee57a2c" providerId="AD" clId="Web-{1EBB1441-E1A0-53F9-8186-46EDFCAFCE72}" dt="2025-01-27T09:52:38.695" v="416" actId="20577"/>
          <ac:spMkLst>
            <pc:docMk/>
            <pc:sldMk cId="3378741618" sldId="284"/>
            <ac:spMk id="3" creationId="{D1A321B0-B2E5-6D79-DC44-2DB50E45AC1D}"/>
          </ac:spMkLst>
        </pc:spChg>
      </pc:sldChg>
      <pc:sldChg chg="modSp add replId">
        <pc:chgData name="Αντωνιος Μακρης" userId="S::antoniosmakris@ntua.gr::eea0bc52-0833-4d66-a611-1693fee57a2c" providerId="AD" clId="Web-{1EBB1441-E1A0-53F9-8186-46EDFCAFCE72}" dt="2025-01-27T09:54:40.197" v="441" actId="20577"/>
        <pc:sldMkLst>
          <pc:docMk/>
          <pc:sldMk cId="663267200" sldId="285"/>
        </pc:sldMkLst>
        <pc:spChg chg="mod">
          <ac:chgData name="Αντωνιος Μακρης" userId="S::antoniosmakris@ntua.gr::eea0bc52-0833-4d66-a611-1693fee57a2c" providerId="AD" clId="Web-{1EBB1441-E1A0-53F9-8186-46EDFCAFCE72}" dt="2025-01-27T09:54:40.197" v="441" actId="20577"/>
          <ac:spMkLst>
            <pc:docMk/>
            <pc:sldMk cId="663267200" sldId="285"/>
            <ac:spMk id="2" creationId="{959D0D3A-D6D3-78AB-5C4D-71CF6C20813C}"/>
          </ac:spMkLst>
        </pc:spChg>
        <pc:spChg chg="mod">
          <ac:chgData name="Αντωνιος Μακρης" userId="S::antoniosmakris@ntua.gr::eea0bc52-0833-4d66-a611-1693fee57a2c" providerId="AD" clId="Web-{1EBB1441-E1A0-53F9-8186-46EDFCAFCE72}" dt="2025-01-27T09:54:12.634" v="436" actId="20577"/>
          <ac:spMkLst>
            <pc:docMk/>
            <pc:sldMk cId="663267200" sldId="285"/>
            <ac:spMk id="3" creationId="{D1A321B0-B2E5-6D79-DC44-2DB50E45AC1D}"/>
          </ac:spMkLst>
        </pc:spChg>
      </pc:sldChg>
      <pc:sldChg chg="modSp new">
        <pc:chgData name="Αντωνιος Μακρης" userId="S::antoniosmakris@ntua.gr::eea0bc52-0833-4d66-a611-1693fee57a2c" providerId="AD" clId="Web-{1EBB1441-E1A0-53F9-8186-46EDFCAFCE72}" dt="2025-01-27T11:20:34.365" v="706" actId="20577"/>
        <pc:sldMkLst>
          <pc:docMk/>
          <pc:sldMk cId="3269087295" sldId="286"/>
        </pc:sldMkLst>
        <pc:spChg chg="mod">
          <ac:chgData name="Αντωνιος Μακρης" userId="S::antoniosmakris@ntua.gr::eea0bc52-0833-4d66-a611-1693fee57a2c" providerId="AD" clId="Web-{1EBB1441-E1A0-53F9-8186-46EDFCAFCE72}" dt="2025-01-27T09:54:45.213" v="443" actId="20577"/>
          <ac:spMkLst>
            <pc:docMk/>
            <pc:sldMk cId="3269087295" sldId="286"/>
            <ac:spMk id="2" creationId="{7E30DD69-48B4-C432-BA9B-E789C72F4137}"/>
          </ac:spMkLst>
        </pc:spChg>
        <pc:spChg chg="mod">
          <ac:chgData name="Αντωνιος Μακρης" userId="S::antoniosmakris@ntua.gr::eea0bc52-0833-4d66-a611-1693fee57a2c" providerId="AD" clId="Web-{1EBB1441-E1A0-53F9-8186-46EDFCAFCE72}" dt="2025-01-27T11:20:34.365" v="706" actId="20577"/>
          <ac:spMkLst>
            <pc:docMk/>
            <pc:sldMk cId="3269087295" sldId="286"/>
            <ac:spMk id="3" creationId="{473E1BDA-CE74-483A-C5F3-19FE51495736}"/>
          </ac:spMkLst>
        </pc:spChg>
      </pc:sldChg>
      <pc:sldChg chg="modSp add replId">
        <pc:chgData name="Αντωνιος Μακρης" userId="S::antoniosmakris@ntua.gr::eea0bc52-0833-4d66-a611-1693fee57a2c" providerId="AD" clId="Web-{1EBB1441-E1A0-53F9-8186-46EDFCAFCE72}" dt="2025-01-27T10:56:48.796" v="589" actId="20577"/>
        <pc:sldMkLst>
          <pc:docMk/>
          <pc:sldMk cId="352348642" sldId="287"/>
        </pc:sldMkLst>
        <pc:spChg chg="mod">
          <ac:chgData name="Αντωνιος Μακρης" userId="S::antoniosmakris@ntua.gr::eea0bc52-0833-4d66-a611-1693fee57a2c" providerId="AD" clId="Web-{1EBB1441-E1A0-53F9-8186-46EDFCAFCE72}" dt="2025-01-27T10:56:48.796" v="589" actId="20577"/>
          <ac:spMkLst>
            <pc:docMk/>
            <pc:sldMk cId="352348642" sldId="287"/>
            <ac:spMk id="3" creationId="{D1A321B0-B2E5-6D79-DC44-2DB50E45AC1D}"/>
          </ac:spMkLst>
        </pc:spChg>
      </pc:sldChg>
      <pc:sldChg chg="modSp new del">
        <pc:chgData name="Αντωνιος Μακρης" userId="S::antoniosmakris@ntua.gr::eea0bc52-0833-4d66-a611-1693fee57a2c" providerId="AD" clId="Web-{1EBB1441-E1A0-53F9-8186-46EDFCAFCE72}" dt="2025-01-27T10:00:04.390" v="520"/>
        <pc:sldMkLst>
          <pc:docMk/>
          <pc:sldMk cId="2002354807" sldId="287"/>
        </pc:sldMkLst>
      </pc:sldChg>
      <pc:sldChg chg="modSp new">
        <pc:chgData name="Αντωνιος Μακρης" userId="S::antoniosmakris@ntua.gr::eea0bc52-0833-4d66-a611-1693fee57a2c" providerId="AD" clId="Web-{1EBB1441-E1A0-53F9-8186-46EDFCAFCE72}" dt="2025-01-27T11:15:02.134" v="658" actId="20577"/>
        <pc:sldMkLst>
          <pc:docMk/>
          <pc:sldMk cId="398651370" sldId="288"/>
        </pc:sldMkLst>
        <pc:spChg chg="mod">
          <ac:chgData name="Αντωνιος Μακρης" userId="S::antoniosmakris@ntua.gr::eea0bc52-0833-4d66-a611-1693fee57a2c" providerId="AD" clId="Web-{1EBB1441-E1A0-53F9-8186-46EDFCAFCE72}" dt="2025-01-27T11:11:15.094" v="625" actId="20577"/>
          <ac:spMkLst>
            <pc:docMk/>
            <pc:sldMk cId="398651370" sldId="288"/>
            <ac:spMk id="2" creationId="{BE2B1F59-0DDF-9344-E922-AD2987F5B735}"/>
          </ac:spMkLst>
        </pc:spChg>
        <pc:spChg chg="mod">
          <ac:chgData name="Αντωνιος Μακρης" userId="S::antoniosmakris@ntua.gr::eea0bc52-0833-4d66-a611-1693fee57a2c" providerId="AD" clId="Web-{1EBB1441-E1A0-53F9-8186-46EDFCAFCE72}" dt="2025-01-27T11:15:02.134" v="658" actId="20577"/>
          <ac:spMkLst>
            <pc:docMk/>
            <pc:sldMk cId="398651370" sldId="288"/>
            <ac:spMk id="3" creationId="{F012B45D-178A-50D0-1E2E-2AE1F1C5038E}"/>
          </ac:spMkLst>
        </pc:spChg>
      </pc:sldChg>
      <pc:sldChg chg="modSp add replId">
        <pc:chgData name="Αντωνιος Μακρης" userId="S::antoniosmakris@ntua.gr::eea0bc52-0833-4d66-a611-1693fee57a2c" providerId="AD" clId="Web-{1EBB1441-E1A0-53F9-8186-46EDFCAFCE72}" dt="2025-01-27T11:21:05.788" v="716" actId="20577"/>
        <pc:sldMkLst>
          <pc:docMk/>
          <pc:sldMk cId="4106074254" sldId="289"/>
        </pc:sldMkLst>
        <pc:spChg chg="mod">
          <ac:chgData name="Αντωνιος Μακρης" userId="S::antoniosmakris@ntua.gr::eea0bc52-0833-4d66-a611-1693fee57a2c" providerId="AD" clId="Web-{1EBB1441-E1A0-53F9-8186-46EDFCAFCE72}" dt="2025-01-27T11:21:05.788" v="716" actId="20577"/>
          <ac:spMkLst>
            <pc:docMk/>
            <pc:sldMk cId="4106074254" sldId="289"/>
            <ac:spMk id="3" creationId="{F012B45D-178A-50D0-1E2E-2AE1F1C5038E}"/>
          </ac:spMkLst>
        </pc:spChg>
      </pc:sldChg>
      <pc:sldChg chg="modSp add replId">
        <pc:chgData name="Αντωνιος Μακρης" userId="S::antoniosmakris@ntua.gr::eea0bc52-0833-4d66-a611-1693fee57a2c" providerId="AD" clId="Web-{1EBB1441-E1A0-53F9-8186-46EDFCAFCE72}" dt="2025-01-27T12:37:25.696" v="738" actId="20577"/>
        <pc:sldMkLst>
          <pc:docMk/>
          <pc:sldMk cId="2183554142" sldId="290"/>
        </pc:sldMkLst>
        <pc:spChg chg="mod">
          <ac:chgData name="Αντωνιος Μακρης" userId="S::antoniosmakris@ntua.gr::eea0bc52-0833-4d66-a611-1693fee57a2c" providerId="AD" clId="Web-{1EBB1441-E1A0-53F9-8186-46EDFCAFCE72}" dt="2025-01-27T12:37:25.696" v="738" actId="20577"/>
          <ac:spMkLst>
            <pc:docMk/>
            <pc:sldMk cId="2183554142" sldId="290"/>
            <ac:spMk id="3" creationId="{F012B45D-178A-50D0-1E2E-2AE1F1C5038E}"/>
          </ac:spMkLst>
        </pc:spChg>
      </pc:sldChg>
      <pc:sldChg chg="addSp modSp add replId">
        <pc:chgData name="Αντωνιος Μακρης" userId="S::antoniosmakris@ntua.gr::eea0bc52-0833-4d66-a611-1693fee57a2c" providerId="AD" clId="Web-{1EBB1441-E1A0-53F9-8186-46EDFCAFCE72}" dt="2025-01-27T12:56:21.355" v="785" actId="1076"/>
        <pc:sldMkLst>
          <pc:docMk/>
          <pc:sldMk cId="2583180659" sldId="291"/>
        </pc:sldMkLst>
        <pc:spChg chg="mod">
          <ac:chgData name="Αντωνιος Μακρης" userId="S::antoniosmakris@ntua.gr::eea0bc52-0833-4d66-a611-1693fee57a2c" providerId="AD" clId="Web-{1EBB1441-E1A0-53F9-8186-46EDFCAFCE72}" dt="2025-01-27T12:39:03.094" v="762" actId="20577"/>
          <ac:spMkLst>
            <pc:docMk/>
            <pc:sldMk cId="2583180659" sldId="291"/>
            <ac:spMk id="3" creationId="{F012B45D-178A-50D0-1E2E-2AE1F1C5038E}"/>
          </ac:spMkLst>
        </pc:spChg>
        <pc:picChg chg="add mod">
          <ac:chgData name="Αντωνιος Μακρης" userId="S::antoniosmakris@ntua.gr::eea0bc52-0833-4d66-a611-1693fee57a2c" providerId="AD" clId="Web-{1EBB1441-E1A0-53F9-8186-46EDFCAFCE72}" dt="2025-01-27T12:56:21.355" v="785" actId="1076"/>
          <ac:picMkLst>
            <pc:docMk/>
            <pc:sldMk cId="2583180659" sldId="291"/>
            <ac:picMk id="4" creationId="{8074F9D0-7493-B247-C8EA-460C855838DC}"/>
          </ac:picMkLst>
        </pc:picChg>
      </pc:sldChg>
      <pc:sldChg chg="modSp add replId">
        <pc:chgData name="Αντωνιος Μακρης" userId="S::antoniosmakris@ntua.gr::eea0bc52-0833-4d66-a611-1693fee57a2c" providerId="AD" clId="Web-{1EBB1441-E1A0-53F9-8186-46EDFCAFCE72}" dt="2025-01-27T13:15:23.858" v="948" actId="20577"/>
        <pc:sldMkLst>
          <pc:docMk/>
          <pc:sldMk cId="1838713816" sldId="295"/>
        </pc:sldMkLst>
        <pc:spChg chg="mod">
          <ac:chgData name="Αντωνιος Μακρης" userId="S::antoniosmakris@ntua.gr::eea0bc52-0833-4d66-a611-1693fee57a2c" providerId="AD" clId="Web-{1EBB1441-E1A0-53F9-8186-46EDFCAFCE72}" dt="2025-01-27T13:15:23.858" v="948" actId="20577"/>
          <ac:spMkLst>
            <pc:docMk/>
            <pc:sldMk cId="1838713816" sldId="295"/>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07:26.011" v="882" actId="20577"/>
        <pc:sldMkLst>
          <pc:docMk/>
          <pc:sldMk cId="3206355377" sldId="296"/>
        </pc:sldMkLst>
        <pc:spChg chg="mod">
          <ac:chgData name="Αντωνιος Μακρης" userId="S::antoniosmakris@ntua.gr::eea0bc52-0833-4d66-a611-1693fee57a2c" providerId="AD" clId="Web-{1EBB1441-E1A0-53F9-8186-46EDFCAFCE72}" dt="2025-01-27T13:07:26.011" v="882" actId="20577"/>
          <ac:spMkLst>
            <pc:docMk/>
            <pc:sldMk cId="3206355377" sldId="296"/>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08:43.439" v="908" actId="20577"/>
        <pc:sldMkLst>
          <pc:docMk/>
          <pc:sldMk cId="733920981" sldId="298"/>
        </pc:sldMkLst>
        <pc:spChg chg="mod">
          <ac:chgData name="Αντωνιος Μακρης" userId="S::antoniosmakris@ntua.gr::eea0bc52-0833-4d66-a611-1693fee57a2c" providerId="AD" clId="Web-{1EBB1441-E1A0-53F9-8186-46EDFCAFCE72}" dt="2025-01-27T13:08:43.439" v="908" actId="20577"/>
          <ac:spMkLst>
            <pc:docMk/>
            <pc:sldMk cId="733920981" sldId="298"/>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23:16.751" v="984" actId="20577"/>
        <pc:sldMkLst>
          <pc:docMk/>
          <pc:sldMk cId="1895308846" sldId="299"/>
        </pc:sldMkLst>
        <pc:spChg chg="mod">
          <ac:chgData name="Αντωνιος Μακρης" userId="S::antoniosmakris@ntua.gr::eea0bc52-0833-4d66-a611-1693fee57a2c" providerId="AD" clId="Web-{1EBB1441-E1A0-53F9-8186-46EDFCAFCE72}" dt="2025-01-27T13:23:16.751" v="984" actId="20577"/>
          <ac:spMkLst>
            <pc:docMk/>
            <pc:sldMk cId="1895308846" sldId="299"/>
            <ac:spMk id="3" creationId="{1D9119E2-7D13-373A-B3B3-C55FA5D97E87}"/>
          </ac:spMkLst>
        </pc:spChg>
      </pc:sldChg>
      <pc:sldChg chg="delSp modSp new mod modClrScheme chgLayout">
        <pc:chgData name="Αντωνιος Μακρης" userId="S::antoniosmakris@ntua.gr::eea0bc52-0833-4d66-a611-1693fee57a2c" providerId="AD" clId="Web-{1EBB1441-E1A0-53F9-8186-46EDFCAFCE72}" dt="2025-01-27T13:16:01.610" v="970" actId="20577"/>
        <pc:sldMkLst>
          <pc:docMk/>
          <pc:sldMk cId="472625683" sldId="300"/>
        </pc:sldMkLst>
        <pc:spChg chg="mod ord">
          <ac:chgData name="Αντωνιος Μακρης" userId="S::antoniosmakris@ntua.gr::eea0bc52-0833-4d66-a611-1693fee57a2c" providerId="AD" clId="Web-{1EBB1441-E1A0-53F9-8186-46EDFCAFCE72}" dt="2025-01-27T13:16:01.610" v="970" actId="20577"/>
          <ac:spMkLst>
            <pc:docMk/>
            <pc:sldMk cId="472625683" sldId="300"/>
            <ac:spMk id="2" creationId="{41C83CCC-E04E-3F71-044A-C5BE5E020B6A}"/>
          </ac:spMkLst>
        </pc:spChg>
        <pc:spChg chg="mod ord">
          <ac:chgData name="Αντωνιος Μακρης" userId="S::antoniosmakris@ntua.gr::eea0bc52-0833-4d66-a611-1693fee57a2c" providerId="AD" clId="Web-{1EBB1441-E1A0-53F9-8186-46EDFCAFCE72}" dt="2025-01-27T13:15:54.266" v="950"/>
          <ac:spMkLst>
            <pc:docMk/>
            <pc:sldMk cId="472625683" sldId="300"/>
            <ac:spMk id="3" creationId="{D2FF4C6D-4001-5666-C302-FEE7F34E6F0D}"/>
          </ac:spMkLst>
        </pc:spChg>
      </pc:sldChg>
      <pc:sldChg chg="modSp add replId">
        <pc:chgData name="Αντωνιος Μακρης" userId="S::antoniosmakris@ntua.gr::eea0bc52-0833-4d66-a611-1693fee57a2c" providerId="AD" clId="Web-{1EBB1441-E1A0-53F9-8186-46EDFCAFCE72}" dt="2025-01-27T13:28:22.663" v="1060"/>
        <pc:sldMkLst>
          <pc:docMk/>
          <pc:sldMk cId="1479836977" sldId="301"/>
        </pc:sldMkLst>
        <pc:spChg chg="mod">
          <ac:chgData name="Αντωνιος Μακρης" userId="S::antoniosmakris@ntua.gr::eea0bc52-0833-4d66-a611-1693fee57a2c" providerId="AD" clId="Web-{1EBB1441-E1A0-53F9-8186-46EDFCAFCE72}" dt="2025-01-27T13:28:22.663" v="1060"/>
          <ac:spMkLst>
            <pc:docMk/>
            <pc:sldMk cId="1479836977" sldId="301"/>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46:44.600" v="1091" actId="20577"/>
        <pc:sldMkLst>
          <pc:docMk/>
          <pc:sldMk cId="2325383273" sldId="302"/>
        </pc:sldMkLst>
        <pc:spChg chg="mod">
          <ac:chgData name="Αντωνιος Μακρης" userId="S::antoniosmakris@ntua.gr::eea0bc52-0833-4d66-a611-1693fee57a2c" providerId="AD" clId="Web-{1EBB1441-E1A0-53F9-8186-46EDFCAFCE72}" dt="2025-01-27T13:46:44.600" v="1091" actId="20577"/>
          <ac:spMkLst>
            <pc:docMk/>
            <pc:sldMk cId="2325383273" sldId="302"/>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51:02.681" v="1143" actId="20577"/>
        <pc:sldMkLst>
          <pc:docMk/>
          <pc:sldMk cId="3555019897" sldId="305"/>
        </pc:sldMkLst>
        <pc:spChg chg="mod">
          <ac:chgData name="Αντωνιος Μακρης" userId="S::antoniosmakris@ntua.gr::eea0bc52-0833-4d66-a611-1693fee57a2c" providerId="AD" clId="Web-{1EBB1441-E1A0-53F9-8186-46EDFCAFCE72}" dt="2025-01-27T13:51:02.681" v="1143" actId="20577"/>
          <ac:spMkLst>
            <pc:docMk/>
            <pc:sldMk cId="3555019897" sldId="305"/>
            <ac:spMk id="3" creationId="{1D9119E2-7D13-373A-B3B3-C55FA5D97E87}"/>
          </ac:spMkLst>
        </pc:spChg>
      </pc:sldChg>
      <pc:sldChg chg="modSp add replId">
        <pc:chgData name="Αντωνιος Μακρης" userId="S::antoniosmakris@ntua.gr::eea0bc52-0833-4d66-a611-1693fee57a2c" providerId="AD" clId="Web-{1EBB1441-E1A0-53F9-8186-46EDFCAFCE72}" dt="2025-01-27T13:51:28.449" v="1149" actId="20577"/>
        <pc:sldMkLst>
          <pc:docMk/>
          <pc:sldMk cId="3157288640" sldId="306"/>
        </pc:sldMkLst>
        <pc:spChg chg="mod">
          <ac:chgData name="Αντωνιος Μακρης" userId="S::antoniosmakris@ntua.gr::eea0bc52-0833-4d66-a611-1693fee57a2c" providerId="AD" clId="Web-{1EBB1441-E1A0-53F9-8186-46EDFCAFCE72}" dt="2025-01-27T13:51:28.449" v="1149" actId="20577"/>
          <ac:spMkLst>
            <pc:docMk/>
            <pc:sldMk cId="3157288640" sldId="306"/>
            <ac:spMk id="3" creationId="{1D9119E2-7D13-373A-B3B3-C55FA5D97E87}"/>
          </ac:spMkLst>
        </pc:spChg>
      </pc:sldChg>
    </pc:docChg>
  </pc:docChgLst>
  <pc:docChgLst>
    <pc:chgData name="Αντωνιος Μακρης" userId="S::antoniosmakris@ntua.gr::eea0bc52-0833-4d66-a611-1693fee57a2c" providerId="AD" clId="Web-{14D4C941-2D67-2ABE-6E8A-863E0A4C42DA}"/>
    <pc:docChg chg="delSld modSld">
      <pc:chgData name="Αντωνιος Μακρης" userId="S::antoniosmakris@ntua.gr::eea0bc52-0833-4d66-a611-1693fee57a2c" providerId="AD" clId="Web-{14D4C941-2D67-2ABE-6E8A-863E0A4C42DA}" dt="2025-02-18T16:03:26.524" v="10" actId="20577"/>
      <pc:docMkLst>
        <pc:docMk/>
      </pc:docMkLst>
      <pc:sldChg chg="del">
        <pc:chgData name="Αντωνιος Μακρης" userId="S::antoniosmakris@ntua.gr::eea0bc52-0833-4d66-a611-1693fee57a2c" providerId="AD" clId="Web-{14D4C941-2D67-2ABE-6E8A-863E0A4C42DA}" dt="2025-02-18T15:59:54.891" v="2"/>
        <pc:sldMkLst>
          <pc:docMk/>
          <pc:sldMk cId="15456706" sldId="332"/>
        </pc:sldMkLst>
      </pc:sldChg>
      <pc:sldChg chg="del">
        <pc:chgData name="Αντωνιος Μακρης" userId="S::antoniosmakris@ntua.gr::eea0bc52-0833-4d66-a611-1693fee57a2c" providerId="AD" clId="Web-{14D4C941-2D67-2ABE-6E8A-863E0A4C42DA}" dt="2025-02-18T15:59:25.844" v="0"/>
        <pc:sldMkLst>
          <pc:docMk/>
          <pc:sldMk cId="66145765" sldId="333"/>
        </pc:sldMkLst>
      </pc:sldChg>
      <pc:sldChg chg="del">
        <pc:chgData name="Αντωνιος Μακρης" userId="S::antoniosmakris@ntua.gr::eea0bc52-0833-4d66-a611-1693fee57a2c" providerId="AD" clId="Web-{14D4C941-2D67-2ABE-6E8A-863E0A4C42DA}" dt="2025-02-18T15:59:27.781" v="1"/>
        <pc:sldMkLst>
          <pc:docMk/>
          <pc:sldMk cId="1683302519" sldId="334"/>
        </pc:sldMkLst>
      </pc:sldChg>
      <pc:sldChg chg="modSp">
        <pc:chgData name="Αντωνιος Μακρης" userId="S::antoniosmakris@ntua.gr::eea0bc52-0833-4d66-a611-1693fee57a2c" providerId="AD" clId="Web-{14D4C941-2D67-2ABE-6E8A-863E0A4C42DA}" dt="2025-02-18T16:03:26.524" v="10" actId="20577"/>
        <pc:sldMkLst>
          <pc:docMk/>
          <pc:sldMk cId="3000709417" sldId="345"/>
        </pc:sldMkLst>
        <pc:spChg chg="mod">
          <ac:chgData name="Αντωνιος Μακρης" userId="S::antoniosmakris@ntua.gr::eea0bc52-0833-4d66-a611-1693fee57a2c" providerId="AD" clId="Web-{14D4C941-2D67-2ABE-6E8A-863E0A4C42DA}" dt="2025-02-18T16:03:26.524" v="10" actId="20577"/>
          <ac:spMkLst>
            <pc:docMk/>
            <pc:sldMk cId="3000709417" sldId="345"/>
            <ac:spMk id="3" creationId="{405D496A-F8B2-1BFB-7287-52F7E618DC42}"/>
          </ac:spMkLst>
        </pc:spChg>
      </pc:sldChg>
    </pc:docChg>
  </pc:docChgLst>
  <pc:docChgLst>
    <pc:chgData name="Αντωνιος Μακρης" userId="S::antoniosmakris@ntua.gr::eea0bc52-0833-4d66-a611-1693fee57a2c" providerId="AD" clId="Web-{F859102F-F21C-FF2D-2657-A66EAFB5F469}"/>
    <pc:docChg chg="addSld delSld modSld">
      <pc:chgData name="Αντωνιος Μακρης" userId="S::antoniosmakris@ntua.gr::eea0bc52-0833-4d66-a611-1693fee57a2c" providerId="AD" clId="Web-{F859102F-F21C-FF2D-2657-A66EAFB5F469}" dt="2025-02-05T14:18:05.282" v="779" actId="1076"/>
      <pc:docMkLst>
        <pc:docMk/>
      </pc:docMkLst>
      <pc:sldChg chg="del">
        <pc:chgData name="Αντωνιος Μακρης" userId="S::antoniosmakris@ntua.gr::eea0bc52-0833-4d66-a611-1693fee57a2c" providerId="AD" clId="Web-{F859102F-F21C-FF2D-2657-A66EAFB5F469}" dt="2025-02-05T13:21:29.996" v="53"/>
        <pc:sldMkLst>
          <pc:docMk/>
          <pc:sldMk cId="3378741618" sldId="284"/>
        </pc:sldMkLst>
      </pc:sldChg>
      <pc:sldChg chg="addSp delSp modSp del">
        <pc:chgData name="Αντωνιος Μακρης" userId="S::antoniosmakris@ntua.gr::eea0bc52-0833-4d66-a611-1693fee57a2c" providerId="AD" clId="Web-{F859102F-F21C-FF2D-2657-A66EAFB5F469}" dt="2025-02-05T14:10:10.284" v="672"/>
        <pc:sldMkLst>
          <pc:docMk/>
          <pc:sldMk cId="23138171" sldId="318"/>
        </pc:sldMkLst>
        <pc:spChg chg="add del mod">
          <ac:chgData name="Αντωνιος Μακρης" userId="S::antoniosmakris@ntua.gr::eea0bc52-0833-4d66-a611-1693fee57a2c" providerId="AD" clId="Web-{F859102F-F21C-FF2D-2657-A66EAFB5F469}" dt="2025-02-05T14:10:04.237" v="670"/>
          <ac:spMkLst>
            <pc:docMk/>
            <pc:sldMk cId="23138171" sldId="318"/>
            <ac:spMk id="4" creationId="{D4ED7F45-262C-238A-60A1-AC7B815AEE57}"/>
          </ac:spMkLst>
        </pc:spChg>
      </pc:sldChg>
      <pc:sldChg chg="modSp">
        <pc:chgData name="Αντωνιος Μακρης" userId="S::antoniosmakris@ntua.gr::eea0bc52-0833-4d66-a611-1693fee57a2c" providerId="AD" clId="Web-{F859102F-F21C-FF2D-2657-A66EAFB5F469}" dt="2025-02-05T13:20:45.667" v="39" actId="20577"/>
        <pc:sldMkLst>
          <pc:docMk/>
          <pc:sldMk cId="1781166647" sldId="323"/>
        </pc:sldMkLst>
        <pc:spChg chg="mod">
          <ac:chgData name="Αντωνιος Μακρης" userId="S::antoniosmakris@ntua.gr::eea0bc52-0833-4d66-a611-1693fee57a2c" providerId="AD" clId="Web-{F859102F-F21C-FF2D-2657-A66EAFB5F469}" dt="2025-02-05T13:20:45.667" v="39" actId="20577"/>
          <ac:spMkLst>
            <pc:docMk/>
            <pc:sldMk cId="1781166647" sldId="323"/>
            <ac:spMk id="3" creationId="{BB6D4312-887D-2F50-0F25-47005674C498}"/>
          </ac:spMkLst>
        </pc:spChg>
      </pc:sldChg>
      <pc:sldChg chg="modSp add replId">
        <pc:chgData name="Αντωνιος Μακρης" userId="S::antoniosmakris@ntua.gr::eea0bc52-0833-4d66-a611-1693fee57a2c" providerId="AD" clId="Web-{F859102F-F21C-FF2D-2657-A66EAFB5F469}" dt="2025-02-05T13:23:07.561" v="69" actId="20577"/>
        <pc:sldMkLst>
          <pc:docMk/>
          <pc:sldMk cId="1132831645" sldId="324"/>
        </pc:sldMkLst>
        <pc:spChg chg="mod">
          <ac:chgData name="Αντωνιος Μακρης" userId="S::antoniosmakris@ntua.gr::eea0bc52-0833-4d66-a611-1693fee57a2c" providerId="AD" clId="Web-{F859102F-F21C-FF2D-2657-A66EAFB5F469}" dt="2025-02-05T13:23:07.561" v="69" actId="20577"/>
          <ac:spMkLst>
            <pc:docMk/>
            <pc:sldMk cId="1132831645" sldId="324"/>
            <ac:spMk id="3" creationId="{3275FBFF-DB50-D738-9D54-85E3928A82C5}"/>
          </ac:spMkLst>
        </pc:spChg>
      </pc:sldChg>
      <pc:sldChg chg="modSp add replId">
        <pc:chgData name="Αντωνιος Μακρης" userId="S::antoniosmakris@ntua.gr::eea0bc52-0833-4d66-a611-1693fee57a2c" providerId="AD" clId="Web-{F859102F-F21C-FF2D-2657-A66EAFB5F469}" dt="2025-02-05T13:22:56.139" v="68" actId="20577"/>
        <pc:sldMkLst>
          <pc:docMk/>
          <pc:sldMk cId="3381973402" sldId="325"/>
        </pc:sldMkLst>
        <pc:spChg chg="mod">
          <ac:chgData name="Αντωνιος Μακρης" userId="S::antoniosmakris@ntua.gr::eea0bc52-0833-4d66-a611-1693fee57a2c" providerId="AD" clId="Web-{F859102F-F21C-FF2D-2657-A66EAFB5F469}" dt="2025-02-05T13:21:34.934" v="54" actId="20577"/>
          <ac:spMkLst>
            <pc:docMk/>
            <pc:sldMk cId="3381973402" sldId="325"/>
            <ac:spMk id="2" creationId="{DBCCE01B-582B-CAF5-1C09-4BD405437BD7}"/>
          </ac:spMkLst>
        </pc:spChg>
        <pc:spChg chg="mod">
          <ac:chgData name="Αντωνιος Μακρης" userId="S::antoniosmakris@ntua.gr::eea0bc52-0833-4d66-a611-1693fee57a2c" providerId="AD" clId="Web-{F859102F-F21C-FF2D-2657-A66EAFB5F469}" dt="2025-02-05T13:22:56.139" v="68" actId="20577"/>
          <ac:spMkLst>
            <pc:docMk/>
            <pc:sldMk cId="3381973402" sldId="325"/>
            <ac:spMk id="3" creationId="{6029BEEC-E55F-CFEA-7487-F25A609B43D5}"/>
          </ac:spMkLst>
        </pc:spChg>
      </pc:sldChg>
      <pc:sldChg chg="modSp add replId">
        <pc:chgData name="Αντωνιος Μακρης" userId="S::antoniosmakris@ntua.gr::eea0bc52-0833-4d66-a611-1693fee57a2c" providerId="AD" clId="Web-{F859102F-F21C-FF2D-2657-A66EAFB5F469}" dt="2025-02-05T13:25:06.190" v="109" actId="20577"/>
        <pc:sldMkLst>
          <pc:docMk/>
          <pc:sldMk cId="2657457016" sldId="326"/>
        </pc:sldMkLst>
        <pc:spChg chg="mod">
          <ac:chgData name="Αντωνιος Μακρης" userId="S::antoniosmakris@ntua.gr::eea0bc52-0833-4d66-a611-1693fee57a2c" providerId="AD" clId="Web-{F859102F-F21C-FF2D-2657-A66EAFB5F469}" dt="2025-02-05T13:25:06.190" v="109" actId="20577"/>
          <ac:spMkLst>
            <pc:docMk/>
            <pc:sldMk cId="2657457016" sldId="326"/>
            <ac:spMk id="3" creationId="{05CA1772-BFD7-9A21-209D-40A40010BE73}"/>
          </ac:spMkLst>
        </pc:spChg>
      </pc:sldChg>
      <pc:sldChg chg="modSp add del replId">
        <pc:chgData name="Αντωνιος Μακρης" userId="S::antoniosmakris@ntua.gr::eea0bc52-0833-4d66-a611-1693fee57a2c" providerId="AD" clId="Web-{F859102F-F21C-FF2D-2657-A66EAFB5F469}" dt="2025-02-05T13:26:59.756" v="172"/>
        <pc:sldMkLst>
          <pc:docMk/>
          <pc:sldMk cId="2835066843" sldId="327"/>
        </pc:sldMkLst>
        <pc:spChg chg="mod">
          <ac:chgData name="Αντωνιος Μακρης" userId="S::antoniosmakris@ntua.gr::eea0bc52-0833-4d66-a611-1693fee57a2c" providerId="AD" clId="Web-{F859102F-F21C-FF2D-2657-A66EAFB5F469}" dt="2025-02-05T13:26:16.176" v="134" actId="20577"/>
          <ac:spMkLst>
            <pc:docMk/>
            <pc:sldMk cId="2835066843" sldId="327"/>
            <ac:spMk id="3" creationId="{A07D505B-A4D2-95F5-CF0B-0047AE1D303D}"/>
          </ac:spMkLst>
        </pc:spChg>
      </pc:sldChg>
      <pc:sldChg chg="modSp add replId">
        <pc:chgData name="Αντωνιος Μακρης" userId="S::antoniosmakris@ntua.gr::eea0bc52-0833-4d66-a611-1693fee57a2c" providerId="AD" clId="Web-{F859102F-F21C-FF2D-2657-A66EAFB5F469}" dt="2025-02-05T13:29:54.589" v="193" actId="20577"/>
        <pc:sldMkLst>
          <pc:docMk/>
          <pc:sldMk cId="4107713393" sldId="328"/>
        </pc:sldMkLst>
        <pc:spChg chg="mod">
          <ac:chgData name="Αντωνιος Μακρης" userId="S::antoniosmakris@ntua.gr::eea0bc52-0833-4d66-a611-1693fee57a2c" providerId="AD" clId="Web-{F859102F-F21C-FF2D-2657-A66EAFB5F469}" dt="2025-02-05T13:29:54.589" v="193" actId="20577"/>
          <ac:spMkLst>
            <pc:docMk/>
            <pc:sldMk cId="4107713393" sldId="328"/>
            <ac:spMk id="3" creationId="{DE901A48-3A29-0C28-D6B8-9FC15F83B639}"/>
          </ac:spMkLst>
        </pc:spChg>
      </pc:sldChg>
      <pc:sldChg chg="modSp add replId">
        <pc:chgData name="Αντωνιος Μακρης" userId="S::antoniosmakris@ntua.gr::eea0bc52-0833-4d66-a611-1693fee57a2c" providerId="AD" clId="Web-{F859102F-F21C-FF2D-2657-A66EAFB5F469}" dt="2025-02-05T13:31:09.653" v="201" actId="20577"/>
        <pc:sldMkLst>
          <pc:docMk/>
          <pc:sldMk cId="2623442191" sldId="329"/>
        </pc:sldMkLst>
        <pc:spChg chg="mod">
          <ac:chgData name="Αντωνιος Μακρης" userId="S::antoniosmakris@ntua.gr::eea0bc52-0833-4d66-a611-1693fee57a2c" providerId="AD" clId="Web-{F859102F-F21C-FF2D-2657-A66EAFB5F469}" dt="2025-02-05T13:31:09.653" v="201" actId="20577"/>
          <ac:spMkLst>
            <pc:docMk/>
            <pc:sldMk cId="2623442191" sldId="329"/>
            <ac:spMk id="3" creationId="{C620350F-A1AC-663B-17A7-E76727056EF3}"/>
          </ac:spMkLst>
        </pc:spChg>
      </pc:sldChg>
      <pc:sldChg chg="modSp add replId">
        <pc:chgData name="Αντωνιος Μακρης" userId="S::antoniosmakris@ntua.gr::eea0bc52-0833-4d66-a611-1693fee57a2c" providerId="AD" clId="Web-{F859102F-F21C-FF2D-2657-A66EAFB5F469}" dt="2025-02-05T13:42:25.173" v="344" actId="20577"/>
        <pc:sldMkLst>
          <pc:docMk/>
          <pc:sldMk cId="3305317017" sldId="330"/>
        </pc:sldMkLst>
        <pc:spChg chg="mod">
          <ac:chgData name="Αντωνιος Μακρης" userId="S::antoniosmakris@ntua.gr::eea0bc52-0833-4d66-a611-1693fee57a2c" providerId="AD" clId="Web-{F859102F-F21C-FF2D-2657-A66EAFB5F469}" dt="2025-02-05T13:42:25.173" v="344" actId="20577"/>
          <ac:spMkLst>
            <pc:docMk/>
            <pc:sldMk cId="3305317017" sldId="330"/>
            <ac:spMk id="3" creationId="{93310E17-64A3-140B-B639-B6E90D28AC98}"/>
          </ac:spMkLst>
        </pc:spChg>
      </pc:sldChg>
      <pc:sldChg chg="modSp add replId">
        <pc:chgData name="Αντωνιος Μακρης" userId="S::antoniosmakris@ntua.gr::eea0bc52-0833-4d66-a611-1693fee57a2c" providerId="AD" clId="Web-{F859102F-F21C-FF2D-2657-A66EAFB5F469}" dt="2025-02-05T13:42:29.111" v="345" actId="20577"/>
        <pc:sldMkLst>
          <pc:docMk/>
          <pc:sldMk cId="1500436415" sldId="331"/>
        </pc:sldMkLst>
        <pc:spChg chg="mod">
          <ac:chgData name="Αντωνιος Μακρης" userId="S::antoniosmakris@ntua.gr::eea0bc52-0833-4d66-a611-1693fee57a2c" providerId="AD" clId="Web-{F859102F-F21C-FF2D-2657-A66EAFB5F469}" dt="2025-02-05T13:42:29.111" v="345" actId="20577"/>
          <ac:spMkLst>
            <pc:docMk/>
            <pc:sldMk cId="1500436415" sldId="331"/>
            <ac:spMk id="3" creationId="{47D0F045-FBCA-D274-13FD-1E153962F72D}"/>
          </ac:spMkLst>
        </pc:spChg>
      </pc:sldChg>
      <pc:sldChg chg="addSp delSp modSp new">
        <pc:chgData name="Αντωνιος Μακρης" userId="S::antoniosmakris@ntua.gr::eea0bc52-0833-4d66-a611-1693fee57a2c" providerId="AD" clId="Web-{F859102F-F21C-FF2D-2657-A66EAFB5F469}" dt="2025-02-05T13:44:35.286" v="366" actId="20577"/>
        <pc:sldMkLst>
          <pc:docMk/>
          <pc:sldMk cId="15456706" sldId="332"/>
        </pc:sldMkLst>
        <pc:spChg chg="mod">
          <ac:chgData name="Αντωνιος Μακρης" userId="S::antoniosmakris@ntua.gr::eea0bc52-0833-4d66-a611-1693fee57a2c" providerId="AD" clId="Web-{F859102F-F21C-FF2D-2657-A66EAFB5F469}" dt="2025-02-05T13:44:35.286" v="366" actId="20577"/>
          <ac:spMkLst>
            <pc:docMk/>
            <pc:sldMk cId="15456706" sldId="332"/>
            <ac:spMk id="2" creationId="{F6AB571F-9FE1-FF85-863D-D6A16C674938}"/>
          </ac:spMkLst>
        </pc:spChg>
        <pc:spChg chg="del mod">
          <ac:chgData name="Αντωνιος Μακρης" userId="S::antoniosmakris@ntua.gr::eea0bc52-0833-4d66-a611-1693fee57a2c" providerId="AD" clId="Web-{F859102F-F21C-FF2D-2657-A66EAFB5F469}" dt="2025-02-05T13:36:52.335" v="256"/>
          <ac:spMkLst>
            <pc:docMk/>
            <pc:sldMk cId="15456706" sldId="332"/>
            <ac:spMk id="3" creationId="{64A08D7F-F62C-6F6C-B718-96C07C9A641B}"/>
          </ac:spMkLst>
        </pc:spChg>
        <pc:spChg chg="add del mod">
          <ac:chgData name="Αντωνιος Μακρης" userId="S::antoniosmakris@ntua.gr::eea0bc52-0833-4d66-a611-1693fee57a2c" providerId="AD" clId="Web-{F859102F-F21C-FF2D-2657-A66EAFB5F469}" dt="2025-02-05T13:38:20.385" v="291"/>
          <ac:spMkLst>
            <pc:docMk/>
            <pc:sldMk cId="15456706" sldId="332"/>
            <ac:spMk id="5" creationId="{3C12FE70-2B9E-B1EB-1794-3F6F0F6D9EF3}"/>
          </ac:spMkLst>
        </pc:spChg>
        <pc:graphicFrameChg chg="add mod modGraphic">
          <ac:chgData name="Αντωνιος Μακρης" userId="S::antoniosmakris@ntua.gr::eea0bc52-0833-4d66-a611-1693fee57a2c" providerId="AD" clId="Web-{F859102F-F21C-FF2D-2657-A66EAFB5F469}" dt="2025-02-05T13:38:27.416" v="292" actId="1076"/>
          <ac:graphicFrameMkLst>
            <pc:docMk/>
            <pc:sldMk cId="15456706" sldId="332"/>
            <ac:graphicFrameMk id="6" creationId="{99ACC076-62DB-B40B-1301-F56A883B7370}"/>
          </ac:graphicFrameMkLst>
        </pc:graphicFrameChg>
      </pc:sldChg>
      <pc:sldChg chg="modSp add replId">
        <pc:chgData name="Αντωνιος Μακρης" userId="S::antoniosmakris@ntua.gr::eea0bc52-0833-4d66-a611-1693fee57a2c" providerId="AD" clId="Web-{F859102F-F21C-FF2D-2657-A66EAFB5F469}" dt="2025-02-05T13:42:21.532" v="343" actId="20577"/>
        <pc:sldMkLst>
          <pc:docMk/>
          <pc:sldMk cId="66145765" sldId="333"/>
        </pc:sldMkLst>
        <pc:spChg chg="mod">
          <ac:chgData name="Αντωνιος Μακρης" userId="S::antoniosmakris@ntua.gr::eea0bc52-0833-4d66-a611-1693fee57a2c" providerId="AD" clId="Web-{F859102F-F21C-FF2D-2657-A66EAFB5F469}" dt="2025-02-05T13:42:21.532" v="343" actId="20577"/>
          <ac:spMkLst>
            <pc:docMk/>
            <pc:sldMk cId="66145765" sldId="333"/>
            <ac:spMk id="3" creationId="{9745FC35-5E02-5965-8312-2298D922711E}"/>
          </ac:spMkLst>
        </pc:spChg>
      </pc:sldChg>
      <pc:sldChg chg="modSp add replId">
        <pc:chgData name="Αντωνιος Μακρης" userId="S::antoniosmakris@ntua.gr::eea0bc52-0833-4d66-a611-1693fee57a2c" providerId="AD" clId="Web-{F859102F-F21C-FF2D-2657-A66EAFB5F469}" dt="2025-02-05T13:42:42.064" v="359" actId="20577"/>
        <pc:sldMkLst>
          <pc:docMk/>
          <pc:sldMk cId="1683302519" sldId="334"/>
        </pc:sldMkLst>
        <pc:spChg chg="mod">
          <ac:chgData name="Αντωνιος Μακρης" userId="S::antoniosmakris@ntua.gr::eea0bc52-0833-4d66-a611-1693fee57a2c" providerId="AD" clId="Web-{F859102F-F21C-FF2D-2657-A66EAFB5F469}" dt="2025-02-05T13:42:42.064" v="359" actId="20577"/>
          <ac:spMkLst>
            <pc:docMk/>
            <pc:sldMk cId="1683302519" sldId="334"/>
            <ac:spMk id="3" creationId="{28521999-92C3-0AAF-55D6-F133184B5FCB}"/>
          </ac:spMkLst>
        </pc:spChg>
      </pc:sldChg>
      <pc:sldChg chg="modSp add replId">
        <pc:chgData name="Αντωνιος Μακρης" userId="S::antoniosmakris@ntua.gr::eea0bc52-0833-4d66-a611-1693fee57a2c" providerId="AD" clId="Web-{F859102F-F21C-FF2D-2657-A66EAFB5F469}" dt="2025-02-05T13:46:26.555" v="389" actId="20577"/>
        <pc:sldMkLst>
          <pc:docMk/>
          <pc:sldMk cId="2628640365" sldId="335"/>
        </pc:sldMkLst>
        <pc:spChg chg="mod">
          <ac:chgData name="Αντωνιος Μακρης" userId="S::antoniosmakris@ntua.gr::eea0bc52-0833-4d66-a611-1693fee57a2c" providerId="AD" clId="Web-{F859102F-F21C-FF2D-2657-A66EAFB5F469}" dt="2025-02-05T13:45:19.100" v="377" actId="20577"/>
          <ac:spMkLst>
            <pc:docMk/>
            <pc:sldMk cId="2628640365" sldId="335"/>
            <ac:spMk id="2" creationId="{96554110-2732-E7AC-98CD-42CF8A4983BE}"/>
          </ac:spMkLst>
        </pc:spChg>
        <pc:spChg chg="mod">
          <ac:chgData name="Αντωνιος Μακρης" userId="S::antoniosmakris@ntua.gr::eea0bc52-0833-4d66-a611-1693fee57a2c" providerId="AD" clId="Web-{F859102F-F21C-FF2D-2657-A66EAFB5F469}" dt="2025-02-05T13:46:26.555" v="389" actId="20577"/>
          <ac:spMkLst>
            <pc:docMk/>
            <pc:sldMk cId="2628640365" sldId="335"/>
            <ac:spMk id="3" creationId="{D8B9571C-EE5F-66B8-FA00-3C0225CED243}"/>
          </ac:spMkLst>
        </pc:spChg>
      </pc:sldChg>
      <pc:sldChg chg="modSp add replId">
        <pc:chgData name="Αντωνιος Μακρης" userId="S::antoniosmakris@ntua.gr::eea0bc52-0833-4d66-a611-1693fee57a2c" providerId="AD" clId="Web-{F859102F-F21C-FF2D-2657-A66EAFB5F469}" dt="2025-02-05T13:51:37.017" v="402" actId="20577"/>
        <pc:sldMkLst>
          <pc:docMk/>
          <pc:sldMk cId="1374531364" sldId="336"/>
        </pc:sldMkLst>
        <pc:spChg chg="mod">
          <ac:chgData name="Αντωνιος Μακρης" userId="S::antoniosmakris@ntua.gr::eea0bc52-0833-4d66-a611-1693fee57a2c" providerId="AD" clId="Web-{F859102F-F21C-FF2D-2657-A66EAFB5F469}" dt="2025-02-05T13:51:37.017" v="402" actId="20577"/>
          <ac:spMkLst>
            <pc:docMk/>
            <pc:sldMk cId="1374531364" sldId="336"/>
            <ac:spMk id="3" creationId="{30FDF9AD-A230-F440-DE9A-8C234F87848E}"/>
          </ac:spMkLst>
        </pc:spChg>
      </pc:sldChg>
      <pc:sldChg chg="modSp add replId">
        <pc:chgData name="Αντωνιος Μακρης" userId="S::antoniosmakris@ntua.gr::eea0bc52-0833-4d66-a611-1693fee57a2c" providerId="AD" clId="Web-{F859102F-F21C-FF2D-2657-A66EAFB5F469}" dt="2025-02-05T13:54:00.537" v="418" actId="20577"/>
        <pc:sldMkLst>
          <pc:docMk/>
          <pc:sldMk cId="902560616" sldId="337"/>
        </pc:sldMkLst>
        <pc:spChg chg="mod">
          <ac:chgData name="Αντωνιος Μακρης" userId="S::antoniosmakris@ntua.gr::eea0bc52-0833-4d66-a611-1693fee57a2c" providerId="AD" clId="Web-{F859102F-F21C-FF2D-2657-A66EAFB5F469}" dt="2025-02-05T13:54:00.537" v="418" actId="20577"/>
          <ac:spMkLst>
            <pc:docMk/>
            <pc:sldMk cId="902560616" sldId="337"/>
            <ac:spMk id="3" creationId="{D6C074FE-4D3E-8ACA-E7AA-032BF0261385}"/>
          </ac:spMkLst>
        </pc:spChg>
      </pc:sldChg>
      <pc:sldChg chg="modSp add replId">
        <pc:chgData name="Αντωνιος Μακρης" userId="S::antoniosmakris@ntua.gr::eea0bc52-0833-4d66-a611-1693fee57a2c" providerId="AD" clId="Web-{F859102F-F21C-FF2D-2657-A66EAFB5F469}" dt="2025-02-05T13:59:16.999" v="484" actId="20577"/>
        <pc:sldMkLst>
          <pc:docMk/>
          <pc:sldMk cId="3411774783" sldId="338"/>
        </pc:sldMkLst>
        <pc:spChg chg="mod">
          <ac:chgData name="Αντωνιος Μακρης" userId="S::antoniosmakris@ntua.gr::eea0bc52-0833-4d66-a611-1693fee57a2c" providerId="AD" clId="Web-{F859102F-F21C-FF2D-2657-A66EAFB5F469}" dt="2025-02-05T13:59:16.999" v="484" actId="20577"/>
          <ac:spMkLst>
            <pc:docMk/>
            <pc:sldMk cId="3411774783" sldId="338"/>
            <ac:spMk id="3" creationId="{1A751ADC-161E-D430-8D94-ADE32FB9452A}"/>
          </ac:spMkLst>
        </pc:spChg>
      </pc:sldChg>
      <pc:sldChg chg="modSp add replId">
        <pc:chgData name="Αντωνιος Μακρης" userId="S::antoniosmakris@ntua.gr::eea0bc52-0833-4d66-a611-1693fee57a2c" providerId="AD" clId="Web-{F859102F-F21C-FF2D-2657-A66EAFB5F469}" dt="2025-02-05T14:00:34.845" v="510" actId="20577"/>
        <pc:sldMkLst>
          <pc:docMk/>
          <pc:sldMk cId="3444391844" sldId="339"/>
        </pc:sldMkLst>
        <pc:spChg chg="mod">
          <ac:chgData name="Αντωνιος Μακρης" userId="S::antoniosmakris@ntua.gr::eea0bc52-0833-4d66-a611-1693fee57a2c" providerId="AD" clId="Web-{F859102F-F21C-FF2D-2657-A66EAFB5F469}" dt="2025-02-05T14:00:34.845" v="510" actId="20577"/>
          <ac:spMkLst>
            <pc:docMk/>
            <pc:sldMk cId="3444391844" sldId="339"/>
            <ac:spMk id="3" creationId="{1D40C8DD-FC5A-A541-2A32-B54B911BDF5E}"/>
          </ac:spMkLst>
        </pc:spChg>
      </pc:sldChg>
      <pc:sldChg chg="modSp add replId">
        <pc:chgData name="Αντωνιος Μακρης" userId="S::antoniosmakris@ntua.gr::eea0bc52-0833-4d66-a611-1693fee57a2c" providerId="AD" clId="Web-{F859102F-F21C-FF2D-2657-A66EAFB5F469}" dt="2025-02-05T14:02:52.912" v="579" actId="20577"/>
        <pc:sldMkLst>
          <pc:docMk/>
          <pc:sldMk cId="3482467982" sldId="340"/>
        </pc:sldMkLst>
        <pc:spChg chg="mod">
          <ac:chgData name="Αντωνιος Μακρης" userId="S::antoniosmakris@ntua.gr::eea0bc52-0833-4d66-a611-1693fee57a2c" providerId="AD" clId="Web-{F859102F-F21C-FF2D-2657-A66EAFB5F469}" dt="2025-02-05T14:02:52.912" v="579" actId="20577"/>
          <ac:spMkLst>
            <pc:docMk/>
            <pc:sldMk cId="3482467982" sldId="340"/>
            <ac:spMk id="3" creationId="{86505E45-D1F8-4423-55E4-71A7076E95A6}"/>
          </ac:spMkLst>
        </pc:spChg>
      </pc:sldChg>
      <pc:sldChg chg="modSp add replId">
        <pc:chgData name="Αντωνιος Μακρης" userId="S::antoniosmakris@ntua.gr::eea0bc52-0833-4d66-a611-1693fee57a2c" providerId="AD" clId="Web-{F859102F-F21C-FF2D-2657-A66EAFB5F469}" dt="2025-02-05T14:06:19.418" v="618" actId="20577"/>
        <pc:sldMkLst>
          <pc:docMk/>
          <pc:sldMk cId="386094752" sldId="341"/>
        </pc:sldMkLst>
        <pc:spChg chg="mod">
          <ac:chgData name="Αντωνιος Μακρης" userId="S::antoniosmakris@ntua.gr::eea0bc52-0833-4d66-a611-1693fee57a2c" providerId="AD" clId="Web-{F859102F-F21C-FF2D-2657-A66EAFB5F469}" dt="2025-02-05T14:06:19.418" v="618" actId="20577"/>
          <ac:spMkLst>
            <pc:docMk/>
            <pc:sldMk cId="386094752" sldId="341"/>
            <ac:spMk id="3" creationId="{2B077132-7147-C237-E249-224E3496B0B5}"/>
          </ac:spMkLst>
        </pc:spChg>
      </pc:sldChg>
      <pc:sldChg chg="modSp add replId">
        <pc:chgData name="Αντωνιος Μακρης" userId="S::antoniosmakris@ntua.gr::eea0bc52-0833-4d66-a611-1693fee57a2c" providerId="AD" clId="Web-{F859102F-F21C-FF2D-2657-A66EAFB5F469}" dt="2025-02-05T14:08:12.874" v="666" actId="20577"/>
        <pc:sldMkLst>
          <pc:docMk/>
          <pc:sldMk cId="2784635687" sldId="342"/>
        </pc:sldMkLst>
        <pc:spChg chg="mod">
          <ac:chgData name="Αντωνιος Μακρης" userId="S::antoniosmakris@ntua.gr::eea0bc52-0833-4d66-a611-1693fee57a2c" providerId="AD" clId="Web-{F859102F-F21C-FF2D-2657-A66EAFB5F469}" dt="2025-02-05T14:08:12.874" v="666" actId="20577"/>
          <ac:spMkLst>
            <pc:docMk/>
            <pc:sldMk cId="2784635687" sldId="342"/>
            <ac:spMk id="3" creationId="{850CF52B-93FA-08CC-F488-146B89BB5A27}"/>
          </ac:spMkLst>
        </pc:spChg>
      </pc:sldChg>
      <pc:sldChg chg="modSp add replId">
        <pc:chgData name="Αντωνιος Μακρης" userId="S::antoniosmakris@ntua.gr::eea0bc52-0833-4d66-a611-1693fee57a2c" providerId="AD" clId="Web-{F859102F-F21C-FF2D-2657-A66EAFB5F469}" dt="2025-02-05T14:11:33.349" v="697" actId="20577"/>
        <pc:sldMkLst>
          <pc:docMk/>
          <pc:sldMk cId="3788903294" sldId="343"/>
        </pc:sldMkLst>
        <pc:spChg chg="mod">
          <ac:chgData name="Αντωνιος Μακρης" userId="S::antoniosmakris@ntua.gr::eea0bc52-0833-4d66-a611-1693fee57a2c" providerId="AD" clId="Web-{F859102F-F21C-FF2D-2657-A66EAFB5F469}" dt="2025-02-05T14:11:33.349" v="697" actId="20577"/>
          <ac:spMkLst>
            <pc:docMk/>
            <pc:sldMk cId="3788903294" sldId="343"/>
            <ac:spMk id="3" creationId="{DFEDEBDC-0654-67B2-9DF2-E1DFF0E0A2C9}"/>
          </ac:spMkLst>
        </pc:spChg>
      </pc:sldChg>
      <pc:sldChg chg="modSp add replId">
        <pc:chgData name="Αντωνιος Μακρης" userId="S::antoniosmakris@ntua.gr::eea0bc52-0833-4d66-a611-1693fee57a2c" providerId="AD" clId="Web-{F859102F-F21C-FF2D-2657-A66EAFB5F469}" dt="2025-02-05T14:15:06.621" v="739" actId="20577"/>
        <pc:sldMkLst>
          <pc:docMk/>
          <pc:sldMk cId="2177945550" sldId="344"/>
        </pc:sldMkLst>
        <pc:spChg chg="mod">
          <ac:chgData name="Αντωνιος Μακρης" userId="S::antoniosmakris@ntua.gr::eea0bc52-0833-4d66-a611-1693fee57a2c" providerId="AD" clId="Web-{F859102F-F21C-FF2D-2657-A66EAFB5F469}" dt="2025-02-05T14:15:06.621" v="739" actId="20577"/>
          <ac:spMkLst>
            <pc:docMk/>
            <pc:sldMk cId="2177945550" sldId="344"/>
            <ac:spMk id="3" creationId="{5051C31E-BA51-8017-FFE8-35E07F877933}"/>
          </ac:spMkLst>
        </pc:spChg>
      </pc:sldChg>
      <pc:sldChg chg="modSp add">
        <pc:chgData name="Αντωνιος Μακρης" userId="S::antoniosmakris@ntua.gr::eea0bc52-0833-4d66-a611-1693fee57a2c" providerId="AD" clId="Web-{F859102F-F21C-FF2D-2657-A66EAFB5F469}" dt="2025-02-05T14:10:29.003" v="678" actId="20577"/>
        <pc:sldMkLst>
          <pc:docMk/>
          <pc:sldMk cId="3000709417" sldId="345"/>
        </pc:sldMkLst>
        <pc:spChg chg="mod">
          <ac:chgData name="Αντωνιος Μακρης" userId="S::antoniosmakris@ntua.gr::eea0bc52-0833-4d66-a611-1693fee57a2c" providerId="AD" clId="Web-{F859102F-F21C-FF2D-2657-A66EAFB5F469}" dt="2025-02-05T14:10:29.003" v="678" actId="20577"/>
          <ac:spMkLst>
            <pc:docMk/>
            <pc:sldMk cId="3000709417" sldId="345"/>
            <ac:spMk id="3" creationId="{405D496A-F8B2-1BFB-7287-52F7E618DC42}"/>
          </ac:spMkLst>
        </pc:spChg>
      </pc:sldChg>
      <pc:sldChg chg="addSp delSp modSp new">
        <pc:chgData name="Αντωνιος Μακρης" userId="S::antoniosmakris@ntua.gr::eea0bc52-0833-4d66-a611-1693fee57a2c" providerId="AD" clId="Web-{F859102F-F21C-FF2D-2657-A66EAFB5F469}" dt="2025-02-05T14:18:05.282" v="779" actId="1076"/>
        <pc:sldMkLst>
          <pc:docMk/>
          <pc:sldMk cId="3253190463" sldId="346"/>
        </pc:sldMkLst>
        <pc:spChg chg="mod">
          <ac:chgData name="Αντωνιος Μακρης" userId="S::antoniosmakris@ntua.gr::eea0bc52-0833-4d66-a611-1693fee57a2c" providerId="AD" clId="Web-{F859102F-F21C-FF2D-2657-A66EAFB5F469}" dt="2025-02-05T14:17:16.124" v="752" actId="20577"/>
          <ac:spMkLst>
            <pc:docMk/>
            <pc:sldMk cId="3253190463" sldId="346"/>
            <ac:spMk id="2" creationId="{0FE9A195-A88B-A06D-3775-350FF7828153}"/>
          </ac:spMkLst>
        </pc:spChg>
        <pc:spChg chg="del mod">
          <ac:chgData name="Αντωνιος Μακρης" userId="S::antoniosmakris@ntua.gr::eea0bc52-0833-4d66-a611-1693fee57a2c" providerId="AD" clId="Web-{F859102F-F21C-FF2D-2657-A66EAFB5F469}" dt="2025-02-05T14:17:27.297" v="756"/>
          <ac:spMkLst>
            <pc:docMk/>
            <pc:sldMk cId="3253190463" sldId="346"/>
            <ac:spMk id="3" creationId="{133E8C0D-D906-E89C-4C3A-2FEDAB62A589}"/>
          </ac:spMkLst>
        </pc:spChg>
        <pc:graphicFrameChg chg="add mod modGraphic">
          <ac:chgData name="Αντωνιος Μακρης" userId="S::antoniosmakris@ntua.gr::eea0bc52-0833-4d66-a611-1693fee57a2c" providerId="AD" clId="Web-{F859102F-F21C-FF2D-2657-A66EAFB5F469}" dt="2025-02-05T14:18:05.282" v="779" actId="1076"/>
          <ac:graphicFrameMkLst>
            <pc:docMk/>
            <pc:sldMk cId="3253190463" sldId="346"/>
            <ac:graphicFrameMk id="5" creationId="{20729E38-4A0A-4C5F-88EE-6AC4559A6761}"/>
          </ac:graphicFrameMkLst>
        </pc:graphicFrameChg>
      </pc:sldChg>
    </pc:docChg>
  </pc:docChgLst>
  <pc:docChgLst>
    <pc:chgData name="Αντωνιος Μακρης" userId="S::antoniosmakris@ntua.gr::eea0bc52-0833-4d66-a611-1693fee57a2c" providerId="AD" clId="Web-{6166AD6E-3999-D70F-CAA3-911797DADC9F}"/>
    <pc:docChg chg="delSld modSld">
      <pc:chgData name="Αντωνιος Μακρης" userId="S::antoniosmakris@ntua.gr::eea0bc52-0833-4d66-a611-1693fee57a2c" providerId="AD" clId="Web-{6166AD6E-3999-D70F-CAA3-911797DADC9F}" dt="2025-02-13T08:30:52.046" v="80" actId="20577"/>
      <pc:docMkLst>
        <pc:docMk/>
      </pc:docMkLst>
      <pc:sldChg chg="modSp">
        <pc:chgData name="Αντωνιος Μακρης" userId="S::antoniosmakris@ntua.gr::eea0bc52-0833-4d66-a611-1693fee57a2c" providerId="AD" clId="Web-{6166AD6E-3999-D70F-CAA3-911797DADC9F}" dt="2025-02-13T06:32:09.136" v="6" actId="20577"/>
        <pc:sldMkLst>
          <pc:docMk/>
          <pc:sldMk cId="899780933" sldId="271"/>
        </pc:sldMkLst>
        <pc:spChg chg="mod">
          <ac:chgData name="Αντωνιος Μακρης" userId="S::antoniosmakris@ntua.gr::eea0bc52-0833-4d66-a611-1693fee57a2c" providerId="AD" clId="Web-{6166AD6E-3999-D70F-CAA3-911797DADC9F}" dt="2025-02-13T06:32:09.136" v="6" actId="20577"/>
          <ac:spMkLst>
            <pc:docMk/>
            <pc:sldMk cId="899780933" sldId="271"/>
            <ac:spMk id="3" creationId="{D1A321B0-B2E5-6D79-DC44-2DB50E45AC1D}"/>
          </ac:spMkLst>
        </pc:spChg>
      </pc:sldChg>
      <pc:sldChg chg="modSp">
        <pc:chgData name="Αντωνιος Μακρης" userId="S::antoniosmakris@ntua.gr::eea0bc52-0833-4d66-a611-1693fee57a2c" providerId="AD" clId="Web-{6166AD6E-3999-D70F-CAA3-911797DADC9F}" dt="2025-02-13T07:58:12.238" v="18" actId="20577"/>
        <pc:sldMkLst>
          <pc:docMk/>
          <pc:sldMk cId="1674669437" sldId="319"/>
        </pc:sldMkLst>
        <pc:spChg chg="mod">
          <ac:chgData name="Αντωνιος Μακρης" userId="S::antoniosmakris@ntua.gr::eea0bc52-0833-4d66-a611-1693fee57a2c" providerId="AD" clId="Web-{6166AD6E-3999-D70F-CAA3-911797DADC9F}" dt="2025-02-13T07:58:12.238" v="18" actId="20577"/>
          <ac:spMkLst>
            <pc:docMk/>
            <pc:sldMk cId="1674669437" sldId="319"/>
            <ac:spMk id="3" creationId="{17F7ED31-6667-810C-83AB-1DD29A40DB57}"/>
          </ac:spMkLst>
        </pc:spChg>
      </pc:sldChg>
      <pc:sldChg chg="modSp">
        <pc:chgData name="Αντωνιος Μακρης" userId="S::antoniosmakris@ntua.gr::eea0bc52-0833-4d66-a611-1693fee57a2c" providerId="AD" clId="Web-{6166AD6E-3999-D70F-CAA3-911797DADC9F}" dt="2025-02-13T06:37:12.921" v="11" actId="20577"/>
        <pc:sldMkLst>
          <pc:docMk/>
          <pc:sldMk cId="1781166647" sldId="323"/>
        </pc:sldMkLst>
        <pc:spChg chg="mod">
          <ac:chgData name="Αντωνιος Μακρης" userId="S::antoniosmakris@ntua.gr::eea0bc52-0833-4d66-a611-1693fee57a2c" providerId="AD" clId="Web-{6166AD6E-3999-D70F-CAA3-911797DADC9F}" dt="2025-02-13T06:37:12.921" v="11" actId="20577"/>
          <ac:spMkLst>
            <pc:docMk/>
            <pc:sldMk cId="1781166647" sldId="323"/>
            <ac:spMk id="3" creationId="{BB6D4312-887D-2F50-0F25-47005674C498}"/>
          </ac:spMkLst>
        </pc:spChg>
      </pc:sldChg>
      <pc:sldChg chg="modSp">
        <pc:chgData name="Αντωνιος Μακρης" userId="S::antoniosmakris@ntua.gr::eea0bc52-0833-4d66-a611-1693fee57a2c" providerId="AD" clId="Web-{6166AD6E-3999-D70F-CAA3-911797DADC9F}" dt="2025-02-13T08:07:22.036" v="19" actId="20577"/>
        <pc:sldMkLst>
          <pc:docMk/>
          <pc:sldMk cId="4107713393" sldId="328"/>
        </pc:sldMkLst>
        <pc:spChg chg="mod">
          <ac:chgData name="Αντωνιος Μακρης" userId="S::antoniosmakris@ntua.gr::eea0bc52-0833-4d66-a611-1693fee57a2c" providerId="AD" clId="Web-{6166AD6E-3999-D70F-CAA3-911797DADC9F}" dt="2025-02-13T08:07:22.036" v="19" actId="20577"/>
          <ac:spMkLst>
            <pc:docMk/>
            <pc:sldMk cId="4107713393" sldId="328"/>
            <ac:spMk id="3" creationId="{DE901A48-3A29-0C28-D6B8-9FC15F83B639}"/>
          </ac:spMkLst>
        </pc:spChg>
      </pc:sldChg>
      <pc:sldChg chg="modSp">
        <pc:chgData name="Αντωνιος Μακρης" userId="S::antoniosmakris@ntua.gr::eea0bc52-0833-4d66-a611-1693fee57a2c" providerId="AD" clId="Web-{6166AD6E-3999-D70F-CAA3-911797DADC9F}" dt="2025-02-13T08:07:52.756" v="21" actId="20577"/>
        <pc:sldMkLst>
          <pc:docMk/>
          <pc:sldMk cId="2623442191" sldId="329"/>
        </pc:sldMkLst>
        <pc:spChg chg="mod">
          <ac:chgData name="Αντωνιος Μακρης" userId="S::antoniosmakris@ntua.gr::eea0bc52-0833-4d66-a611-1693fee57a2c" providerId="AD" clId="Web-{6166AD6E-3999-D70F-CAA3-911797DADC9F}" dt="2025-02-13T08:07:52.756" v="21" actId="20577"/>
          <ac:spMkLst>
            <pc:docMk/>
            <pc:sldMk cId="2623442191" sldId="329"/>
            <ac:spMk id="3" creationId="{C620350F-A1AC-663B-17A7-E76727056EF3}"/>
          </ac:spMkLst>
        </pc:spChg>
      </pc:sldChg>
      <pc:sldChg chg="del">
        <pc:chgData name="Αντωνιος Μακρης" userId="S::antoniosmakris@ntua.gr::eea0bc52-0833-4d66-a611-1693fee57a2c" providerId="AD" clId="Web-{6166AD6E-3999-D70F-CAA3-911797DADC9F}" dt="2025-02-13T06:39:13.398" v="12"/>
        <pc:sldMkLst>
          <pc:docMk/>
          <pc:sldMk cId="3305317017" sldId="330"/>
        </pc:sldMkLst>
      </pc:sldChg>
      <pc:sldChg chg="del">
        <pc:chgData name="Αντωνιος Μακρης" userId="S::antoniosmakris@ntua.gr::eea0bc52-0833-4d66-a611-1693fee57a2c" providerId="AD" clId="Web-{6166AD6E-3999-D70F-CAA3-911797DADC9F}" dt="2025-02-13T06:39:27.227" v="14"/>
        <pc:sldMkLst>
          <pc:docMk/>
          <pc:sldMk cId="1500436415" sldId="331"/>
        </pc:sldMkLst>
      </pc:sldChg>
      <pc:sldChg chg="modSp">
        <pc:chgData name="Αντωνιος Μακρης" userId="S::antoniosmakris@ntua.gr::eea0bc52-0833-4d66-a611-1693fee57a2c" providerId="AD" clId="Web-{6166AD6E-3999-D70F-CAA3-911797DADC9F}" dt="2025-02-13T06:39:44.447" v="16" actId="20577"/>
        <pc:sldMkLst>
          <pc:docMk/>
          <pc:sldMk cId="1683302519" sldId="334"/>
        </pc:sldMkLst>
        <pc:spChg chg="mod">
          <ac:chgData name="Αντωνιος Μακρης" userId="S::antoniosmakris@ntua.gr::eea0bc52-0833-4d66-a611-1693fee57a2c" providerId="AD" clId="Web-{6166AD6E-3999-D70F-CAA3-911797DADC9F}" dt="2025-02-13T06:39:44.447" v="16" actId="20577"/>
          <ac:spMkLst>
            <pc:docMk/>
            <pc:sldMk cId="1683302519" sldId="334"/>
            <ac:spMk id="3" creationId="{28521999-92C3-0AAF-55D6-F133184B5FCB}"/>
          </ac:spMkLst>
        </pc:spChg>
      </pc:sldChg>
      <pc:sldChg chg="modSp">
        <pc:chgData name="Αντωνιος Μακρης" userId="S::antoniosmakris@ntua.gr::eea0bc52-0833-4d66-a611-1693fee57a2c" providerId="AD" clId="Web-{6166AD6E-3999-D70F-CAA3-911797DADC9F}" dt="2025-02-13T08:09:07.664" v="25" actId="20577"/>
        <pc:sldMkLst>
          <pc:docMk/>
          <pc:sldMk cId="2628640365" sldId="335"/>
        </pc:sldMkLst>
        <pc:spChg chg="mod">
          <ac:chgData name="Αντωνιος Μακρης" userId="S::antoniosmakris@ntua.gr::eea0bc52-0833-4d66-a611-1693fee57a2c" providerId="AD" clId="Web-{6166AD6E-3999-D70F-CAA3-911797DADC9F}" dt="2025-02-13T08:09:07.664" v="25" actId="20577"/>
          <ac:spMkLst>
            <pc:docMk/>
            <pc:sldMk cId="2628640365" sldId="335"/>
            <ac:spMk id="3" creationId="{D8B9571C-EE5F-66B8-FA00-3C0225CED243}"/>
          </ac:spMkLst>
        </pc:spChg>
      </pc:sldChg>
      <pc:sldChg chg="modSp">
        <pc:chgData name="Αντωνιος Μακρης" userId="S::antoniosmakris@ntua.gr::eea0bc52-0833-4d66-a611-1693fee57a2c" providerId="AD" clId="Web-{6166AD6E-3999-D70F-CAA3-911797DADC9F}" dt="2025-02-13T08:24:10.003" v="34" actId="20577"/>
        <pc:sldMkLst>
          <pc:docMk/>
          <pc:sldMk cId="386094752" sldId="341"/>
        </pc:sldMkLst>
        <pc:spChg chg="mod">
          <ac:chgData name="Αντωνιος Μακρης" userId="S::antoniosmakris@ntua.gr::eea0bc52-0833-4d66-a611-1693fee57a2c" providerId="AD" clId="Web-{6166AD6E-3999-D70F-CAA3-911797DADC9F}" dt="2025-02-13T08:24:10.003" v="34" actId="20577"/>
          <ac:spMkLst>
            <pc:docMk/>
            <pc:sldMk cId="386094752" sldId="341"/>
            <ac:spMk id="3" creationId="{2B077132-7147-C237-E249-224E3496B0B5}"/>
          </ac:spMkLst>
        </pc:spChg>
      </pc:sldChg>
      <pc:sldChg chg="modSp">
        <pc:chgData name="Αντωνιος Μακρης" userId="S::antoniosmakris@ntua.gr::eea0bc52-0833-4d66-a611-1693fee57a2c" providerId="AD" clId="Web-{6166AD6E-3999-D70F-CAA3-911797DADC9F}" dt="2025-02-13T08:24:43.286" v="38" actId="20577"/>
        <pc:sldMkLst>
          <pc:docMk/>
          <pc:sldMk cId="2784635687" sldId="342"/>
        </pc:sldMkLst>
        <pc:spChg chg="mod">
          <ac:chgData name="Αντωνιος Μακρης" userId="S::antoniosmakris@ntua.gr::eea0bc52-0833-4d66-a611-1693fee57a2c" providerId="AD" clId="Web-{6166AD6E-3999-D70F-CAA3-911797DADC9F}" dt="2025-02-13T08:24:43.286" v="38" actId="20577"/>
          <ac:spMkLst>
            <pc:docMk/>
            <pc:sldMk cId="2784635687" sldId="342"/>
            <ac:spMk id="3" creationId="{850CF52B-93FA-08CC-F488-146B89BB5A27}"/>
          </ac:spMkLst>
        </pc:spChg>
      </pc:sldChg>
      <pc:sldChg chg="modSp">
        <pc:chgData name="Αντωνιος Μακρης" userId="S::antoniosmakris@ntua.gr::eea0bc52-0833-4d66-a611-1693fee57a2c" providerId="AD" clId="Web-{6166AD6E-3999-D70F-CAA3-911797DADC9F}" dt="2025-02-13T08:30:19.811" v="71" actId="20577"/>
        <pc:sldMkLst>
          <pc:docMk/>
          <pc:sldMk cId="3788903294" sldId="343"/>
        </pc:sldMkLst>
        <pc:spChg chg="mod">
          <ac:chgData name="Αντωνιος Μακρης" userId="S::antoniosmakris@ntua.gr::eea0bc52-0833-4d66-a611-1693fee57a2c" providerId="AD" clId="Web-{6166AD6E-3999-D70F-CAA3-911797DADC9F}" dt="2025-02-13T08:30:19.811" v="71" actId="20577"/>
          <ac:spMkLst>
            <pc:docMk/>
            <pc:sldMk cId="3788903294" sldId="343"/>
            <ac:spMk id="3" creationId="{DFEDEBDC-0654-67B2-9DF2-E1DFF0E0A2C9}"/>
          </ac:spMkLst>
        </pc:spChg>
      </pc:sldChg>
      <pc:sldChg chg="modSp">
        <pc:chgData name="Αντωνιος Μακρης" userId="S::antoniosmakris@ntua.gr::eea0bc52-0833-4d66-a611-1693fee57a2c" providerId="AD" clId="Web-{6166AD6E-3999-D70F-CAA3-911797DADC9F}" dt="2025-02-13T08:30:52.046" v="80" actId="20577"/>
        <pc:sldMkLst>
          <pc:docMk/>
          <pc:sldMk cId="2177945550" sldId="344"/>
        </pc:sldMkLst>
        <pc:spChg chg="mod">
          <ac:chgData name="Αντωνιος Μακρης" userId="S::antoniosmakris@ntua.gr::eea0bc52-0833-4d66-a611-1693fee57a2c" providerId="AD" clId="Web-{6166AD6E-3999-D70F-CAA3-911797DADC9F}" dt="2025-02-13T08:30:52.046" v="80" actId="20577"/>
          <ac:spMkLst>
            <pc:docMk/>
            <pc:sldMk cId="2177945550" sldId="344"/>
            <ac:spMk id="3" creationId="{5051C31E-BA51-8017-FFE8-35E07F877933}"/>
          </ac:spMkLst>
        </pc:spChg>
      </pc:sldChg>
      <pc:sldChg chg="modSp">
        <pc:chgData name="Αντωνιος Μακρης" userId="S::antoniosmakris@ntua.gr::eea0bc52-0833-4d66-a611-1693fee57a2c" providerId="AD" clId="Web-{6166AD6E-3999-D70F-CAA3-911797DADC9F}" dt="2025-02-13T08:11:15.246" v="28" actId="20577"/>
        <pc:sldMkLst>
          <pc:docMk/>
          <pc:sldMk cId="3000709417" sldId="345"/>
        </pc:sldMkLst>
        <pc:spChg chg="mod">
          <ac:chgData name="Αντωνιος Μακρης" userId="S::antoniosmakris@ntua.gr::eea0bc52-0833-4d66-a611-1693fee57a2c" providerId="AD" clId="Web-{6166AD6E-3999-D70F-CAA3-911797DADC9F}" dt="2025-02-13T08:11:15.246" v="28" actId="20577"/>
          <ac:spMkLst>
            <pc:docMk/>
            <pc:sldMk cId="3000709417" sldId="345"/>
            <ac:spMk id="3" creationId="{405D496A-F8B2-1BFB-7287-52F7E618DC42}"/>
          </ac:spMkLst>
        </pc:spChg>
      </pc:sldChg>
    </pc:docChg>
  </pc:docChgLst>
  <pc:docChgLst>
    <pc:chgData name="Αντωνιος Μακρης" userId="S::antoniosmakris@ntua.gr::eea0bc52-0833-4d66-a611-1693fee57a2c" providerId="AD" clId="Web-{25C06168-C015-BDE1-1B3F-374E68BB9B19}"/>
    <pc:docChg chg="addSld delSld modSld">
      <pc:chgData name="Αντωνιος Μακρης" userId="S::antoniosmakris@ntua.gr::eea0bc52-0833-4d66-a611-1693fee57a2c" providerId="AD" clId="Web-{25C06168-C015-BDE1-1B3F-374E68BB9B19}" dt="2025-02-05T13:07:16.642" v="180" actId="20577"/>
      <pc:docMkLst>
        <pc:docMk/>
      </pc:docMkLst>
      <pc:sldChg chg="del">
        <pc:chgData name="Αντωνιος Μακρης" userId="S::antoniosmakris@ntua.gr::eea0bc52-0833-4d66-a611-1693fee57a2c" providerId="AD" clId="Web-{25C06168-C015-BDE1-1B3F-374E68BB9B19}" dt="2025-02-05T12:33:59.810" v="8"/>
        <pc:sldMkLst>
          <pc:docMk/>
          <pc:sldMk cId="765087928" sldId="267"/>
        </pc:sldMkLst>
      </pc:sldChg>
      <pc:sldChg chg="del">
        <pc:chgData name="Αντωνιος Μακρης" userId="S::antoniosmakris@ntua.gr::eea0bc52-0833-4d66-a611-1693fee57a2c" providerId="AD" clId="Web-{25C06168-C015-BDE1-1B3F-374E68BB9B19}" dt="2025-02-05T12:34:05.592" v="15"/>
        <pc:sldMkLst>
          <pc:docMk/>
          <pc:sldMk cId="4191494072" sldId="268"/>
        </pc:sldMkLst>
      </pc:sldChg>
      <pc:sldChg chg="del">
        <pc:chgData name="Αντωνιος Μακρης" userId="S::antoniosmakris@ntua.gr::eea0bc52-0833-4d66-a611-1693fee57a2c" providerId="AD" clId="Web-{25C06168-C015-BDE1-1B3F-374E68BB9B19}" dt="2025-02-05T12:34:17.092" v="28"/>
        <pc:sldMkLst>
          <pc:docMk/>
          <pc:sldMk cId="495190099" sldId="269"/>
        </pc:sldMkLst>
      </pc:sldChg>
      <pc:sldChg chg="del">
        <pc:chgData name="Αντωνιος Μακρης" userId="S::antoniosmakris@ntua.gr::eea0bc52-0833-4d66-a611-1693fee57a2c" providerId="AD" clId="Web-{25C06168-C015-BDE1-1B3F-374E68BB9B19}" dt="2025-02-05T12:34:30.796" v="45"/>
        <pc:sldMkLst>
          <pc:docMk/>
          <pc:sldMk cId="329482504" sldId="270"/>
        </pc:sldMkLst>
      </pc:sldChg>
      <pc:sldChg chg="addSp delSp modSp">
        <pc:chgData name="Αντωνιος Μακρης" userId="S::antoniosmakris@ntua.gr::eea0bc52-0833-4d66-a611-1693fee57a2c" providerId="AD" clId="Web-{25C06168-C015-BDE1-1B3F-374E68BB9B19}" dt="2025-02-05T12:55:13.837" v="107" actId="1076"/>
        <pc:sldMkLst>
          <pc:docMk/>
          <pc:sldMk cId="899780933" sldId="271"/>
        </pc:sldMkLst>
        <pc:spChg chg="mod">
          <ac:chgData name="Αντωνιος Μακρης" userId="S::antoniosmakris@ntua.gr::eea0bc52-0833-4d66-a611-1693fee57a2c" providerId="AD" clId="Web-{25C06168-C015-BDE1-1B3F-374E68BB9B19}" dt="2025-02-05T12:50:49.141" v="93" actId="20577"/>
          <ac:spMkLst>
            <pc:docMk/>
            <pc:sldMk cId="899780933" sldId="271"/>
            <ac:spMk id="2" creationId="{959D0D3A-D6D3-78AB-5C4D-71CF6C20813C}"/>
          </ac:spMkLst>
        </pc:spChg>
        <pc:spChg chg="mod">
          <ac:chgData name="Αντωνιος Μακρης" userId="S::antoniosmakris@ntua.gr::eea0bc52-0833-4d66-a611-1693fee57a2c" providerId="AD" clId="Web-{25C06168-C015-BDE1-1B3F-374E68BB9B19}" dt="2025-02-05T12:51:07.016" v="96" actId="20577"/>
          <ac:spMkLst>
            <pc:docMk/>
            <pc:sldMk cId="899780933" sldId="271"/>
            <ac:spMk id="3" creationId="{D1A321B0-B2E5-6D79-DC44-2DB50E45AC1D}"/>
          </ac:spMkLst>
        </pc:spChg>
        <pc:picChg chg="add del mod">
          <ac:chgData name="Αντωνιος Μακρης" userId="S::antoniosmakris@ntua.gr::eea0bc52-0833-4d66-a611-1693fee57a2c" providerId="AD" clId="Web-{25C06168-C015-BDE1-1B3F-374E68BB9B19}" dt="2025-02-05T12:55:10.040" v="104"/>
          <ac:picMkLst>
            <pc:docMk/>
            <pc:sldMk cId="899780933" sldId="271"/>
            <ac:picMk id="4" creationId="{05320079-8368-E429-938C-94AD40992C5F}"/>
          </ac:picMkLst>
        </pc:picChg>
        <pc:picChg chg="add mod">
          <ac:chgData name="Αντωνιος Μακρης" userId="S::antoniosmakris@ntua.gr::eea0bc52-0833-4d66-a611-1693fee57a2c" providerId="AD" clId="Web-{25C06168-C015-BDE1-1B3F-374E68BB9B19}" dt="2025-02-05T12:55:13.837" v="107" actId="1076"/>
          <ac:picMkLst>
            <pc:docMk/>
            <pc:sldMk cId="899780933" sldId="271"/>
            <ac:picMk id="5" creationId="{2C9011B8-A940-3199-E464-16EF670B9F54}"/>
          </ac:picMkLst>
        </pc:picChg>
      </pc:sldChg>
      <pc:sldChg chg="modSp">
        <pc:chgData name="Αντωνιος Μακρης" userId="S::antoniosmakris@ntua.gr::eea0bc52-0833-4d66-a611-1693fee57a2c" providerId="AD" clId="Web-{25C06168-C015-BDE1-1B3F-374E68BB9B19}" dt="2025-02-05T12:37:07.801" v="70" actId="20577"/>
        <pc:sldMkLst>
          <pc:docMk/>
          <pc:sldMk cId="3628669184" sldId="272"/>
        </pc:sldMkLst>
        <pc:spChg chg="mod">
          <ac:chgData name="Αντωνιος Μακρης" userId="S::antoniosmakris@ntua.gr::eea0bc52-0833-4d66-a611-1693fee57a2c" providerId="AD" clId="Web-{25C06168-C015-BDE1-1B3F-374E68BB9B19}" dt="2025-02-05T12:37:07.801" v="70" actId="20577"/>
          <ac:spMkLst>
            <pc:docMk/>
            <pc:sldMk cId="3628669184" sldId="272"/>
            <ac:spMk id="2" creationId="{959D0D3A-D6D3-78AB-5C4D-71CF6C20813C}"/>
          </ac:spMkLst>
        </pc:spChg>
      </pc:sldChg>
      <pc:sldChg chg="del">
        <pc:chgData name="Αντωνιος Μακρης" userId="S::antoniosmakris@ntua.gr::eea0bc52-0833-4d66-a611-1693fee57a2c" providerId="AD" clId="Web-{25C06168-C015-BDE1-1B3F-374E68BB9B19}" dt="2025-02-05T12:56:47.059" v="126"/>
        <pc:sldMkLst>
          <pc:docMk/>
          <pc:sldMk cId="2431708632" sldId="274"/>
        </pc:sldMkLst>
      </pc:sldChg>
      <pc:sldChg chg="del">
        <pc:chgData name="Αντωνιος Μακρης" userId="S::antoniosmakris@ntua.gr::eea0bc52-0833-4d66-a611-1693fee57a2c" providerId="AD" clId="Web-{25C06168-C015-BDE1-1B3F-374E68BB9B19}" dt="2025-02-05T12:34:00.623" v="9"/>
        <pc:sldMkLst>
          <pc:docMk/>
          <pc:sldMk cId="816798843" sldId="275"/>
        </pc:sldMkLst>
      </pc:sldChg>
      <pc:sldChg chg="del">
        <pc:chgData name="Αντωνιος Μακρης" userId="S::antoniosmakris@ntua.gr::eea0bc52-0833-4d66-a611-1693fee57a2c" providerId="AD" clId="Web-{25C06168-C015-BDE1-1B3F-374E68BB9B19}" dt="2025-02-05T12:34:04.623" v="14"/>
        <pc:sldMkLst>
          <pc:docMk/>
          <pc:sldMk cId="3932909221" sldId="276"/>
        </pc:sldMkLst>
      </pc:sldChg>
      <pc:sldChg chg="del">
        <pc:chgData name="Αντωνιος Μακρης" userId="S::antoniosmakris@ntua.gr::eea0bc52-0833-4d66-a611-1693fee57a2c" providerId="AD" clId="Web-{25C06168-C015-BDE1-1B3F-374E68BB9B19}" dt="2025-02-05T12:34:06.029" v="16"/>
        <pc:sldMkLst>
          <pc:docMk/>
          <pc:sldMk cId="1374488584" sldId="277"/>
        </pc:sldMkLst>
      </pc:sldChg>
      <pc:sldChg chg="del">
        <pc:chgData name="Αντωνιος Μακρης" userId="S::antoniosmakris@ntua.gr::eea0bc52-0833-4d66-a611-1693fee57a2c" providerId="AD" clId="Web-{25C06168-C015-BDE1-1B3F-374E68BB9B19}" dt="2025-02-05T12:34:16.577" v="27"/>
        <pc:sldMkLst>
          <pc:docMk/>
          <pc:sldMk cId="2905657543" sldId="278"/>
        </pc:sldMkLst>
      </pc:sldChg>
      <pc:sldChg chg="del">
        <pc:chgData name="Αντωνιος Μακρης" userId="S::antoniosmakris@ntua.gr::eea0bc52-0833-4d66-a611-1693fee57a2c" providerId="AD" clId="Web-{25C06168-C015-BDE1-1B3F-374E68BB9B19}" dt="2025-02-05T12:34:17.702" v="29"/>
        <pc:sldMkLst>
          <pc:docMk/>
          <pc:sldMk cId="906148007" sldId="279"/>
        </pc:sldMkLst>
      </pc:sldChg>
      <pc:sldChg chg="del">
        <pc:chgData name="Αντωνιος Μακρης" userId="S::antoniosmakris@ntua.gr::eea0bc52-0833-4d66-a611-1693fee57a2c" providerId="AD" clId="Web-{25C06168-C015-BDE1-1B3F-374E68BB9B19}" dt="2025-02-05T12:34:30.124" v="44"/>
        <pc:sldMkLst>
          <pc:docMk/>
          <pc:sldMk cId="2219026156" sldId="280"/>
        </pc:sldMkLst>
      </pc:sldChg>
      <pc:sldChg chg="del">
        <pc:chgData name="Αντωνιος Μακρης" userId="S::antoniosmakris@ntua.gr::eea0bc52-0833-4d66-a611-1693fee57a2c" providerId="AD" clId="Web-{25C06168-C015-BDE1-1B3F-374E68BB9B19}" dt="2025-02-05T12:34:32.327" v="46"/>
        <pc:sldMkLst>
          <pc:docMk/>
          <pc:sldMk cId="4180217099" sldId="282"/>
        </pc:sldMkLst>
      </pc:sldChg>
      <pc:sldChg chg="del">
        <pc:chgData name="Αντωνιος Μακρης" userId="S::antoniosmakris@ntua.gr::eea0bc52-0833-4d66-a611-1693fee57a2c" providerId="AD" clId="Web-{25C06168-C015-BDE1-1B3F-374E68BB9B19}" dt="2025-02-05T12:33:56.013" v="5"/>
        <pc:sldMkLst>
          <pc:docMk/>
          <pc:sldMk cId="663267200" sldId="285"/>
        </pc:sldMkLst>
      </pc:sldChg>
      <pc:sldChg chg="del">
        <pc:chgData name="Αντωνιος Μακρης" userId="S::antoniosmakris@ntua.gr::eea0bc52-0833-4d66-a611-1693fee57a2c" providerId="AD" clId="Web-{25C06168-C015-BDE1-1B3F-374E68BB9B19}" dt="2025-02-05T12:33:56.967" v="6"/>
        <pc:sldMkLst>
          <pc:docMk/>
          <pc:sldMk cId="3269087295" sldId="286"/>
        </pc:sldMkLst>
      </pc:sldChg>
      <pc:sldChg chg="del">
        <pc:chgData name="Αντωνιος Μακρης" userId="S::antoniosmakris@ntua.gr::eea0bc52-0833-4d66-a611-1693fee57a2c" providerId="AD" clId="Web-{25C06168-C015-BDE1-1B3F-374E68BB9B19}" dt="2025-02-05T12:33:58.482" v="7"/>
        <pc:sldMkLst>
          <pc:docMk/>
          <pc:sldMk cId="352348642" sldId="287"/>
        </pc:sldMkLst>
      </pc:sldChg>
      <pc:sldChg chg="del">
        <pc:chgData name="Αντωνιος Μακρης" userId="S::antoniosmakris@ntua.gr::eea0bc52-0833-4d66-a611-1693fee57a2c" providerId="AD" clId="Web-{25C06168-C015-BDE1-1B3F-374E68BB9B19}" dt="2025-02-05T12:34:01.529" v="10"/>
        <pc:sldMkLst>
          <pc:docMk/>
          <pc:sldMk cId="398651370" sldId="288"/>
        </pc:sldMkLst>
      </pc:sldChg>
      <pc:sldChg chg="del">
        <pc:chgData name="Αντωνιος Μακρης" userId="S::antoniosmakris@ntua.gr::eea0bc52-0833-4d66-a611-1693fee57a2c" providerId="AD" clId="Web-{25C06168-C015-BDE1-1B3F-374E68BB9B19}" dt="2025-02-05T12:34:02.248" v="11"/>
        <pc:sldMkLst>
          <pc:docMk/>
          <pc:sldMk cId="4106074254" sldId="289"/>
        </pc:sldMkLst>
      </pc:sldChg>
      <pc:sldChg chg="del">
        <pc:chgData name="Αντωνιος Μακρης" userId="S::antoniosmakris@ntua.gr::eea0bc52-0833-4d66-a611-1693fee57a2c" providerId="AD" clId="Web-{25C06168-C015-BDE1-1B3F-374E68BB9B19}" dt="2025-02-05T12:34:02.936" v="12"/>
        <pc:sldMkLst>
          <pc:docMk/>
          <pc:sldMk cId="2183554142" sldId="290"/>
        </pc:sldMkLst>
      </pc:sldChg>
      <pc:sldChg chg="del">
        <pc:chgData name="Αντωνιος Μακρης" userId="S::antoniosmakris@ntua.gr::eea0bc52-0833-4d66-a611-1693fee57a2c" providerId="AD" clId="Web-{25C06168-C015-BDE1-1B3F-374E68BB9B19}" dt="2025-02-05T12:34:03.779" v="13"/>
        <pc:sldMkLst>
          <pc:docMk/>
          <pc:sldMk cId="2583180659" sldId="291"/>
        </pc:sldMkLst>
      </pc:sldChg>
      <pc:sldChg chg="del">
        <pc:chgData name="Αντωνιος Μακρης" userId="S::antoniosmakris@ntua.gr::eea0bc52-0833-4d66-a611-1693fee57a2c" providerId="AD" clId="Web-{25C06168-C015-BDE1-1B3F-374E68BB9B19}" dt="2025-02-05T12:34:18.311" v="30"/>
        <pc:sldMkLst>
          <pc:docMk/>
          <pc:sldMk cId="4066929991" sldId="292"/>
        </pc:sldMkLst>
      </pc:sldChg>
      <pc:sldChg chg="del">
        <pc:chgData name="Αντωνιος Μακρης" userId="S::antoniosmakris@ntua.gr::eea0bc52-0833-4d66-a611-1693fee57a2c" providerId="AD" clId="Web-{25C06168-C015-BDE1-1B3F-374E68BB9B19}" dt="2025-02-05T12:34:19.717" v="31"/>
        <pc:sldMkLst>
          <pc:docMk/>
          <pc:sldMk cId="2694638138" sldId="293"/>
        </pc:sldMkLst>
      </pc:sldChg>
      <pc:sldChg chg="del">
        <pc:chgData name="Αντωνιος Μακρης" userId="S::antoniosmakris@ntua.gr::eea0bc52-0833-4d66-a611-1693fee57a2c" providerId="AD" clId="Web-{25C06168-C015-BDE1-1B3F-374E68BB9B19}" dt="2025-02-05T12:34:20.264" v="32"/>
        <pc:sldMkLst>
          <pc:docMk/>
          <pc:sldMk cId="3434510569" sldId="294"/>
        </pc:sldMkLst>
      </pc:sldChg>
      <pc:sldChg chg="del">
        <pc:chgData name="Αντωνιος Μακρης" userId="S::antoniosmakris@ntua.gr::eea0bc52-0833-4d66-a611-1693fee57a2c" providerId="AD" clId="Web-{25C06168-C015-BDE1-1B3F-374E68BB9B19}" dt="2025-02-05T12:34:07.483" v="17"/>
        <pc:sldMkLst>
          <pc:docMk/>
          <pc:sldMk cId="1838713816" sldId="295"/>
        </pc:sldMkLst>
      </pc:sldChg>
      <pc:sldChg chg="del">
        <pc:chgData name="Αντωνιος Μακρης" userId="S::antoniosmakris@ntua.gr::eea0bc52-0833-4d66-a611-1693fee57a2c" providerId="AD" clId="Web-{25C06168-C015-BDE1-1B3F-374E68BB9B19}" dt="2025-02-05T12:34:08.779" v="18"/>
        <pc:sldMkLst>
          <pc:docMk/>
          <pc:sldMk cId="3206355377" sldId="296"/>
        </pc:sldMkLst>
      </pc:sldChg>
      <pc:sldChg chg="del">
        <pc:chgData name="Αντωνιος Μακρης" userId="S::antoniosmakris@ntua.gr::eea0bc52-0833-4d66-a611-1693fee57a2c" providerId="AD" clId="Web-{25C06168-C015-BDE1-1B3F-374E68BB9B19}" dt="2025-02-05T12:34:20.983" v="33"/>
        <pc:sldMkLst>
          <pc:docMk/>
          <pc:sldMk cId="1677821640" sldId="297"/>
        </pc:sldMkLst>
      </pc:sldChg>
      <pc:sldChg chg="del">
        <pc:chgData name="Αντωνιος Μακρης" userId="S::antoniosmakris@ntua.gr::eea0bc52-0833-4d66-a611-1693fee57a2c" providerId="AD" clId="Web-{25C06168-C015-BDE1-1B3F-374E68BB9B19}" dt="2025-02-05T12:34:09.389" v="19"/>
        <pc:sldMkLst>
          <pc:docMk/>
          <pc:sldMk cId="733920981" sldId="298"/>
        </pc:sldMkLst>
      </pc:sldChg>
      <pc:sldChg chg="del">
        <pc:chgData name="Αντωνιος Μακρης" userId="S::antoniosmakris@ntua.gr::eea0bc52-0833-4d66-a611-1693fee57a2c" providerId="AD" clId="Web-{25C06168-C015-BDE1-1B3F-374E68BB9B19}" dt="2025-02-05T12:34:10.092" v="20"/>
        <pc:sldMkLst>
          <pc:docMk/>
          <pc:sldMk cId="1895308846" sldId="299"/>
        </pc:sldMkLst>
      </pc:sldChg>
      <pc:sldChg chg="modSp">
        <pc:chgData name="Αντωνιος Μακρης" userId="S::antoniosmakris@ntua.gr::eea0bc52-0833-4d66-a611-1693fee57a2c" providerId="AD" clId="Web-{25C06168-C015-BDE1-1B3F-374E68BB9B19}" dt="2025-02-05T12:33:45.122" v="3" actId="20577"/>
        <pc:sldMkLst>
          <pc:docMk/>
          <pc:sldMk cId="472625683" sldId="300"/>
        </pc:sldMkLst>
        <pc:spChg chg="mod">
          <ac:chgData name="Αντωνιος Μακρης" userId="S::antoniosmakris@ntua.gr::eea0bc52-0833-4d66-a611-1693fee57a2c" providerId="AD" clId="Web-{25C06168-C015-BDE1-1B3F-374E68BB9B19}" dt="2025-02-05T12:33:45.122" v="3" actId="20577"/>
          <ac:spMkLst>
            <pc:docMk/>
            <pc:sldMk cId="472625683" sldId="300"/>
            <ac:spMk id="2" creationId="{41C83CCC-E04E-3F71-044A-C5BE5E020B6A}"/>
          </ac:spMkLst>
        </pc:spChg>
      </pc:sldChg>
      <pc:sldChg chg="del">
        <pc:chgData name="Αντωνιος Μακρης" userId="S::antoniosmakris@ntua.gr::eea0bc52-0833-4d66-a611-1693fee57a2c" providerId="AD" clId="Web-{25C06168-C015-BDE1-1B3F-374E68BB9B19}" dt="2025-02-05T12:34:10.780" v="21"/>
        <pc:sldMkLst>
          <pc:docMk/>
          <pc:sldMk cId="1479836977" sldId="301"/>
        </pc:sldMkLst>
      </pc:sldChg>
      <pc:sldChg chg="del">
        <pc:chgData name="Αντωνιος Μακρης" userId="S::antoniosmakris@ntua.gr::eea0bc52-0833-4d66-a611-1693fee57a2c" providerId="AD" clId="Web-{25C06168-C015-BDE1-1B3F-374E68BB9B19}" dt="2025-02-05T12:34:11.436" v="22"/>
        <pc:sldMkLst>
          <pc:docMk/>
          <pc:sldMk cId="2325383273" sldId="302"/>
        </pc:sldMkLst>
      </pc:sldChg>
      <pc:sldChg chg="del">
        <pc:chgData name="Αντωνιος Μακρης" userId="S::antoniosmakris@ntua.gr::eea0bc52-0833-4d66-a611-1693fee57a2c" providerId="AD" clId="Web-{25C06168-C015-BDE1-1B3F-374E68BB9B19}" dt="2025-02-05T12:34:21.639" v="34"/>
        <pc:sldMkLst>
          <pc:docMk/>
          <pc:sldMk cId="2170898036" sldId="303"/>
        </pc:sldMkLst>
      </pc:sldChg>
      <pc:sldChg chg="del">
        <pc:chgData name="Αντωνιος Μακρης" userId="S::antoniosmakris@ntua.gr::eea0bc52-0833-4d66-a611-1693fee57a2c" providerId="AD" clId="Web-{25C06168-C015-BDE1-1B3F-374E68BB9B19}" dt="2025-02-05T12:34:22.764" v="35"/>
        <pc:sldMkLst>
          <pc:docMk/>
          <pc:sldMk cId="2557306374" sldId="304"/>
        </pc:sldMkLst>
      </pc:sldChg>
      <pc:sldChg chg="del">
        <pc:chgData name="Αντωνιος Μακρης" userId="S::antoniosmakris@ntua.gr::eea0bc52-0833-4d66-a611-1693fee57a2c" providerId="AD" clId="Web-{25C06168-C015-BDE1-1B3F-374E68BB9B19}" dt="2025-02-05T12:34:12.530" v="23"/>
        <pc:sldMkLst>
          <pc:docMk/>
          <pc:sldMk cId="3555019897" sldId="305"/>
        </pc:sldMkLst>
      </pc:sldChg>
      <pc:sldChg chg="del">
        <pc:chgData name="Αντωνιος Μακρης" userId="S::antoniosmakris@ntua.gr::eea0bc52-0833-4d66-a611-1693fee57a2c" providerId="AD" clId="Web-{25C06168-C015-BDE1-1B3F-374E68BB9B19}" dt="2025-02-05T12:34:13.186" v="24"/>
        <pc:sldMkLst>
          <pc:docMk/>
          <pc:sldMk cId="3157288640" sldId="306"/>
        </pc:sldMkLst>
      </pc:sldChg>
      <pc:sldChg chg="del">
        <pc:chgData name="Αντωνιος Μακρης" userId="S::antoniosmakris@ntua.gr::eea0bc52-0833-4d66-a611-1693fee57a2c" providerId="AD" clId="Web-{25C06168-C015-BDE1-1B3F-374E68BB9B19}" dt="2025-02-05T12:34:24.030" v="36"/>
        <pc:sldMkLst>
          <pc:docMk/>
          <pc:sldMk cId="3727988347" sldId="307"/>
        </pc:sldMkLst>
      </pc:sldChg>
      <pc:sldChg chg="del">
        <pc:chgData name="Αντωνιος Μακρης" userId="S::antoniosmakris@ntua.gr::eea0bc52-0833-4d66-a611-1693fee57a2c" providerId="AD" clId="Web-{25C06168-C015-BDE1-1B3F-374E68BB9B19}" dt="2025-02-05T12:34:14.405" v="25"/>
        <pc:sldMkLst>
          <pc:docMk/>
          <pc:sldMk cId="1381810292" sldId="308"/>
        </pc:sldMkLst>
      </pc:sldChg>
      <pc:sldChg chg="del">
        <pc:chgData name="Αντωνιος Μακρης" userId="S::antoniosmakris@ntua.gr::eea0bc52-0833-4d66-a611-1693fee57a2c" providerId="AD" clId="Web-{25C06168-C015-BDE1-1B3F-374E68BB9B19}" dt="2025-02-05T12:34:24.764" v="37"/>
        <pc:sldMkLst>
          <pc:docMk/>
          <pc:sldMk cId="3558979755" sldId="309"/>
        </pc:sldMkLst>
      </pc:sldChg>
      <pc:sldChg chg="del">
        <pc:chgData name="Αντωνιος Μακρης" userId="S::antoniosmakris@ntua.gr::eea0bc52-0833-4d66-a611-1693fee57a2c" providerId="AD" clId="Web-{25C06168-C015-BDE1-1B3F-374E68BB9B19}" dt="2025-02-05T12:34:26.124" v="38"/>
        <pc:sldMkLst>
          <pc:docMk/>
          <pc:sldMk cId="3107211937" sldId="310"/>
        </pc:sldMkLst>
      </pc:sldChg>
      <pc:sldChg chg="del">
        <pc:chgData name="Αντωνιος Μακρης" userId="S::antoniosmakris@ntua.gr::eea0bc52-0833-4d66-a611-1693fee57a2c" providerId="AD" clId="Web-{25C06168-C015-BDE1-1B3F-374E68BB9B19}" dt="2025-02-05T12:34:15.061" v="26"/>
        <pc:sldMkLst>
          <pc:docMk/>
          <pc:sldMk cId="2270794652" sldId="311"/>
        </pc:sldMkLst>
      </pc:sldChg>
      <pc:sldChg chg="del">
        <pc:chgData name="Αντωνιος Μακρης" userId="S::antoniosmakris@ntua.gr::eea0bc52-0833-4d66-a611-1693fee57a2c" providerId="AD" clId="Web-{25C06168-C015-BDE1-1B3F-374E68BB9B19}" dt="2025-02-05T12:34:26.514" v="39"/>
        <pc:sldMkLst>
          <pc:docMk/>
          <pc:sldMk cId="2973401165" sldId="312"/>
        </pc:sldMkLst>
      </pc:sldChg>
      <pc:sldChg chg="del">
        <pc:chgData name="Αντωνιος Μακρης" userId="S::antoniosmakris@ntua.gr::eea0bc52-0833-4d66-a611-1693fee57a2c" providerId="AD" clId="Web-{25C06168-C015-BDE1-1B3F-374E68BB9B19}" dt="2025-02-05T12:34:27.077" v="40"/>
        <pc:sldMkLst>
          <pc:docMk/>
          <pc:sldMk cId="1409433064" sldId="313"/>
        </pc:sldMkLst>
      </pc:sldChg>
      <pc:sldChg chg="del">
        <pc:chgData name="Αντωνιος Μακρης" userId="S::antoniosmakris@ntua.gr::eea0bc52-0833-4d66-a611-1693fee57a2c" providerId="AD" clId="Web-{25C06168-C015-BDE1-1B3F-374E68BB9B19}" dt="2025-02-05T12:34:28.124" v="41"/>
        <pc:sldMkLst>
          <pc:docMk/>
          <pc:sldMk cId="2476958729" sldId="314"/>
        </pc:sldMkLst>
      </pc:sldChg>
      <pc:sldChg chg="del">
        <pc:chgData name="Αντωνιος Μακρης" userId="S::antoniosmakris@ntua.gr::eea0bc52-0833-4d66-a611-1693fee57a2c" providerId="AD" clId="Web-{25C06168-C015-BDE1-1B3F-374E68BB9B19}" dt="2025-02-05T12:34:28.624" v="42"/>
        <pc:sldMkLst>
          <pc:docMk/>
          <pc:sldMk cId="1150289192" sldId="315"/>
        </pc:sldMkLst>
      </pc:sldChg>
      <pc:sldChg chg="del">
        <pc:chgData name="Αντωνιος Μακρης" userId="S::antoniosmakris@ntua.gr::eea0bc52-0833-4d66-a611-1693fee57a2c" providerId="AD" clId="Web-{25C06168-C015-BDE1-1B3F-374E68BB9B19}" dt="2025-02-05T12:33:51.888" v="4"/>
        <pc:sldMkLst>
          <pc:docMk/>
          <pc:sldMk cId="291650307" sldId="316"/>
        </pc:sldMkLst>
      </pc:sldChg>
      <pc:sldChg chg="del">
        <pc:chgData name="Αντωνιος Μακρης" userId="S::antoniosmakris@ntua.gr::eea0bc52-0833-4d66-a611-1693fee57a2c" providerId="AD" clId="Web-{25C06168-C015-BDE1-1B3F-374E68BB9B19}" dt="2025-02-05T12:34:29.640" v="43"/>
        <pc:sldMkLst>
          <pc:docMk/>
          <pc:sldMk cId="413811257" sldId="317"/>
        </pc:sldMkLst>
      </pc:sldChg>
      <pc:sldChg chg="delSp modSp">
        <pc:chgData name="Αντωνιος Μακρης" userId="S::antoniosmakris@ntua.gr::eea0bc52-0833-4d66-a611-1693fee57a2c" providerId="AD" clId="Web-{25C06168-C015-BDE1-1B3F-374E68BB9B19}" dt="2025-02-05T12:34:36.296" v="48"/>
        <pc:sldMkLst>
          <pc:docMk/>
          <pc:sldMk cId="23138171" sldId="318"/>
        </pc:sldMkLst>
        <pc:spChg chg="mod">
          <ac:chgData name="Αντωνιος Μακρης" userId="S::antoniosmakris@ntua.gr::eea0bc52-0833-4d66-a611-1693fee57a2c" providerId="AD" clId="Web-{25C06168-C015-BDE1-1B3F-374E68BB9B19}" dt="2025-02-05T12:34:35.468" v="47" actId="20577"/>
          <ac:spMkLst>
            <pc:docMk/>
            <pc:sldMk cId="23138171" sldId="318"/>
            <ac:spMk id="3" creationId="{405D496A-F8B2-1BFB-7287-52F7E618DC42}"/>
          </ac:spMkLst>
        </pc:spChg>
        <pc:picChg chg="del">
          <ac:chgData name="Αντωνιος Μακρης" userId="S::antoniosmakris@ntua.gr::eea0bc52-0833-4d66-a611-1693fee57a2c" providerId="AD" clId="Web-{25C06168-C015-BDE1-1B3F-374E68BB9B19}" dt="2025-02-05T12:34:36.296" v="48"/>
          <ac:picMkLst>
            <pc:docMk/>
            <pc:sldMk cId="23138171" sldId="318"/>
            <ac:picMk id="4" creationId="{3D8847BC-16A2-B677-25C8-E23A2F5728F4}"/>
          </ac:picMkLst>
        </pc:picChg>
      </pc:sldChg>
      <pc:sldChg chg="modSp new">
        <pc:chgData name="Αντωνιος Μακρης" userId="S::antoniosmakris@ntua.gr::eea0bc52-0833-4d66-a611-1693fee57a2c" providerId="AD" clId="Web-{25C06168-C015-BDE1-1B3F-374E68BB9B19}" dt="2025-02-05T13:07:16.642" v="180" actId="20577"/>
        <pc:sldMkLst>
          <pc:docMk/>
          <pc:sldMk cId="1674669437" sldId="319"/>
        </pc:sldMkLst>
        <pc:spChg chg="mod">
          <ac:chgData name="Αντωνιος Μακρης" userId="S::antoniosmakris@ntua.gr::eea0bc52-0833-4d66-a611-1693fee57a2c" providerId="AD" clId="Web-{25C06168-C015-BDE1-1B3F-374E68BB9B19}" dt="2025-02-05T12:56:39.996" v="125" actId="20577"/>
          <ac:spMkLst>
            <pc:docMk/>
            <pc:sldMk cId="1674669437" sldId="319"/>
            <ac:spMk id="2" creationId="{D5942A90-F224-F1BA-3B24-72776C97DFAE}"/>
          </ac:spMkLst>
        </pc:spChg>
        <pc:spChg chg="mod">
          <ac:chgData name="Αντωνιος Μακρης" userId="S::antoniosmakris@ntua.gr::eea0bc52-0833-4d66-a611-1693fee57a2c" providerId="AD" clId="Web-{25C06168-C015-BDE1-1B3F-374E68BB9B19}" dt="2025-02-05T13:07:16.642" v="180" actId="20577"/>
          <ac:spMkLst>
            <pc:docMk/>
            <pc:sldMk cId="1674669437" sldId="319"/>
            <ac:spMk id="3" creationId="{17F7ED31-6667-810C-83AB-1DD29A40DB57}"/>
          </ac:spMkLst>
        </pc:spChg>
      </pc:sldChg>
      <pc:sldChg chg="modSp new">
        <pc:chgData name="Αντωνιος Μακρης" userId="S::antoniosmakris@ntua.gr::eea0bc52-0833-4d66-a611-1693fee57a2c" providerId="AD" clId="Web-{25C06168-C015-BDE1-1B3F-374E68BB9B19}" dt="2025-02-05T13:06:55.610" v="178" actId="20577"/>
        <pc:sldMkLst>
          <pc:docMk/>
          <pc:sldMk cId="3071364574" sldId="320"/>
        </pc:sldMkLst>
        <pc:spChg chg="mod">
          <ac:chgData name="Αντωνιος Μακρης" userId="S::antoniosmakris@ntua.gr::eea0bc52-0833-4d66-a611-1693fee57a2c" providerId="AD" clId="Web-{25C06168-C015-BDE1-1B3F-374E68BB9B19}" dt="2025-02-05T13:06:04.140" v="166" actId="20577"/>
          <ac:spMkLst>
            <pc:docMk/>
            <pc:sldMk cId="3071364574" sldId="320"/>
            <ac:spMk id="2" creationId="{A3FDE193-76A0-EE26-6D80-94BF22A5EF30}"/>
          </ac:spMkLst>
        </pc:spChg>
        <pc:spChg chg="mod">
          <ac:chgData name="Αντωνιος Μακρης" userId="S::antoniosmakris@ntua.gr::eea0bc52-0833-4d66-a611-1693fee57a2c" providerId="AD" clId="Web-{25C06168-C015-BDE1-1B3F-374E68BB9B19}" dt="2025-02-05T13:06:55.610" v="178" actId="20577"/>
          <ac:spMkLst>
            <pc:docMk/>
            <pc:sldMk cId="3071364574" sldId="320"/>
            <ac:spMk id="3" creationId="{49D5A569-CE45-F7A2-02BE-2AE0EC3C50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838199" y="3204504"/>
            <a:ext cx="10515600" cy="13255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8"/>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8"/>
          <p:cNvSpPr txBox="1">
            <a:spLocks noGrp="1"/>
          </p:cNvSpPr>
          <p:nvPr>
            <p:ph type="body" idx="2"/>
          </p:nvPr>
        </p:nvSpPr>
        <p:spPr>
          <a:xfrm>
            <a:off x="266700" y="1983447"/>
            <a:ext cx="2286000" cy="63976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44"/>
        <p:cNvGrpSpPr/>
        <p:nvPr/>
      </p:nvGrpSpPr>
      <p:grpSpPr>
        <a:xfrm>
          <a:off x="0" y="0"/>
          <a:ext cx="0" cy="0"/>
          <a:chOff x="0" y="0"/>
          <a:chExt cx="0" cy="0"/>
        </a:xfrm>
      </p:grpSpPr>
      <p:sp>
        <p:nvSpPr>
          <p:cNvPr id="45" name="Google Shape;45;p14"/>
          <p:cNvSpPr/>
          <p:nvPr/>
        </p:nvSpPr>
        <p:spPr>
          <a:xfrm>
            <a:off x="0" y="0"/>
            <a:ext cx="12192000" cy="1646100"/>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 name="Google Shape;46;p14"/>
          <p:cNvSpPr/>
          <p:nvPr/>
        </p:nvSpPr>
        <p:spPr>
          <a:xfrm>
            <a:off x="8074325" y="0"/>
            <a:ext cx="4117800" cy="1646100"/>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 name="Google Shape;47;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1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Περιεχόμενο με λεζάντα"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 slide" type="blank">
  <p:cSld name="BLANK">
    <p:spTree>
      <p:nvGrpSpPr>
        <p:cNvPr id="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a:stretch/>
        </p:blipFill>
        <p:spPr>
          <a:xfrm>
            <a:off x="0" y="0"/>
            <a:ext cx="6383069" cy="6858000"/>
          </a:xfrm>
          <a:prstGeom prst="rect">
            <a:avLst/>
          </a:prstGeom>
          <a:noFill/>
          <a:ln>
            <a:noFill/>
          </a:ln>
        </p:spPr>
      </p:pic>
      <p:pic>
        <p:nvPicPr>
          <p:cNvPr id="63" name="Google Shape;63;p16" descr="Χειραψία"/>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sp>
        <p:nvSpPr>
          <p:cNvPr id="64" name="Google Shape;64;p16"/>
          <p:cNvSpPr txBox="1"/>
          <p:nvPr/>
        </p:nvSpPr>
        <p:spPr>
          <a:xfrm>
            <a:off x="6091652" y="5984679"/>
            <a:ext cx="6028800" cy="677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1050"/>
              <a:buFont typeface="Calibri"/>
              <a:buNone/>
            </a:pPr>
            <a:r>
              <a:rPr lang="en-US" sz="950" b="0" i="0" u="none" strike="noStrike" cap="none">
                <a:solidFill>
                  <a:srgbClr val="757070"/>
                </a:solidFill>
                <a:latin typeface="Arial"/>
                <a:ea typeface="Arial"/>
                <a:cs typeface="Arial"/>
                <a:sym typeface="Arial"/>
              </a:rPr>
              <a:t>The work described in this presentation has been conducted within the project CoEvolution. This project has received funding from the European Union’s Horizon Europe Framework Programme (Horizon) under Grant Agreement No 101168560. This document does not represent the opinion of the European Union, and the European Union is not responsible for any use that might be made of this content.</a:t>
            </a:r>
            <a:endParaRPr sz="1300" b="0" i="0" u="none" strike="noStrike" cap="none">
              <a:solidFill>
                <a:srgbClr val="000000"/>
              </a:solidFill>
              <a:latin typeface="Arial"/>
              <a:ea typeface="Arial"/>
              <a:cs typeface="Arial"/>
              <a:sym typeface="Arial"/>
            </a:endParaRPr>
          </a:p>
        </p:txBody>
      </p:sp>
      <p:sp>
        <p:nvSpPr>
          <p:cNvPr id="65" name="Google Shape;65;p16"/>
          <p:cNvSpPr txBox="1"/>
          <p:nvPr/>
        </p:nvSpPr>
        <p:spPr>
          <a:xfrm>
            <a:off x="6501028" y="2343782"/>
            <a:ext cx="4805996" cy="12971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4546A"/>
              </a:buClr>
              <a:buSzPts val="4000"/>
              <a:buFont typeface="Calibri"/>
              <a:buNone/>
            </a:pPr>
            <a:r>
              <a:rPr lang="en-US" sz="4000" b="1" i="0" u="none" strike="noStrike" cap="none">
                <a:solidFill>
                  <a:srgbClr val="44546A"/>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Διαφάνεια τίτλου" type="title">
  <p:cSld name="TITLE">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9" name="Google Shape;6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1" name="Google Shape;71;p17"/>
          <p:cNvPicPr preferRelativeResize="0"/>
          <p:nvPr/>
        </p:nvPicPr>
        <p:blipFill rotWithShape="1">
          <a:blip r:embed="rId2">
            <a:alphaModFix/>
          </a:blip>
          <a:srcRect/>
          <a:stretch/>
        </p:blipFill>
        <p:spPr>
          <a:xfrm>
            <a:off x="10566582" y="5735637"/>
            <a:ext cx="772930" cy="514350"/>
          </a:xfrm>
          <a:prstGeom prst="rect">
            <a:avLst/>
          </a:prstGeom>
          <a:noFill/>
          <a:ln>
            <a:noFill/>
          </a:ln>
        </p:spPr>
      </p:pic>
      <p:sp>
        <p:nvSpPr>
          <p:cNvPr id="72" name="Google Shape;72;p17"/>
          <p:cNvSpPr txBox="1"/>
          <p:nvPr/>
        </p:nvSpPr>
        <p:spPr>
          <a:xfrm>
            <a:off x="9982200" y="6254175"/>
            <a:ext cx="203835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800"/>
              <a:buFont typeface="Arial"/>
              <a:buNone/>
            </a:pPr>
            <a:r>
              <a:rPr lang="en-US" sz="800" b="0" i="0" u="none" strike="noStrike" cap="none">
                <a:solidFill>
                  <a:srgbClr val="757070"/>
                </a:solidFill>
                <a:latin typeface="Arial"/>
                <a:ea typeface="Arial"/>
                <a:cs typeface="Arial"/>
                <a:sym typeface="Arial"/>
              </a:rPr>
              <a:t>The project has received funding form the European Union’s Horizon Europe Framework Programme (Horizon) under grant agreement No 101135775</a:t>
            </a:r>
            <a:endParaRPr sz="800" b="0" i="0" u="none" strike="noStrike" cap="none">
              <a:solidFill>
                <a:srgbClr val="75707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73"/>
        <p:cNvGrpSpPr/>
        <p:nvPr/>
      </p:nvGrpSpPr>
      <p:grpSpPr>
        <a:xfrm>
          <a:off x="0" y="0"/>
          <a:ext cx="0" cy="0"/>
          <a:chOff x="0" y="0"/>
          <a:chExt cx="0" cy="0"/>
        </a:xfrm>
      </p:grpSpPr>
      <p:sp>
        <p:nvSpPr>
          <p:cNvPr id="74" name="Google Shape;74;p18"/>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 name="Google Shape;75;p18"/>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 name="Google Shape;7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18"/>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85" name="Google Shape;8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88"/>
        <p:cNvGrpSpPr/>
        <p:nvPr/>
      </p:nvGrpSpPr>
      <p:grpSpPr>
        <a:xfrm>
          <a:off x="0" y="0"/>
          <a:ext cx="0" cy="0"/>
          <a:chOff x="0" y="0"/>
          <a:chExt cx="0" cy="0"/>
        </a:xfrm>
      </p:grpSpPr>
      <p:sp>
        <p:nvSpPr>
          <p:cNvPr id="89" name="Google Shape;89;p20"/>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 name="Google Shape;90;p20"/>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 name="Google Shape;91;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5" name="Google Shape;95;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9" name="Google Shape;99;p20"/>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100"/>
        <p:cNvGrpSpPr/>
        <p:nvPr/>
      </p:nvGrpSpPr>
      <p:grpSpPr>
        <a:xfrm>
          <a:off x="0" y="0"/>
          <a:ext cx="0" cy="0"/>
          <a:chOff x="0" y="0"/>
          <a:chExt cx="0" cy="0"/>
        </a:xfrm>
      </p:grpSpPr>
      <p:sp>
        <p:nvSpPr>
          <p:cNvPr id="101" name="Google Shape;101;p21"/>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21"/>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 name="Google Shape;10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7" name="Google Shape;107;p21"/>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Κενό">
  <p:cSld name="Κενό">
    <p:spTree>
      <p:nvGrpSpPr>
        <p:cNvPr id="1" name="Shape 108"/>
        <p:cNvGrpSpPr/>
        <p:nvPr/>
      </p:nvGrpSpPr>
      <p:grpSpPr>
        <a:xfrm>
          <a:off x="0" y="0"/>
          <a:ext cx="0" cy="0"/>
          <a:chOff x="0" y="0"/>
          <a:chExt cx="0" cy="0"/>
        </a:xfrm>
      </p:grpSpPr>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119"/>
        <p:cNvGrpSpPr/>
        <p:nvPr/>
      </p:nvGrpSpPr>
      <p:grpSpPr>
        <a:xfrm>
          <a:off x="0" y="0"/>
          <a:ext cx="0" cy="0"/>
          <a:chOff x="0" y="0"/>
          <a:chExt cx="0" cy="0"/>
        </a:xfrm>
      </p:grpSpPr>
      <p:sp>
        <p:nvSpPr>
          <p:cNvPr id="120" name="Google Shape;120;p2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1" name="Google Shape;121;p2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27" name="Google Shape;127;p2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
          <p:cNvPicPr preferRelativeResize="0"/>
          <p:nvPr/>
        </p:nvPicPr>
        <p:blipFill rotWithShape="1">
          <a:blip r:embed="rId3">
            <a:alphaModFix/>
          </a:blip>
          <a:srcRect/>
          <a:stretch/>
        </p:blipFill>
        <p:spPr>
          <a:xfrm>
            <a:off x="10614982" y="5739837"/>
            <a:ext cx="772930" cy="514350"/>
          </a:xfrm>
          <a:prstGeom prst="rect">
            <a:avLst/>
          </a:prstGeom>
          <a:noFill/>
          <a:ln>
            <a:noFill/>
          </a:ln>
        </p:spPr>
      </p:pic>
      <p:sp>
        <p:nvSpPr>
          <p:cNvPr id="11" name="Google Shape;11;p7"/>
          <p:cNvSpPr txBox="1"/>
          <p:nvPr/>
        </p:nvSpPr>
        <p:spPr>
          <a:xfrm>
            <a:off x="9982200" y="6254175"/>
            <a:ext cx="2038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57070"/>
              </a:buClr>
              <a:buSzPts val="800"/>
              <a:buFont typeface="Calibri"/>
              <a:buNone/>
            </a:pPr>
            <a:r>
              <a:rPr lang="en-US" sz="800" b="0" i="0" u="none" strike="noStrike" cap="none">
                <a:solidFill>
                  <a:srgbClr val="757070"/>
                </a:solidFill>
                <a:latin typeface="Arial"/>
                <a:ea typeface="Arial"/>
                <a:cs typeface="Arial"/>
                <a:sym typeface="Arial"/>
              </a:rPr>
              <a:t>The project has received funding from the European Union’s Horizon Europe Framework Programme (Horizon) under grant agreement No 101168560</a:t>
            </a:r>
            <a:endParaRPr sz="800" b="0" i="0" u="none" strike="noStrike" cap="none">
              <a:solidFill>
                <a:srgbClr val="757070"/>
              </a:solidFill>
              <a:latin typeface="Arial"/>
              <a:ea typeface="Arial"/>
              <a:cs typeface="Arial"/>
              <a:sym typeface="Arial"/>
            </a:endParaRPr>
          </a:p>
        </p:txBody>
      </p:sp>
      <p:pic>
        <p:nvPicPr>
          <p:cNvPr id="12" name="Google Shape;12;p7"/>
          <p:cNvPicPr preferRelativeResize="0"/>
          <p:nvPr/>
        </p:nvPicPr>
        <p:blipFill rotWithShape="1">
          <a:blip r:embed="rId4">
            <a:alphaModFix/>
          </a:blip>
          <a:srcRect/>
          <a:stretch/>
        </p:blipFill>
        <p:spPr>
          <a:xfrm>
            <a:off x="4587038" y="100275"/>
            <a:ext cx="3017923" cy="18184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 name="Google Shape;3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0" name="Google Shape;4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1" name="Google Shape;4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2" name="Google Shape;4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3" name="Google Shape;43;p13"/>
          <p:cNvPicPr preferRelativeResize="0"/>
          <p:nvPr/>
        </p:nvPicPr>
        <p:blipFill rotWithShape="1">
          <a:blip r:embed="rId14">
            <a:alphaModFix/>
          </a:blip>
          <a:srcRect/>
          <a:stretch/>
        </p:blipFill>
        <p:spPr>
          <a:xfrm>
            <a:off x="10246900" y="33425"/>
            <a:ext cx="1911675" cy="279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hyperlink" Target="https://ntuagr.sharepoint.com/:w:/r/teams/CoEvolution-EU/Shared%20Documents/General/WP3/Task3.1/T3.1_%20Living%20Document.docx?d=w78f60a210ecc4710ae4f7cb77bac2491&amp;csf=1&amp;web=1&amp;e=eT2fa6"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
          <p:cNvSpPr txBox="1">
            <a:spLocks noGrp="1"/>
          </p:cNvSpPr>
          <p:nvPr>
            <p:ph type="title"/>
          </p:nvPr>
        </p:nvSpPr>
        <p:spPr>
          <a:xfrm>
            <a:off x="838199" y="3381317"/>
            <a:ext cx="10515600" cy="1325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sz="3800"/>
              <a:t>Task 3.1 State-of-the-Art, Threat model and Technical Specifications</a:t>
            </a:r>
            <a:endParaRPr sz="3800"/>
          </a:p>
        </p:txBody>
      </p:sp>
      <p:sp>
        <p:nvSpPr>
          <p:cNvPr id="139" name="Google Shape;139;p1"/>
          <p:cNvSpPr txBox="1">
            <a:spLocks noGrp="1"/>
          </p:cNvSpPr>
          <p:nvPr>
            <p:ph type="body" idx="1"/>
          </p:nvPr>
        </p:nvSpPr>
        <p:spPr>
          <a:xfrm>
            <a:off x="2886868" y="5061635"/>
            <a:ext cx="64182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154A2"/>
              </a:buClr>
              <a:buSzPts val="2800"/>
              <a:buNone/>
            </a:pPr>
            <a:r>
              <a:rPr lang="en-US" sz="2600"/>
              <a:t>ICCS</a:t>
            </a:r>
            <a:endParaRPr sz="2600"/>
          </a:p>
        </p:txBody>
      </p:sp>
      <p:sp>
        <p:nvSpPr>
          <p:cNvPr id="140" name="Google Shape;140;p1"/>
          <p:cNvSpPr txBox="1"/>
          <p:nvPr/>
        </p:nvSpPr>
        <p:spPr>
          <a:xfrm>
            <a:off x="226425" y="2058300"/>
            <a:ext cx="3135900" cy="639900"/>
          </a:xfrm>
          <a:prstGeom prst="rect">
            <a:avLst/>
          </a:prstGeom>
          <a:noFill/>
          <a:ln>
            <a:noFill/>
          </a:ln>
        </p:spPr>
        <p:txBody>
          <a:bodyPr spcFirstLastPara="1" wrap="square" lIns="91425" tIns="45700" rIns="91425" bIns="45700" anchor="t" anchorCtr="0">
            <a:normAutofit fontScale="77500" lnSpcReduction="20000"/>
          </a:bodyPr>
          <a:lstStyle/>
          <a:p>
            <a:pPr>
              <a:lnSpc>
                <a:spcPct val="90000"/>
              </a:lnSpc>
            </a:pPr>
            <a:r>
              <a:rPr lang="en-US" sz="2400" dirty="0">
                <a:solidFill>
                  <a:srgbClr val="2154A2"/>
                </a:solidFill>
              </a:rPr>
              <a:t>WP3 Third Meeting</a:t>
            </a:r>
            <a:endParaRPr sz="2400" dirty="0">
              <a:solidFill>
                <a:srgbClr val="2154A2"/>
              </a:solidFill>
            </a:endParaRPr>
          </a:p>
          <a:p>
            <a:pPr>
              <a:lnSpc>
                <a:spcPct val="90000"/>
              </a:lnSpc>
            </a:pPr>
            <a:r>
              <a:rPr lang="en-US" sz="2400" dirty="0">
                <a:solidFill>
                  <a:srgbClr val="2154A2"/>
                </a:solidFill>
              </a:rPr>
              <a:t>	</a:t>
            </a:r>
            <a:r>
              <a:rPr lang="en-US" dirty="0">
                <a:solidFill>
                  <a:srgbClr val="2154A2"/>
                </a:solidFill>
              </a:rPr>
              <a:t>			20</a:t>
            </a:r>
            <a:r>
              <a:rPr lang="en-US" i="1" dirty="0">
                <a:solidFill>
                  <a:srgbClr val="2154A2"/>
                </a:solidFill>
              </a:rPr>
              <a:t> 02 2025</a:t>
            </a:r>
            <a:endParaRPr i="1" dirty="0">
              <a:solidFill>
                <a:srgbClr val="2154A2"/>
              </a:solidFill>
            </a:endParaRPr>
          </a:p>
        </p:txBody>
      </p:sp>
      <p:pic>
        <p:nvPicPr>
          <p:cNvPr id="2" name="Picture 1" descr="Εθνικό Μετσόβιο Πολυτεχνείο (ΕΜΠ) - ΣΣΚ - Δευκαλίων">
            <a:extLst>
              <a:ext uri="{FF2B5EF4-FFF2-40B4-BE49-F238E27FC236}">
                <a16:creationId xmlns:a16="http://schemas.microsoft.com/office/drawing/2014/main" id="{1715FCCC-7054-DBE2-72E6-C1C6873F25BE}"/>
              </a:ext>
            </a:extLst>
          </p:cNvPr>
          <p:cNvPicPr>
            <a:picLocks noChangeAspect="1"/>
          </p:cNvPicPr>
          <p:nvPr/>
        </p:nvPicPr>
        <p:blipFill>
          <a:blip r:embed="rId3"/>
          <a:stretch>
            <a:fillRect/>
          </a:stretch>
        </p:blipFill>
        <p:spPr>
          <a:xfrm>
            <a:off x="10716194" y="91830"/>
            <a:ext cx="1688124" cy="11254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3CCC-E04E-3F71-044A-C5BE5E020B6A}"/>
              </a:ext>
            </a:extLst>
          </p:cNvPr>
          <p:cNvSpPr>
            <a:spLocks noGrp="1"/>
          </p:cNvSpPr>
          <p:nvPr>
            <p:ph type="ctrTitle"/>
          </p:nvPr>
        </p:nvSpPr>
        <p:spPr/>
        <p:txBody>
          <a:bodyPr/>
          <a:lstStyle/>
          <a:p>
            <a:r>
              <a:rPr lang="en-GB" dirty="0"/>
              <a:t>Collaborative Model Paradigm</a:t>
            </a:r>
          </a:p>
        </p:txBody>
      </p:sp>
      <p:sp>
        <p:nvSpPr>
          <p:cNvPr id="3" name="Text Placeholder 2">
            <a:extLst>
              <a:ext uri="{FF2B5EF4-FFF2-40B4-BE49-F238E27FC236}">
                <a16:creationId xmlns:a16="http://schemas.microsoft.com/office/drawing/2014/main" id="{D2FF4C6D-4001-5666-C302-FEE7F34E6F0D}"/>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7262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dirty="0"/>
              <a:t>Federated Learning</a:t>
            </a:r>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628669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dirty="0"/>
              <a:t>Federated Learning - Overview</a:t>
            </a:r>
            <a:endParaRPr lang="en-US" dirty="0"/>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normAutofit/>
          </a:bodyPr>
          <a:lstStyle/>
          <a:p>
            <a:pPr marL="114300" indent="0">
              <a:buNone/>
            </a:pPr>
            <a:r>
              <a:rPr lang="en-GB" sz="2200" dirty="0"/>
              <a:t>Federated Learning (FL) is a machine learning technique that enables multiple devices or servers to </a:t>
            </a:r>
            <a:r>
              <a:rPr lang="en-GB" sz="2200" b="1" dirty="0"/>
              <a:t>train a shared model without sharing their data</a:t>
            </a:r>
            <a:r>
              <a:rPr lang="en-GB" sz="2200" dirty="0"/>
              <a:t>. </a:t>
            </a:r>
            <a:endParaRPr lang="en-US" sz="2200"/>
          </a:p>
          <a:p>
            <a:pPr marL="114300" indent="0">
              <a:buNone/>
            </a:pPr>
            <a:r>
              <a:rPr lang="en-GB" sz="2200" dirty="0"/>
              <a:t>Instead of sending raw data to a central server, each device </a:t>
            </a:r>
            <a:r>
              <a:rPr lang="en-GB" sz="2200" b="1" dirty="0"/>
              <a:t>trains </a:t>
            </a:r>
            <a:r>
              <a:rPr lang="en-GB" sz="2200" dirty="0"/>
              <a:t>a </a:t>
            </a:r>
            <a:r>
              <a:rPr lang="en-GB" sz="2200" b="1" dirty="0"/>
              <a:t>local model on its own data</a:t>
            </a:r>
            <a:r>
              <a:rPr lang="en-GB" sz="2200" dirty="0"/>
              <a:t> and then </a:t>
            </a:r>
            <a:r>
              <a:rPr lang="en-GB" sz="2200" b="1" dirty="0"/>
              <a:t>shares only </a:t>
            </a:r>
            <a:r>
              <a:rPr lang="en-GB" sz="2200" dirty="0"/>
              <a:t>the </a:t>
            </a:r>
            <a:r>
              <a:rPr lang="en-GB" sz="2200" b="1" dirty="0"/>
              <a:t>model updates </a:t>
            </a:r>
            <a:r>
              <a:rPr lang="en-GB" sz="2200" dirty="0"/>
              <a:t>(such as gradients or weights) with a central coordinator. This makes FL privacy-preserving, efficient, and scalable.</a:t>
            </a:r>
            <a:endParaRPr lang="en-US" sz="2200" dirty="0"/>
          </a:p>
        </p:txBody>
      </p:sp>
      <p:pic>
        <p:nvPicPr>
          <p:cNvPr id="5" name="Picture 4" descr="Collaborative Learning - Federated Learning - GeeksforGeeks">
            <a:extLst>
              <a:ext uri="{FF2B5EF4-FFF2-40B4-BE49-F238E27FC236}">
                <a16:creationId xmlns:a16="http://schemas.microsoft.com/office/drawing/2014/main" id="{2C9011B8-A940-3199-E464-16EF670B9F54}"/>
              </a:ext>
            </a:extLst>
          </p:cNvPr>
          <p:cNvPicPr>
            <a:picLocks noChangeAspect="1"/>
          </p:cNvPicPr>
          <p:nvPr/>
        </p:nvPicPr>
        <p:blipFill>
          <a:blip r:embed="rId2"/>
          <a:stretch>
            <a:fillRect/>
          </a:stretch>
        </p:blipFill>
        <p:spPr>
          <a:xfrm>
            <a:off x="5859780" y="3744925"/>
            <a:ext cx="4236719" cy="2766669"/>
          </a:xfrm>
          <a:prstGeom prst="rect">
            <a:avLst/>
          </a:prstGeom>
        </p:spPr>
      </p:pic>
    </p:spTree>
    <p:extLst>
      <p:ext uri="{BB962C8B-B14F-4D97-AF65-F5344CB8AC3E}">
        <p14:creationId xmlns:p14="http://schemas.microsoft.com/office/powerpoint/2010/main" val="899780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42A90-F224-F1BA-3B24-72776C97DFAE}"/>
              </a:ext>
            </a:extLst>
          </p:cNvPr>
          <p:cNvSpPr>
            <a:spLocks noGrp="1"/>
          </p:cNvSpPr>
          <p:nvPr>
            <p:ph type="title"/>
          </p:nvPr>
        </p:nvSpPr>
        <p:spPr/>
        <p:txBody>
          <a:bodyPr/>
          <a:lstStyle/>
          <a:p>
            <a:r>
              <a:rPr lang="en-GB" dirty="0"/>
              <a:t>Threat models of FL</a:t>
            </a:r>
          </a:p>
        </p:txBody>
      </p:sp>
      <p:sp>
        <p:nvSpPr>
          <p:cNvPr id="3" name="Text Placeholder 2">
            <a:extLst>
              <a:ext uri="{FF2B5EF4-FFF2-40B4-BE49-F238E27FC236}">
                <a16:creationId xmlns:a16="http://schemas.microsoft.com/office/drawing/2014/main" id="{17F7ED31-6667-810C-83AB-1DD29A40DB57}"/>
              </a:ext>
            </a:extLst>
          </p:cNvPr>
          <p:cNvSpPr>
            <a:spLocks noGrp="1"/>
          </p:cNvSpPr>
          <p:nvPr>
            <p:ph type="body" idx="1"/>
          </p:nvPr>
        </p:nvSpPr>
        <p:spPr>
          <a:xfrm>
            <a:off x="838200" y="1825625"/>
            <a:ext cx="10515600" cy="4862040"/>
          </a:xfrm>
        </p:spPr>
        <p:txBody>
          <a:bodyPr>
            <a:normAutofit lnSpcReduction="10000"/>
          </a:bodyPr>
          <a:lstStyle/>
          <a:p>
            <a:pPr marL="114300" indent="0">
              <a:buNone/>
            </a:pPr>
            <a:r>
              <a:rPr lang="en-GB" sz="2200" dirty="0"/>
              <a:t>Although the original intention of FL is to prevent data sharing and achieve strict privacy protection, </a:t>
            </a:r>
            <a:r>
              <a:rPr lang="en-GB" sz="2200" b="1" dirty="0"/>
              <a:t>privacy </a:t>
            </a:r>
            <a:r>
              <a:rPr lang="en-GB" sz="2200" dirty="0"/>
              <a:t>and </a:t>
            </a:r>
            <a:r>
              <a:rPr lang="en-GB" sz="2200" b="1" dirty="0"/>
              <a:t>security </a:t>
            </a:r>
            <a:r>
              <a:rPr lang="en-GB" sz="2200" dirty="0"/>
              <a:t>issues still exist.</a:t>
            </a:r>
            <a:endParaRPr lang="en-US" dirty="0"/>
          </a:p>
          <a:p>
            <a:pPr marL="114300" indent="0">
              <a:buNone/>
            </a:pPr>
            <a:endParaRPr lang="en-GB" sz="2200" dirty="0"/>
          </a:p>
          <a:p>
            <a:pPr marL="114300" indent="0">
              <a:buNone/>
            </a:pPr>
            <a:r>
              <a:rPr lang="en-GB" sz="2200" dirty="0"/>
              <a:t>In terms of </a:t>
            </a:r>
            <a:r>
              <a:rPr lang="en-GB" sz="2200" b="1" dirty="0"/>
              <a:t>security</a:t>
            </a:r>
            <a:r>
              <a:rPr lang="en-GB" sz="2200" dirty="0"/>
              <a:t>:</a:t>
            </a:r>
          </a:p>
          <a:p>
            <a:r>
              <a:rPr lang="en-GB" sz="2200" dirty="0"/>
              <a:t>attacks are often focused on integrity and availability. Threats to integrity and availability mainly focus on the output of the machine learning model, which can seriously affect the regular use of the model. </a:t>
            </a:r>
            <a:endParaRPr lang="en-GB"/>
          </a:p>
          <a:p>
            <a:pPr marL="114300" indent="0">
              <a:buNone/>
            </a:pPr>
            <a:endParaRPr lang="en-GB" sz="2200" dirty="0"/>
          </a:p>
          <a:p>
            <a:pPr marL="114300" indent="0">
              <a:buNone/>
            </a:pPr>
            <a:r>
              <a:rPr lang="en-GB" sz="2200" dirty="0"/>
              <a:t>In terms of </a:t>
            </a:r>
            <a:r>
              <a:rPr lang="en-GB" sz="2200" b="1" dirty="0"/>
              <a:t>privacy</a:t>
            </a:r>
            <a:r>
              <a:rPr lang="en-GB" sz="2200" dirty="0"/>
              <a:t>:</a:t>
            </a:r>
            <a:endParaRPr lang="en-GB" dirty="0"/>
          </a:p>
          <a:p>
            <a:r>
              <a:rPr lang="en-GB" sz="2200" dirty="0"/>
              <a:t>attackers tend to focus on confidentiality. For confidentiality, attackers can expose the target model information and the prediction results. According to existing research, privacy-preserving algorithms can still put user privacy at risk. </a:t>
            </a:r>
            <a:endParaRPr lang="en-GB"/>
          </a:p>
        </p:txBody>
      </p:sp>
    </p:spTree>
    <p:extLst>
      <p:ext uri="{BB962C8B-B14F-4D97-AF65-F5344CB8AC3E}">
        <p14:creationId xmlns:p14="http://schemas.microsoft.com/office/powerpoint/2010/main" val="1674669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E193-76A0-EE26-6D80-94BF22A5EF30}"/>
              </a:ext>
            </a:extLst>
          </p:cNvPr>
          <p:cNvSpPr>
            <a:spLocks noGrp="1"/>
          </p:cNvSpPr>
          <p:nvPr>
            <p:ph type="title"/>
          </p:nvPr>
        </p:nvSpPr>
        <p:spPr/>
        <p:txBody>
          <a:bodyPr/>
          <a:lstStyle/>
          <a:p>
            <a:r>
              <a:rPr lang="en-GB" dirty="0"/>
              <a:t>Threat models of FL</a:t>
            </a:r>
            <a:endParaRPr lang="en-GB" dirty="0">
              <a:solidFill>
                <a:srgbClr val="000000"/>
              </a:solidFill>
            </a:endParaRPr>
          </a:p>
        </p:txBody>
      </p:sp>
      <p:sp>
        <p:nvSpPr>
          <p:cNvPr id="3" name="Text Placeholder 2">
            <a:extLst>
              <a:ext uri="{FF2B5EF4-FFF2-40B4-BE49-F238E27FC236}">
                <a16:creationId xmlns:a16="http://schemas.microsoft.com/office/drawing/2014/main" id="{49D5A569-CE45-F7A2-02BE-2AE0EC3C5067}"/>
              </a:ext>
            </a:extLst>
          </p:cNvPr>
          <p:cNvSpPr>
            <a:spLocks noGrp="1"/>
          </p:cNvSpPr>
          <p:nvPr>
            <p:ph type="body" idx="1"/>
          </p:nvPr>
        </p:nvSpPr>
        <p:spPr/>
        <p:txBody>
          <a:bodyPr>
            <a:normAutofit/>
          </a:bodyPr>
          <a:lstStyle/>
          <a:p>
            <a:r>
              <a:rPr lang="en-GB" dirty="0"/>
              <a:t>Insider vs. Outsider  </a:t>
            </a:r>
          </a:p>
          <a:p>
            <a:r>
              <a:rPr lang="en-GB" dirty="0"/>
              <a:t>Client vs. Server </a:t>
            </a:r>
          </a:p>
          <a:p>
            <a:r>
              <a:rPr lang="en-GB" dirty="0"/>
              <a:t>Attacker capabilities</a:t>
            </a:r>
          </a:p>
          <a:p>
            <a:r>
              <a:rPr lang="en-GB" dirty="0"/>
              <a:t>Honest‑but‑curious vs. malicious </a:t>
            </a:r>
          </a:p>
          <a:p>
            <a:r>
              <a:rPr lang="en-GB" dirty="0"/>
              <a:t>Training phase vs. Inference phase </a:t>
            </a:r>
          </a:p>
        </p:txBody>
      </p:sp>
    </p:spTree>
    <p:extLst>
      <p:ext uri="{BB962C8B-B14F-4D97-AF65-F5344CB8AC3E}">
        <p14:creationId xmlns:p14="http://schemas.microsoft.com/office/powerpoint/2010/main" val="3071364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0CA98-510D-3072-D3BB-5F5A99B1C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FBE4D-0FD8-EEF6-4204-8BEA0FEFC799}"/>
              </a:ext>
            </a:extLst>
          </p:cNvPr>
          <p:cNvSpPr>
            <a:spLocks noGrp="1"/>
          </p:cNvSpPr>
          <p:nvPr>
            <p:ph type="title"/>
          </p:nvPr>
        </p:nvSpPr>
        <p:spPr/>
        <p:txBody>
          <a:bodyPr/>
          <a:lstStyle/>
          <a:p>
            <a:r>
              <a:rPr lang="en-GB" dirty="0"/>
              <a:t>Federated Learning</a:t>
            </a:r>
          </a:p>
        </p:txBody>
      </p:sp>
      <p:sp>
        <p:nvSpPr>
          <p:cNvPr id="3" name="Text Placeholder 2">
            <a:extLst>
              <a:ext uri="{FF2B5EF4-FFF2-40B4-BE49-F238E27FC236}">
                <a16:creationId xmlns:a16="http://schemas.microsoft.com/office/drawing/2014/main" id="{567298BA-6DA5-6E9E-8104-98B91C6D85F3}"/>
              </a:ext>
            </a:extLst>
          </p:cNvPr>
          <p:cNvSpPr>
            <a:spLocks noGrp="1"/>
          </p:cNvSpPr>
          <p:nvPr>
            <p:ph type="body" idx="1"/>
          </p:nvPr>
        </p:nvSpPr>
        <p:spPr/>
        <p:txBody>
          <a:bodyPr/>
          <a:lstStyle/>
          <a:p>
            <a:r>
              <a:rPr lang="en-GB" dirty="0"/>
              <a:t>Security Attacks</a:t>
            </a:r>
          </a:p>
        </p:txBody>
      </p:sp>
    </p:spTree>
    <p:extLst>
      <p:ext uri="{BB962C8B-B14F-4D97-AF65-F5344CB8AC3E}">
        <p14:creationId xmlns:p14="http://schemas.microsoft.com/office/powerpoint/2010/main" val="4017709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0D3A-D6D3-78AB-5C4D-71CF6C20813C}"/>
              </a:ext>
            </a:extLst>
          </p:cNvPr>
          <p:cNvSpPr>
            <a:spLocks noGrp="1"/>
          </p:cNvSpPr>
          <p:nvPr>
            <p:ph type="title"/>
          </p:nvPr>
        </p:nvSpPr>
        <p:spPr/>
        <p:txBody>
          <a:bodyPr/>
          <a:lstStyle/>
          <a:p>
            <a:r>
              <a:rPr lang="en-GB" dirty="0"/>
              <a:t>Security Attacks</a:t>
            </a:r>
            <a:endParaRPr lang="en-US" dirty="0"/>
          </a:p>
        </p:txBody>
      </p:sp>
      <p:sp>
        <p:nvSpPr>
          <p:cNvPr id="3" name="Text Placeholder 2">
            <a:extLst>
              <a:ext uri="{FF2B5EF4-FFF2-40B4-BE49-F238E27FC236}">
                <a16:creationId xmlns:a16="http://schemas.microsoft.com/office/drawing/2014/main" id="{D1A321B0-B2E5-6D79-DC44-2DB50E45AC1D}"/>
              </a:ext>
            </a:extLst>
          </p:cNvPr>
          <p:cNvSpPr>
            <a:spLocks noGrp="1"/>
          </p:cNvSpPr>
          <p:nvPr>
            <p:ph type="body" idx="1"/>
          </p:nvPr>
        </p:nvSpPr>
        <p:spPr/>
        <p:txBody>
          <a:bodyPr/>
          <a:lstStyle/>
          <a:p>
            <a:r>
              <a:rPr lang="en-GB" b="1" dirty="0">
                <a:solidFill>
                  <a:schemeClr val="tx1"/>
                </a:solidFill>
              </a:rPr>
              <a:t>Untargeted</a:t>
            </a:r>
            <a:endParaRPr lang="en-US">
              <a:solidFill>
                <a:schemeClr val="tx1"/>
              </a:solidFill>
            </a:endParaRPr>
          </a:p>
          <a:p>
            <a:r>
              <a:rPr lang="en-GB" b="1" dirty="0">
                <a:solidFill>
                  <a:schemeClr val="tx1"/>
                </a:solidFill>
              </a:rPr>
              <a:t>Targeted</a:t>
            </a:r>
          </a:p>
        </p:txBody>
      </p:sp>
    </p:spTree>
    <p:extLst>
      <p:ext uri="{BB962C8B-B14F-4D97-AF65-F5344CB8AC3E}">
        <p14:creationId xmlns:p14="http://schemas.microsoft.com/office/powerpoint/2010/main" val="2029861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E2AD-2236-7069-DDBE-6601E852E54F}"/>
              </a:ext>
            </a:extLst>
          </p:cNvPr>
          <p:cNvSpPr>
            <a:spLocks noGrp="1"/>
          </p:cNvSpPr>
          <p:nvPr>
            <p:ph type="title"/>
          </p:nvPr>
        </p:nvSpPr>
        <p:spPr/>
        <p:txBody>
          <a:bodyPr/>
          <a:lstStyle/>
          <a:p>
            <a:r>
              <a:rPr lang="en-GB" dirty="0"/>
              <a:t>Security Attacks – Untargeted </a:t>
            </a:r>
            <a:endParaRPr lang="en-US" dirty="0"/>
          </a:p>
        </p:txBody>
      </p:sp>
      <p:sp>
        <p:nvSpPr>
          <p:cNvPr id="3" name="Text Placeholder 2">
            <a:extLst>
              <a:ext uri="{FF2B5EF4-FFF2-40B4-BE49-F238E27FC236}">
                <a16:creationId xmlns:a16="http://schemas.microsoft.com/office/drawing/2014/main" id="{BB6D4312-887D-2F50-0F25-47005674C498}"/>
              </a:ext>
            </a:extLst>
          </p:cNvPr>
          <p:cNvSpPr>
            <a:spLocks noGrp="1"/>
          </p:cNvSpPr>
          <p:nvPr>
            <p:ph type="body" idx="1"/>
          </p:nvPr>
        </p:nvSpPr>
        <p:spPr/>
        <p:txBody>
          <a:bodyPr>
            <a:normAutofit/>
          </a:bodyPr>
          <a:lstStyle/>
          <a:p>
            <a:pPr marL="114300" indent="0">
              <a:buNone/>
            </a:pPr>
            <a:r>
              <a:rPr lang="en-GB" sz="2200" dirty="0"/>
              <a:t>In the context of FL, an </a:t>
            </a:r>
            <a:r>
              <a:rPr lang="en-GB" sz="2200" b="1" dirty="0"/>
              <a:t>undirected </a:t>
            </a:r>
            <a:r>
              <a:rPr lang="en-GB" sz="2200" dirty="0"/>
              <a:t>attack refers to an attacker’s objective of </a:t>
            </a:r>
            <a:r>
              <a:rPr lang="en-GB" sz="2200" b="1" dirty="0"/>
              <a:t>causing damage </a:t>
            </a:r>
            <a:r>
              <a:rPr lang="en-GB" sz="2200" dirty="0"/>
              <a:t>or </a:t>
            </a:r>
            <a:r>
              <a:rPr lang="en-GB" sz="2200" b="1" dirty="0"/>
              <a:t>disruption </a:t>
            </a:r>
            <a:r>
              <a:rPr lang="en-GB" sz="2200" dirty="0"/>
              <a:t>to the </a:t>
            </a:r>
            <a:r>
              <a:rPr lang="en-GB" sz="2200" b="1" dirty="0"/>
              <a:t>entire FL system</a:t>
            </a:r>
            <a:r>
              <a:rPr lang="en-GB" sz="2200" dirty="0"/>
              <a:t>, without </a:t>
            </a:r>
            <a:r>
              <a:rPr lang="en-GB" sz="2200" b="1" dirty="0"/>
              <a:t>specifically</a:t>
            </a:r>
            <a:r>
              <a:rPr lang="en-GB" sz="2200" dirty="0"/>
              <a:t> </a:t>
            </a:r>
            <a:r>
              <a:rPr lang="en-GB" sz="2200" b="1" dirty="0"/>
              <a:t>targeting </a:t>
            </a:r>
            <a:r>
              <a:rPr lang="en-GB" sz="2200" dirty="0"/>
              <a:t>a particular model, participant, or task.</a:t>
            </a:r>
            <a:endParaRPr lang="en-US" sz="2200" dirty="0"/>
          </a:p>
          <a:p>
            <a:pPr marL="114300" indent="0">
              <a:buNone/>
            </a:pPr>
            <a:endParaRPr lang="en-GB" sz="2200" dirty="0"/>
          </a:p>
          <a:p>
            <a:pPr marL="114300" indent="0">
              <a:buNone/>
            </a:pPr>
            <a:r>
              <a:rPr lang="en-GB" sz="2200" dirty="0"/>
              <a:t>Attackers employ various methods to achieve their goals, including </a:t>
            </a:r>
            <a:r>
              <a:rPr lang="en-GB" sz="2200" b="1" dirty="0"/>
              <a:t>tampering </a:t>
            </a:r>
            <a:r>
              <a:rPr lang="en-GB" sz="2200" dirty="0"/>
              <a:t>with or </a:t>
            </a:r>
            <a:r>
              <a:rPr lang="en-GB" sz="2200" b="1" dirty="0"/>
              <a:t>injecting malicious data</a:t>
            </a:r>
            <a:r>
              <a:rPr lang="en-GB" sz="2200" dirty="0"/>
              <a:t> to disrupt participants’ </a:t>
            </a:r>
            <a:r>
              <a:rPr lang="en-GB" sz="2200" b="1" dirty="0"/>
              <a:t>training </a:t>
            </a:r>
            <a:r>
              <a:rPr lang="en-GB" sz="2200" dirty="0"/>
              <a:t>processes and </a:t>
            </a:r>
            <a:r>
              <a:rPr lang="en-GB" sz="2200" b="1" dirty="0"/>
              <a:t>modifying </a:t>
            </a:r>
            <a:r>
              <a:rPr lang="en-GB" sz="2200" dirty="0"/>
              <a:t>participant </a:t>
            </a:r>
            <a:r>
              <a:rPr lang="en-GB" sz="2200" b="1" dirty="0"/>
              <a:t>models </a:t>
            </a:r>
            <a:r>
              <a:rPr lang="en-GB" sz="2200" dirty="0"/>
              <a:t>to degrade the overall </a:t>
            </a:r>
            <a:r>
              <a:rPr lang="en-GB" sz="2200" b="1" dirty="0"/>
              <a:t>performance </a:t>
            </a:r>
            <a:r>
              <a:rPr lang="en-GB" sz="2200" dirty="0"/>
              <a:t>of the federated model.</a:t>
            </a:r>
            <a:r>
              <a:rPr lang="en-GB" dirty="0"/>
              <a:t> </a:t>
            </a:r>
            <a:endParaRPr lang="en-US"/>
          </a:p>
        </p:txBody>
      </p:sp>
    </p:spTree>
    <p:extLst>
      <p:ext uri="{BB962C8B-B14F-4D97-AF65-F5344CB8AC3E}">
        <p14:creationId xmlns:p14="http://schemas.microsoft.com/office/powerpoint/2010/main" val="1781166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16B62-E527-294C-9D9E-05D16CABE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BFB1B-7270-D6B8-5322-09994ED38EB7}"/>
              </a:ext>
            </a:extLst>
          </p:cNvPr>
          <p:cNvSpPr>
            <a:spLocks noGrp="1"/>
          </p:cNvSpPr>
          <p:nvPr>
            <p:ph type="title"/>
          </p:nvPr>
        </p:nvSpPr>
        <p:spPr/>
        <p:txBody>
          <a:bodyPr/>
          <a:lstStyle/>
          <a:p>
            <a:r>
              <a:rPr lang="en-GB" dirty="0"/>
              <a:t>Security Attacks – Untargeted </a:t>
            </a:r>
            <a:endParaRPr lang="en-US" dirty="0"/>
          </a:p>
        </p:txBody>
      </p:sp>
      <p:sp>
        <p:nvSpPr>
          <p:cNvPr id="3" name="Text Placeholder 2">
            <a:extLst>
              <a:ext uri="{FF2B5EF4-FFF2-40B4-BE49-F238E27FC236}">
                <a16:creationId xmlns:a16="http://schemas.microsoft.com/office/drawing/2014/main" id="{3275FBFF-DB50-D738-9D54-85E3928A82C5}"/>
              </a:ext>
            </a:extLst>
          </p:cNvPr>
          <p:cNvSpPr>
            <a:spLocks noGrp="1"/>
          </p:cNvSpPr>
          <p:nvPr>
            <p:ph type="body" idx="1"/>
          </p:nvPr>
        </p:nvSpPr>
        <p:spPr/>
        <p:txBody>
          <a:bodyPr>
            <a:normAutofit/>
          </a:bodyPr>
          <a:lstStyle/>
          <a:p>
            <a:pPr marL="114300" indent="0">
              <a:buNone/>
            </a:pPr>
            <a:r>
              <a:rPr lang="en-GB" sz="2200" b="1" i="1" dirty="0">
                <a:solidFill>
                  <a:srgbClr val="C00000"/>
                </a:solidFill>
              </a:rPr>
              <a:t>Byzantine Attacks</a:t>
            </a:r>
            <a:endParaRPr lang="en-US" sz="2200" dirty="0"/>
          </a:p>
          <a:p>
            <a:pPr marL="114300" indent="0">
              <a:buNone/>
            </a:pPr>
            <a:endParaRPr lang="en-GB" sz="2200" dirty="0"/>
          </a:p>
          <a:p>
            <a:pPr marL="114300" indent="0">
              <a:buNone/>
            </a:pPr>
            <a:r>
              <a:rPr lang="en-US" sz="2200" dirty="0"/>
              <a:t>Refers to the intentional malicious actions taken by attackers to undermine the security and reliability of the federated learning system. </a:t>
            </a:r>
          </a:p>
          <a:p>
            <a:pPr marL="114300" indent="0">
              <a:buNone/>
            </a:pPr>
            <a:endParaRPr lang="en-US" sz="2200" dirty="0"/>
          </a:p>
          <a:p>
            <a:pPr marL="114300" indent="0">
              <a:buNone/>
            </a:pPr>
            <a:r>
              <a:rPr lang="en-US" sz="2200" dirty="0"/>
              <a:t>These actions involve sending </a:t>
            </a:r>
            <a:r>
              <a:rPr lang="en-US" sz="2200" b="1" dirty="0"/>
              <a:t>false</a:t>
            </a:r>
            <a:r>
              <a:rPr lang="en-US" sz="2200" dirty="0"/>
              <a:t>, </a:t>
            </a:r>
            <a:r>
              <a:rPr lang="en-US" sz="2200" b="1" dirty="0"/>
              <a:t>incorrect</a:t>
            </a:r>
            <a:r>
              <a:rPr lang="en-US" sz="2200" dirty="0"/>
              <a:t>, or </a:t>
            </a:r>
            <a:r>
              <a:rPr lang="en-US" sz="2200" b="1" dirty="0"/>
              <a:t>intrusive data</a:t>
            </a:r>
            <a:r>
              <a:rPr lang="en-US" sz="2200" dirty="0"/>
              <a:t>, </a:t>
            </a:r>
            <a:r>
              <a:rPr lang="en-US" sz="2200" b="1" dirty="0"/>
              <a:t>model parameters</a:t>
            </a:r>
            <a:r>
              <a:rPr lang="en-US" sz="2200" dirty="0"/>
              <a:t>, or </a:t>
            </a:r>
            <a:r>
              <a:rPr lang="en-US" sz="2200" b="1" dirty="0"/>
              <a:t>aggregation gradient updates </a:t>
            </a:r>
            <a:r>
              <a:rPr lang="en-US" sz="2200" dirty="0"/>
              <a:t>during the </a:t>
            </a:r>
            <a:r>
              <a:rPr lang="en-US" sz="2200" b="1" dirty="0"/>
              <a:t>training </a:t>
            </a:r>
            <a:r>
              <a:rPr lang="en-US" sz="2200" dirty="0"/>
              <a:t>phase. These updates can </a:t>
            </a:r>
            <a:r>
              <a:rPr lang="en-US" sz="2200" b="1" dirty="0"/>
              <a:t>mislead </a:t>
            </a:r>
            <a:r>
              <a:rPr lang="en-US" sz="2200" dirty="0"/>
              <a:t>the </a:t>
            </a:r>
            <a:r>
              <a:rPr lang="en-US" sz="2200" b="1" dirty="0"/>
              <a:t>aggregation </a:t>
            </a:r>
            <a:r>
              <a:rPr lang="en-US" sz="2200" dirty="0"/>
              <a:t>process, </a:t>
            </a:r>
            <a:r>
              <a:rPr lang="en-US" sz="2200" b="1" dirty="0"/>
              <a:t>degrade </a:t>
            </a:r>
            <a:r>
              <a:rPr lang="en-US" sz="2200" dirty="0"/>
              <a:t>the global model's </a:t>
            </a:r>
            <a:r>
              <a:rPr lang="en-US" sz="2200" b="1" dirty="0"/>
              <a:t>performance</a:t>
            </a:r>
            <a:r>
              <a:rPr lang="en-US" sz="2200" dirty="0"/>
              <a:t>, or even introduce vulnerabilities. </a:t>
            </a:r>
            <a:endParaRPr lang="en-US" sz="2200"/>
          </a:p>
        </p:txBody>
      </p:sp>
    </p:spTree>
    <p:extLst>
      <p:ext uri="{BB962C8B-B14F-4D97-AF65-F5344CB8AC3E}">
        <p14:creationId xmlns:p14="http://schemas.microsoft.com/office/powerpoint/2010/main" val="1132831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FFCC7-28B3-ED8C-5B08-DC8C27C39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CE01B-582B-CAF5-1C09-4BD405437BD7}"/>
              </a:ext>
            </a:extLst>
          </p:cNvPr>
          <p:cNvSpPr>
            <a:spLocks noGrp="1"/>
          </p:cNvSpPr>
          <p:nvPr>
            <p:ph type="title"/>
          </p:nvPr>
        </p:nvSpPr>
        <p:spPr/>
        <p:txBody>
          <a:bodyPr/>
          <a:lstStyle/>
          <a:p>
            <a:r>
              <a:rPr lang="en-GB" dirty="0"/>
              <a:t>Security Attacks – Targeted </a:t>
            </a:r>
            <a:endParaRPr lang="en-US" dirty="0"/>
          </a:p>
        </p:txBody>
      </p:sp>
      <p:sp>
        <p:nvSpPr>
          <p:cNvPr id="3" name="Text Placeholder 2">
            <a:extLst>
              <a:ext uri="{FF2B5EF4-FFF2-40B4-BE49-F238E27FC236}">
                <a16:creationId xmlns:a16="http://schemas.microsoft.com/office/drawing/2014/main" id="{6029BEEC-E55F-CFEA-7487-F25A609B43D5}"/>
              </a:ext>
            </a:extLst>
          </p:cNvPr>
          <p:cNvSpPr>
            <a:spLocks noGrp="1"/>
          </p:cNvSpPr>
          <p:nvPr>
            <p:ph type="body" idx="1"/>
          </p:nvPr>
        </p:nvSpPr>
        <p:spPr/>
        <p:txBody>
          <a:bodyPr>
            <a:normAutofit/>
          </a:bodyPr>
          <a:lstStyle/>
          <a:p>
            <a:pPr marL="114300" indent="0">
              <a:buNone/>
            </a:pPr>
            <a:r>
              <a:rPr lang="en-US" sz="2200" dirty="0"/>
              <a:t>Directed attack in federated learning refers to a malicious attack </a:t>
            </a:r>
            <a:r>
              <a:rPr lang="en-US" sz="2200" b="1" dirty="0"/>
              <a:t>specifically targeted </a:t>
            </a:r>
            <a:r>
              <a:rPr lang="en-US" sz="2200" dirty="0"/>
              <a:t>at particular </a:t>
            </a:r>
            <a:r>
              <a:rPr lang="en-US" sz="2200" b="1" dirty="0"/>
              <a:t>participants </a:t>
            </a:r>
            <a:r>
              <a:rPr lang="en-US" sz="2200" dirty="0"/>
              <a:t>or </a:t>
            </a:r>
            <a:r>
              <a:rPr lang="en-US" sz="2200" b="1" dirty="0"/>
              <a:t>tasks</a:t>
            </a:r>
            <a:r>
              <a:rPr lang="en-US" sz="2200" dirty="0"/>
              <a:t>, with the intention of </a:t>
            </a:r>
            <a:r>
              <a:rPr lang="en-US" sz="2200" b="1" dirty="0"/>
              <a:t>interfering</a:t>
            </a:r>
            <a:r>
              <a:rPr lang="en-US" sz="2200" dirty="0"/>
              <a:t>, </a:t>
            </a:r>
            <a:r>
              <a:rPr lang="en-US" sz="2200" b="1" dirty="0"/>
              <a:t>destroying</a:t>
            </a:r>
            <a:r>
              <a:rPr lang="en-US" sz="2200" dirty="0"/>
              <a:t>, or </a:t>
            </a:r>
            <a:r>
              <a:rPr lang="en-US" sz="2200" b="1" dirty="0"/>
              <a:t>manipulating </a:t>
            </a:r>
            <a:r>
              <a:rPr lang="en-US" sz="2200" dirty="0"/>
              <a:t>the performance of the model training process or the models of </a:t>
            </a:r>
            <a:r>
              <a:rPr lang="en-US" sz="2200" b="1" dirty="0"/>
              <a:t>specific </a:t>
            </a:r>
            <a:r>
              <a:rPr lang="en-US" sz="2200" dirty="0"/>
              <a:t>participants. </a:t>
            </a:r>
            <a:endParaRPr lang="en-US"/>
          </a:p>
          <a:p>
            <a:pPr marL="114300" indent="0">
              <a:buNone/>
            </a:pPr>
            <a:endParaRPr lang="en-US" sz="2200" dirty="0"/>
          </a:p>
          <a:p>
            <a:pPr marL="114300" indent="0">
              <a:buNone/>
            </a:pPr>
            <a:r>
              <a:rPr lang="en-US" sz="2200" dirty="0"/>
              <a:t>In contrast to undirected attacks, targeted attacks are more </a:t>
            </a:r>
            <a:r>
              <a:rPr lang="en-US" sz="2200" b="1" dirty="0"/>
              <a:t>focused </a:t>
            </a:r>
            <a:r>
              <a:rPr lang="en-US" sz="2200" dirty="0"/>
              <a:t>and </a:t>
            </a:r>
            <a:r>
              <a:rPr lang="en-US" sz="2200" b="1" dirty="0"/>
              <a:t>specific</a:t>
            </a:r>
            <a:r>
              <a:rPr lang="en-US" sz="2200" dirty="0"/>
              <a:t>, where attackers have clear goals or motives and employ tailored measures to disrupt specific participants or tasks. </a:t>
            </a:r>
            <a:endParaRPr lang="en-US"/>
          </a:p>
        </p:txBody>
      </p:sp>
    </p:spTree>
    <p:extLst>
      <p:ext uri="{BB962C8B-B14F-4D97-AF65-F5344CB8AC3E}">
        <p14:creationId xmlns:p14="http://schemas.microsoft.com/office/powerpoint/2010/main" val="3381973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4C16-EDE7-C0FC-F0EC-D252E2981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E88EC-8168-F9AA-F94A-BB3584700BDF}"/>
              </a:ext>
            </a:extLst>
          </p:cNvPr>
          <p:cNvSpPr>
            <a:spLocks noGrp="1"/>
          </p:cNvSpPr>
          <p:nvPr>
            <p:ph type="title"/>
          </p:nvPr>
        </p:nvSpPr>
        <p:spPr/>
        <p:txBody>
          <a:bodyPr/>
          <a:lstStyle/>
          <a:p>
            <a:r>
              <a:rPr lang="en-GB" dirty="0"/>
              <a:t>Security Attacks – Targeted </a:t>
            </a:r>
            <a:endParaRPr lang="en-US" dirty="0"/>
          </a:p>
        </p:txBody>
      </p:sp>
      <p:sp>
        <p:nvSpPr>
          <p:cNvPr id="3" name="Text Placeholder 2">
            <a:extLst>
              <a:ext uri="{FF2B5EF4-FFF2-40B4-BE49-F238E27FC236}">
                <a16:creationId xmlns:a16="http://schemas.microsoft.com/office/drawing/2014/main" id="{05CA1772-BFD7-9A21-209D-40A40010BE73}"/>
              </a:ext>
            </a:extLst>
          </p:cNvPr>
          <p:cNvSpPr>
            <a:spLocks noGrp="1"/>
          </p:cNvSpPr>
          <p:nvPr>
            <p:ph type="body" idx="1"/>
          </p:nvPr>
        </p:nvSpPr>
        <p:spPr/>
        <p:txBody>
          <a:bodyPr>
            <a:normAutofit lnSpcReduction="10000"/>
          </a:bodyPr>
          <a:lstStyle/>
          <a:p>
            <a:pPr marL="114300" indent="0">
              <a:buNone/>
            </a:pPr>
            <a:r>
              <a:rPr lang="en-US" sz="2200" b="1" i="1" dirty="0">
                <a:solidFill>
                  <a:srgbClr val="C00000"/>
                </a:solidFill>
              </a:rPr>
              <a:t>Poisoning Attack</a:t>
            </a:r>
            <a:r>
              <a:rPr lang="en-US" sz="2200" i="1" dirty="0">
                <a:solidFill>
                  <a:srgbClr val="C00000"/>
                </a:solidFill>
              </a:rPr>
              <a:t> </a:t>
            </a:r>
          </a:p>
          <a:p>
            <a:pPr marL="114300" indent="0">
              <a:buNone/>
            </a:pPr>
            <a:endParaRPr lang="en-US" sz="2200" dirty="0"/>
          </a:p>
          <a:p>
            <a:pPr marL="114300" indent="0">
              <a:buNone/>
            </a:pPr>
            <a:r>
              <a:rPr lang="en-US" sz="2200" dirty="0"/>
              <a:t>A poisoning attack is an attempt by an attacker in FL to corrupt the overall model generation by </a:t>
            </a:r>
            <a:r>
              <a:rPr lang="en-US" sz="2200" b="1" dirty="0"/>
              <a:t>inserting "toxic" data</a:t>
            </a:r>
            <a:r>
              <a:rPr lang="en-US" sz="2200" dirty="0"/>
              <a:t> into the model during the </a:t>
            </a:r>
            <a:r>
              <a:rPr lang="en-US" sz="2200" b="1" dirty="0"/>
              <a:t>training </a:t>
            </a:r>
            <a:r>
              <a:rPr lang="en-US" sz="2200" dirty="0"/>
              <a:t>phase.</a:t>
            </a:r>
            <a:endParaRPr lang="en-US" dirty="0"/>
          </a:p>
          <a:p>
            <a:pPr marL="114300" indent="0">
              <a:buNone/>
            </a:pPr>
            <a:endParaRPr lang="en-US" sz="2200" dirty="0"/>
          </a:p>
          <a:p>
            <a:pPr marL="114300" indent="0">
              <a:buNone/>
            </a:pPr>
            <a:r>
              <a:rPr lang="en-US" sz="2200" dirty="0"/>
              <a:t>An attacker can </a:t>
            </a:r>
            <a:r>
              <a:rPr lang="en-US" sz="2200" b="1" dirty="0"/>
              <a:t>modify </a:t>
            </a:r>
            <a:r>
              <a:rPr lang="en-US" sz="2200" dirty="0"/>
              <a:t>or </a:t>
            </a:r>
            <a:r>
              <a:rPr lang="en-US" sz="2200" b="1" dirty="0"/>
              <a:t>delete </a:t>
            </a:r>
            <a:r>
              <a:rPr lang="en-US" sz="2200" dirty="0"/>
              <a:t>their original </a:t>
            </a:r>
            <a:r>
              <a:rPr lang="en-US" sz="2200" b="1" dirty="0"/>
              <a:t>training </a:t>
            </a:r>
            <a:r>
              <a:rPr lang="en-US" sz="2200" dirty="0"/>
              <a:t>data, resulting in an absence of the original data distribution, or </a:t>
            </a:r>
            <a:r>
              <a:rPr lang="en-US" sz="2200" b="1" dirty="0"/>
              <a:t>replace </a:t>
            </a:r>
            <a:r>
              <a:rPr lang="en-US" sz="2200" dirty="0"/>
              <a:t>it with the original data, disrupting the functional implementation of the model. </a:t>
            </a:r>
            <a:endParaRPr lang="en-US"/>
          </a:p>
          <a:p>
            <a:pPr marL="114300" indent="0">
              <a:buNone/>
            </a:pPr>
            <a:r>
              <a:rPr lang="en-US" sz="2200" dirty="0"/>
              <a:t>Depending on which part of the client’s information is poisoned:</a:t>
            </a:r>
            <a:endParaRPr lang="en-US"/>
          </a:p>
          <a:p>
            <a:r>
              <a:rPr lang="en-US" sz="2200" b="1" i="1" dirty="0">
                <a:solidFill>
                  <a:srgbClr val="C00000"/>
                </a:solidFill>
              </a:rPr>
              <a:t>data-poisoning</a:t>
            </a:r>
            <a:endParaRPr lang="en-US" b="1" i="1" dirty="0">
              <a:solidFill>
                <a:srgbClr val="C00000"/>
              </a:solidFill>
            </a:endParaRPr>
          </a:p>
          <a:p>
            <a:r>
              <a:rPr lang="en-US" sz="2200" b="1" i="1" dirty="0">
                <a:solidFill>
                  <a:srgbClr val="C00000"/>
                </a:solidFill>
              </a:rPr>
              <a:t>model-poisoning </a:t>
            </a:r>
            <a:endParaRPr lang="en-US" dirty="0">
              <a:solidFill>
                <a:srgbClr val="000000"/>
              </a:solidFill>
            </a:endParaRPr>
          </a:p>
        </p:txBody>
      </p:sp>
    </p:spTree>
    <p:extLst>
      <p:ext uri="{BB962C8B-B14F-4D97-AF65-F5344CB8AC3E}">
        <p14:creationId xmlns:p14="http://schemas.microsoft.com/office/powerpoint/2010/main" val="2657457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171CE-E5D4-4282-5120-486108329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A51FA-1A8A-7E72-FB3B-912ABC24CFAD}"/>
              </a:ext>
            </a:extLst>
          </p:cNvPr>
          <p:cNvSpPr>
            <a:spLocks noGrp="1"/>
          </p:cNvSpPr>
          <p:nvPr>
            <p:ph type="title"/>
          </p:nvPr>
        </p:nvSpPr>
        <p:spPr/>
        <p:txBody>
          <a:bodyPr/>
          <a:lstStyle/>
          <a:p>
            <a:r>
              <a:rPr lang="en-GB" dirty="0"/>
              <a:t>Security Attacks – Targeted </a:t>
            </a:r>
            <a:endParaRPr lang="en-US" dirty="0"/>
          </a:p>
        </p:txBody>
      </p:sp>
      <p:sp>
        <p:nvSpPr>
          <p:cNvPr id="3" name="Text Placeholder 2">
            <a:extLst>
              <a:ext uri="{FF2B5EF4-FFF2-40B4-BE49-F238E27FC236}">
                <a16:creationId xmlns:a16="http://schemas.microsoft.com/office/drawing/2014/main" id="{DE901A48-3A29-0C28-D6B8-9FC15F83B639}"/>
              </a:ext>
            </a:extLst>
          </p:cNvPr>
          <p:cNvSpPr>
            <a:spLocks noGrp="1"/>
          </p:cNvSpPr>
          <p:nvPr>
            <p:ph type="body" idx="1"/>
          </p:nvPr>
        </p:nvSpPr>
        <p:spPr>
          <a:xfrm>
            <a:off x="838200" y="1825625"/>
            <a:ext cx="10515600" cy="4924724"/>
          </a:xfrm>
        </p:spPr>
        <p:txBody>
          <a:bodyPr>
            <a:normAutofit/>
          </a:bodyPr>
          <a:lstStyle/>
          <a:p>
            <a:pPr marL="114300" indent="0">
              <a:buNone/>
            </a:pPr>
            <a:r>
              <a:rPr lang="en-US" sz="2200" b="1" i="1" dirty="0">
                <a:solidFill>
                  <a:srgbClr val="C00000"/>
                </a:solidFill>
              </a:rPr>
              <a:t>Data Poisoning </a:t>
            </a:r>
            <a:endParaRPr lang="en-US" sz="2200" i="1" dirty="0">
              <a:solidFill>
                <a:srgbClr val="C00000"/>
              </a:solidFill>
            </a:endParaRPr>
          </a:p>
          <a:p>
            <a:pPr marL="114300" indent="0">
              <a:buNone/>
            </a:pPr>
            <a:endParaRPr lang="en-US" sz="2200" dirty="0"/>
          </a:p>
          <a:p>
            <a:pPr marL="114300" indent="0">
              <a:buNone/>
            </a:pPr>
            <a:r>
              <a:rPr lang="en-US" sz="2200" dirty="0"/>
              <a:t>The attacker is assumed to have access to the </a:t>
            </a:r>
            <a:r>
              <a:rPr lang="en-US" sz="2200" b="1" dirty="0"/>
              <a:t>training data </a:t>
            </a:r>
            <a:r>
              <a:rPr lang="en-US" sz="2200" dirty="0"/>
              <a:t>of </a:t>
            </a:r>
            <a:r>
              <a:rPr lang="en-US" sz="2200" b="1" dirty="0"/>
              <a:t>one</a:t>
            </a:r>
            <a:r>
              <a:rPr lang="en-US" sz="2200" dirty="0"/>
              <a:t> or </a:t>
            </a:r>
            <a:r>
              <a:rPr lang="en-US" sz="2200" b="1" dirty="0"/>
              <a:t>more clients </a:t>
            </a:r>
            <a:r>
              <a:rPr lang="en-US" sz="2200" dirty="0"/>
              <a:t>and to be able to modify it. </a:t>
            </a:r>
            <a:endParaRPr lang="en-US" dirty="0"/>
          </a:p>
          <a:p>
            <a:pPr marL="114300" indent="0">
              <a:buNone/>
            </a:pPr>
            <a:endParaRPr lang="en-US" sz="2200" dirty="0"/>
          </a:p>
          <a:p>
            <a:endParaRPr lang="en-US" sz="2200" b="1" i="1" dirty="0">
              <a:solidFill>
                <a:srgbClr val="C00000"/>
              </a:solidFill>
            </a:endParaRPr>
          </a:p>
        </p:txBody>
      </p:sp>
    </p:spTree>
    <p:extLst>
      <p:ext uri="{BB962C8B-B14F-4D97-AF65-F5344CB8AC3E}">
        <p14:creationId xmlns:p14="http://schemas.microsoft.com/office/powerpoint/2010/main" val="4107713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3B2D3-2F33-6E45-992B-F5D13F93A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05174-ABF8-0E7C-87B4-D011F32735B1}"/>
              </a:ext>
            </a:extLst>
          </p:cNvPr>
          <p:cNvSpPr>
            <a:spLocks noGrp="1"/>
          </p:cNvSpPr>
          <p:nvPr>
            <p:ph type="title"/>
          </p:nvPr>
        </p:nvSpPr>
        <p:spPr/>
        <p:txBody>
          <a:bodyPr/>
          <a:lstStyle/>
          <a:p>
            <a:r>
              <a:rPr lang="en-GB" dirty="0"/>
              <a:t>Security Attacks – Targeted </a:t>
            </a:r>
            <a:endParaRPr lang="en-US" dirty="0"/>
          </a:p>
        </p:txBody>
      </p:sp>
      <p:sp>
        <p:nvSpPr>
          <p:cNvPr id="3" name="Text Placeholder 2">
            <a:extLst>
              <a:ext uri="{FF2B5EF4-FFF2-40B4-BE49-F238E27FC236}">
                <a16:creationId xmlns:a16="http://schemas.microsoft.com/office/drawing/2014/main" id="{C620350F-A1AC-663B-17A7-E76727056EF3}"/>
              </a:ext>
            </a:extLst>
          </p:cNvPr>
          <p:cNvSpPr>
            <a:spLocks noGrp="1"/>
          </p:cNvSpPr>
          <p:nvPr>
            <p:ph type="body" idx="1"/>
          </p:nvPr>
        </p:nvSpPr>
        <p:spPr>
          <a:xfrm>
            <a:off x="838200" y="1825625"/>
            <a:ext cx="10515600" cy="4924724"/>
          </a:xfrm>
        </p:spPr>
        <p:txBody>
          <a:bodyPr>
            <a:normAutofit/>
          </a:bodyPr>
          <a:lstStyle/>
          <a:p>
            <a:pPr marL="114300" indent="0">
              <a:buNone/>
            </a:pPr>
            <a:r>
              <a:rPr lang="en-US" sz="2200" b="1" i="1" dirty="0">
                <a:solidFill>
                  <a:srgbClr val="C00000"/>
                </a:solidFill>
              </a:rPr>
              <a:t>Model Poisoning </a:t>
            </a:r>
            <a:endParaRPr lang="en-US" sz="2200" i="1" dirty="0">
              <a:solidFill>
                <a:srgbClr val="C00000"/>
              </a:solidFill>
            </a:endParaRPr>
          </a:p>
          <a:p>
            <a:pPr marL="114300" indent="0">
              <a:buNone/>
            </a:pPr>
            <a:endParaRPr lang="en-US" sz="2200" dirty="0"/>
          </a:p>
          <a:p>
            <a:pPr marL="114300" indent="0">
              <a:buNone/>
            </a:pPr>
            <a:r>
              <a:rPr lang="en-US" sz="2200" dirty="0"/>
              <a:t>These attacks consist of directly poisoning the </a:t>
            </a:r>
            <a:r>
              <a:rPr lang="en-US" sz="2200" b="1" dirty="0"/>
              <a:t>model updates</a:t>
            </a:r>
            <a:r>
              <a:rPr lang="en-US" sz="2200" dirty="0"/>
              <a:t> sent by the clients to the server.</a:t>
            </a:r>
            <a:endParaRPr lang="en-US"/>
          </a:p>
          <a:p>
            <a:pPr marL="114300" indent="0">
              <a:buNone/>
            </a:pPr>
            <a:endParaRPr lang="en-US" sz="2200" dirty="0"/>
          </a:p>
          <a:p>
            <a:endParaRPr lang="en-US" sz="2200" b="1" i="1" dirty="0">
              <a:solidFill>
                <a:srgbClr val="C00000"/>
              </a:solidFill>
            </a:endParaRPr>
          </a:p>
        </p:txBody>
      </p:sp>
    </p:spTree>
    <p:extLst>
      <p:ext uri="{BB962C8B-B14F-4D97-AF65-F5344CB8AC3E}">
        <p14:creationId xmlns:p14="http://schemas.microsoft.com/office/powerpoint/2010/main" val="2623442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5A010-6A77-31F3-95B7-EFA3A246D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990E0-FAEC-23B6-AA81-9C34A9403D5B}"/>
              </a:ext>
            </a:extLst>
          </p:cNvPr>
          <p:cNvSpPr>
            <a:spLocks noGrp="1"/>
          </p:cNvSpPr>
          <p:nvPr>
            <p:ph type="title"/>
          </p:nvPr>
        </p:nvSpPr>
        <p:spPr/>
        <p:txBody>
          <a:bodyPr/>
          <a:lstStyle/>
          <a:p>
            <a:r>
              <a:rPr lang="en-GB" dirty="0"/>
              <a:t>Federated Learning</a:t>
            </a:r>
          </a:p>
        </p:txBody>
      </p:sp>
      <p:sp>
        <p:nvSpPr>
          <p:cNvPr id="3" name="Text Placeholder 2">
            <a:extLst>
              <a:ext uri="{FF2B5EF4-FFF2-40B4-BE49-F238E27FC236}">
                <a16:creationId xmlns:a16="http://schemas.microsoft.com/office/drawing/2014/main" id="{F87F2209-8802-8409-4830-C3A7831BF9C8}"/>
              </a:ext>
            </a:extLst>
          </p:cNvPr>
          <p:cNvSpPr>
            <a:spLocks noGrp="1"/>
          </p:cNvSpPr>
          <p:nvPr>
            <p:ph type="body" idx="1"/>
          </p:nvPr>
        </p:nvSpPr>
        <p:spPr/>
        <p:txBody>
          <a:bodyPr/>
          <a:lstStyle/>
          <a:p>
            <a:r>
              <a:rPr lang="en-GB" dirty="0"/>
              <a:t>Privacy Attacks</a:t>
            </a:r>
          </a:p>
        </p:txBody>
      </p:sp>
    </p:spTree>
    <p:extLst>
      <p:ext uri="{BB962C8B-B14F-4D97-AF65-F5344CB8AC3E}">
        <p14:creationId xmlns:p14="http://schemas.microsoft.com/office/powerpoint/2010/main" val="2478518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02C71-F550-8202-61A4-20F1466A8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54110-2732-E7AC-98CD-42CF8A4983BE}"/>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D8B9571C-EE5F-66B8-FA00-3C0225CED243}"/>
              </a:ext>
            </a:extLst>
          </p:cNvPr>
          <p:cNvSpPr>
            <a:spLocks noGrp="1"/>
          </p:cNvSpPr>
          <p:nvPr>
            <p:ph type="body" idx="1"/>
          </p:nvPr>
        </p:nvSpPr>
        <p:spPr/>
        <p:txBody>
          <a:bodyPr>
            <a:normAutofit/>
          </a:bodyPr>
          <a:lstStyle/>
          <a:p>
            <a:pPr marL="114300" indent="0">
              <a:buNone/>
            </a:pPr>
            <a:r>
              <a:rPr lang="en-GB" sz="2200" dirty="0"/>
              <a:t>Privacy attacks are designed to disclose information about the participants of a machine learning task. </a:t>
            </a:r>
            <a:endParaRPr lang="en-US" sz="2200" dirty="0"/>
          </a:p>
        </p:txBody>
      </p:sp>
    </p:spTree>
    <p:extLst>
      <p:ext uri="{BB962C8B-B14F-4D97-AF65-F5344CB8AC3E}">
        <p14:creationId xmlns:p14="http://schemas.microsoft.com/office/powerpoint/2010/main" val="2628640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E2F92-88AB-9881-DF2A-D5064F89E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04F80-A101-6895-AE9C-DD2175B8F581}"/>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30FDF9AD-A230-F440-DE9A-8C234F87848E}"/>
              </a:ext>
            </a:extLst>
          </p:cNvPr>
          <p:cNvSpPr>
            <a:spLocks noGrp="1"/>
          </p:cNvSpPr>
          <p:nvPr>
            <p:ph type="body" idx="1"/>
          </p:nvPr>
        </p:nvSpPr>
        <p:spPr/>
        <p:txBody>
          <a:bodyPr>
            <a:normAutofit/>
          </a:bodyPr>
          <a:lstStyle/>
          <a:p>
            <a:r>
              <a:rPr lang="en-GB" sz="2200" b="1" i="1" dirty="0">
                <a:solidFill>
                  <a:srgbClr val="C00000"/>
                </a:solidFill>
              </a:rPr>
              <a:t>Membership Inference Attacks </a:t>
            </a:r>
            <a:endParaRPr lang="en-US"/>
          </a:p>
          <a:p>
            <a:r>
              <a:rPr lang="en-GB" sz="2200" b="1" i="1" dirty="0">
                <a:solidFill>
                  <a:srgbClr val="C00000"/>
                </a:solidFill>
              </a:rPr>
              <a:t>Model Inversion Attacks </a:t>
            </a:r>
          </a:p>
          <a:p>
            <a:r>
              <a:rPr lang="en-GB" sz="2200" b="1" i="1" dirty="0">
                <a:solidFill>
                  <a:srgbClr val="C00000"/>
                </a:solidFill>
              </a:rPr>
              <a:t>Feature Inference Attacks (Reconstruction or Gradient Inversion Attacks)</a:t>
            </a:r>
          </a:p>
          <a:p>
            <a:r>
              <a:rPr lang="en-GB" sz="2200" b="1" i="1" dirty="0">
                <a:solidFill>
                  <a:srgbClr val="C00000"/>
                </a:solidFill>
              </a:rPr>
              <a:t>Property Inference Attacks (Attribute Inference Attacks) </a:t>
            </a:r>
            <a:endParaRPr lang="en-GB" b="1" i="1" dirty="0">
              <a:solidFill>
                <a:srgbClr val="C00000"/>
              </a:solidFill>
            </a:endParaRPr>
          </a:p>
        </p:txBody>
      </p:sp>
    </p:spTree>
    <p:extLst>
      <p:ext uri="{BB962C8B-B14F-4D97-AF65-F5344CB8AC3E}">
        <p14:creationId xmlns:p14="http://schemas.microsoft.com/office/powerpoint/2010/main" val="1374531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1657-F870-A823-CE5F-67F002DE9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6BC51-F885-903C-09FC-B29130B0399E}"/>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D6C074FE-4D3E-8ACA-E7AA-032BF0261385}"/>
              </a:ext>
            </a:extLst>
          </p:cNvPr>
          <p:cNvSpPr>
            <a:spLocks noGrp="1"/>
          </p:cNvSpPr>
          <p:nvPr>
            <p:ph type="body" idx="1"/>
          </p:nvPr>
        </p:nvSpPr>
        <p:spPr/>
        <p:txBody>
          <a:bodyPr>
            <a:normAutofit/>
          </a:bodyPr>
          <a:lstStyle/>
          <a:p>
            <a:pPr marL="114300" indent="0">
              <a:buNone/>
            </a:pPr>
            <a:r>
              <a:rPr lang="en-GB" sz="2200" b="1" i="1" dirty="0">
                <a:solidFill>
                  <a:srgbClr val="C00000"/>
                </a:solidFill>
              </a:rPr>
              <a:t>Membership Inference Attacks </a:t>
            </a:r>
            <a:endParaRPr lang="en-US"/>
          </a:p>
          <a:p>
            <a:pPr marL="114300" indent="0">
              <a:buNone/>
            </a:pPr>
            <a:endParaRPr lang="en-GB" sz="2200" dirty="0">
              <a:solidFill>
                <a:schemeClr val="tx1"/>
              </a:solidFill>
            </a:endParaRPr>
          </a:p>
          <a:p>
            <a:pPr marL="114300" indent="0">
              <a:buNone/>
            </a:pPr>
            <a:r>
              <a:rPr lang="en-GB" sz="2200" dirty="0">
                <a:solidFill>
                  <a:schemeClr val="tx1"/>
                </a:solidFill>
              </a:rPr>
              <a:t>An attacker tries to determine whether a </a:t>
            </a:r>
            <a:r>
              <a:rPr lang="en-GB" sz="2200" b="1" dirty="0">
                <a:solidFill>
                  <a:schemeClr val="tx1"/>
                </a:solidFill>
              </a:rPr>
              <a:t>specific data sample</a:t>
            </a:r>
            <a:r>
              <a:rPr lang="en-GB" sz="2200" dirty="0">
                <a:solidFill>
                  <a:schemeClr val="tx1"/>
                </a:solidFill>
              </a:rPr>
              <a:t> was used in training a FL model. This can be a serious </a:t>
            </a:r>
            <a:r>
              <a:rPr lang="en-GB" sz="2200" b="1" dirty="0">
                <a:solidFill>
                  <a:schemeClr val="tx1"/>
                </a:solidFill>
              </a:rPr>
              <a:t>privacy </a:t>
            </a:r>
            <a:r>
              <a:rPr lang="en-GB" sz="2200" dirty="0">
                <a:solidFill>
                  <a:schemeClr val="tx1"/>
                </a:solidFill>
              </a:rPr>
              <a:t>risk, especially in sensitive applications like healthcare, finance, or autonomous driving.</a:t>
            </a:r>
            <a:endParaRPr lang="en-GB">
              <a:solidFill>
                <a:schemeClr val="tx1"/>
              </a:solidFill>
            </a:endParaRPr>
          </a:p>
        </p:txBody>
      </p:sp>
    </p:spTree>
    <p:extLst>
      <p:ext uri="{BB962C8B-B14F-4D97-AF65-F5344CB8AC3E}">
        <p14:creationId xmlns:p14="http://schemas.microsoft.com/office/powerpoint/2010/main" val="902560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7417F-4B37-C517-2A22-E1E1395B8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3A755-C6ED-6B45-7142-64689D36E2C1}"/>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1D40C8DD-FC5A-A541-2A32-B54B911BDF5E}"/>
              </a:ext>
            </a:extLst>
          </p:cNvPr>
          <p:cNvSpPr>
            <a:spLocks noGrp="1"/>
          </p:cNvSpPr>
          <p:nvPr>
            <p:ph type="body" idx="1"/>
          </p:nvPr>
        </p:nvSpPr>
        <p:spPr/>
        <p:txBody>
          <a:bodyPr>
            <a:normAutofit/>
          </a:bodyPr>
          <a:lstStyle/>
          <a:p>
            <a:pPr marL="114300" indent="0">
              <a:buNone/>
            </a:pPr>
            <a:r>
              <a:rPr lang="en-GB" sz="2200" b="1" i="1" dirty="0">
                <a:solidFill>
                  <a:srgbClr val="C00000"/>
                </a:solidFill>
              </a:rPr>
              <a:t>Model Inversion Attacks </a:t>
            </a:r>
            <a:endParaRPr lang="en-US" dirty="0"/>
          </a:p>
          <a:p>
            <a:pPr marL="114300" indent="0">
              <a:buNone/>
            </a:pPr>
            <a:endParaRPr lang="en-GB" dirty="0">
              <a:solidFill>
                <a:schemeClr val="tx1"/>
              </a:solidFill>
            </a:endParaRPr>
          </a:p>
          <a:p>
            <a:pPr marL="114300" indent="0">
              <a:buNone/>
            </a:pPr>
            <a:r>
              <a:rPr lang="en-GB" sz="2200" dirty="0">
                <a:solidFill>
                  <a:schemeClr val="tx1"/>
                </a:solidFill>
              </a:rPr>
              <a:t>An attacker tries to reconstruct </a:t>
            </a:r>
            <a:r>
              <a:rPr lang="en-GB" sz="2200" b="1" dirty="0">
                <a:solidFill>
                  <a:schemeClr val="tx1"/>
                </a:solidFill>
              </a:rPr>
              <a:t>sensitive training data </a:t>
            </a:r>
            <a:r>
              <a:rPr lang="en-GB" sz="2200" dirty="0">
                <a:solidFill>
                  <a:schemeClr val="tx1"/>
                </a:solidFill>
              </a:rPr>
              <a:t>by exploiting access to the trained FL model. This attack can be used to extract private information, such as images, medical records, or personal details, just by </a:t>
            </a:r>
            <a:r>
              <a:rPr lang="en-GB" sz="2200" b="1" err="1">
                <a:solidFill>
                  <a:schemeClr val="tx1"/>
                </a:solidFill>
              </a:rPr>
              <a:t>analyzing</a:t>
            </a:r>
            <a:r>
              <a:rPr lang="en-GB" sz="2200" b="1" dirty="0">
                <a:solidFill>
                  <a:schemeClr val="tx1"/>
                </a:solidFill>
              </a:rPr>
              <a:t> </a:t>
            </a:r>
            <a:r>
              <a:rPr lang="en-GB" sz="2200" dirty="0">
                <a:solidFill>
                  <a:schemeClr val="tx1"/>
                </a:solidFill>
              </a:rPr>
              <a:t>the </a:t>
            </a:r>
            <a:r>
              <a:rPr lang="en-GB" sz="2200" b="1" dirty="0">
                <a:solidFill>
                  <a:schemeClr val="tx1"/>
                </a:solidFill>
              </a:rPr>
              <a:t>model’s</a:t>
            </a:r>
            <a:r>
              <a:rPr lang="en-GB" sz="2200" dirty="0">
                <a:solidFill>
                  <a:schemeClr val="tx1"/>
                </a:solidFill>
              </a:rPr>
              <a:t> </a:t>
            </a:r>
            <a:r>
              <a:rPr lang="en-GB" sz="2200" b="1" dirty="0">
                <a:solidFill>
                  <a:schemeClr val="tx1"/>
                </a:solidFill>
              </a:rPr>
              <a:t>outputs</a:t>
            </a:r>
            <a:r>
              <a:rPr lang="en-GB" sz="2200" dirty="0">
                <a:solidFill>
                  <a:schemeClr val="tx1"/>
                </a:solidFill>
              </a:rPr>
              <a:t>.</a:t>
            </a:r>
            <a:endParaRPr lang="en-GB" sz="2200">
              <a:solidFill>
                <a:schemeClr val="tx1"/>
              </a:solidFill>
            </a:endParaRPr>
          </a:p>
        </p:txBody>
      </p:sp>
    </p:spTree>
    <p:extLst>
      <p:ext uri="{BB962C8B-B14F-4D97-AF65-F5344CB8AC3E}">
        <p14:creationId xmlns:p14="http://schemas.microsoft.com/office/powerpoint/2010/main" val="3444391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A393-DA22-A58F-4593-7E3F49315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EBDAD-9584-F455-7BBF-7C6BBC9D637D}"/>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2B077132-7147-C237-E249-224E3496B0B5}"/>
              </a:ext>
            </a:extLst>
          </p:cNvPr>
          <p:cNvSpPr>
            <a:spLocks noGrp="1"/>
          </p:cNvSpPr>
          <p:nvPr>
            <p:ph type="body" idx="1"/>
          </p:nvPr>
        </p:nvSpPr>
        <p:spPr/>
        <p:txBody>
          <a:bodyPr>
            <a:normAutofit/>
          </a:bodyPr>
          <a:lstStyle/>
          <a:p>
            <a:pPr marL="114300" indent="0">
              <a:buNone/>
            </a:pPr>
            <a:r>
              <a:rPr lang="en-GB" sz="2200" b="1" i="1" dirty="0">
                <a:solidFill>
                  <a:srgbClr val="C00000"/>
                </a:solidFill>
              </a:rPr>
              <a:t>Feature Inference Attacks</a:t>
            </a:r>
            <a:endParaRPr lang="en-US"/>
          </a:p>
          <a:p>
            <a:pPr marL="114300" indent="0">
              <a:buNone/>
            </a:pPr>
            <a:endParaRPr lang="en-GB" dirty="0">
              <a:solidFill>
                <a:schemeClr val="tx1"/>
              </a:solidFill>
            </a:endParaRPr>
          </a:p>
          <a:p>
            <a:pPr marL="114300" indent="0">
              <a:buNone/>
            </a:pPr>
            <a:r>
              <a:rPr lang="en-GB" sz="2200" dirty="0">
                <a:solidFill>
                  <a:schemeClr val="tx1"/>
                </a:solidFill>
              </a:rPr>
              <a:t>An attacker tries to recover</a:t>
            </a:r>
            <a:r>
              <a:rPr lang="en-GB" sz="2200" b="1" dirty="0">
                <a:solidFill>
                  <a:schemeClr val="tx1"/>
                </a:solidFill>
              </a:rPr>
              <a:t> private features</a:t>
            </a:r>
            <a:r>
              <a:rPr lang="en-GB" sz="2200" dirty="0">
                <a:solidFill>
                  <a:schemeClr val="tx1"/>
                </a:solidFill>
              </a:rPr>
              <a:t> of the training data by exploiting </a:t>
            </a:r>
            <a:r>
              <a:rPr lang="en-GB" sz="2200" b="1" dirty="0">
                <a:solidFill>
                  <a:schemeClr val="tx1"/>
                </a:solidFill>
              </a:rPr>
              <a:t>model updates</a:t>
            </a:r>
            <a:r>
              <a:rPr lang="en-GB" sz="2200" dirty="0">
                <a:solidFill>
                  <a:schemeClr val="tx1"/>
                </a:solidFill>
              </a:rPr>
              <a:t> (gradients) in FL. </a:t>
            </a:r>
            <a:endParaRPr lang="en-GB" dirty="0">
              <a:solidFill>
                <a:schemeClr val="tx1"/>
              </a:solidFill>
            </a:endParaRPr>
          </a:p>
          <a:p>
            <a:pPr marL="114300" indent="0">
              <a:buNone/>
            </a:pPr>
            <a:r>
              <a:rPr lang="en-GB" sz="2200" dirty="0">
                <a:solidFill>
                  <a:schemeClr val="tx1"/>
                </a:solidFill>
              </a:rPr>
              <a:t>Instead of trying to extract </a:t>
            </a:r>
            <a:r>
              <a:rPr lang="en-GB" sz="2200" b="1" dirty="0">
                <a:solidFill>
                  <a:schemeClr val="tx1"/>
                </a:solidFill>
              </a:rPr>
              <a:t>full data samples</a:t>
            </a:r>
            <a:r>
              <a:rPr lang="en-GB" sz="2200" dirty="0">
                <a:solidFill>
                  <a:schemeClr val="tx1"/>
                </a:solidFill>
              </a:rPr>
              <a:t>, the </a:t>
            </a:r>
            <a:r>
              <a:rPr lang="en-GB" sz="2200" b="1" dirty="0">
                <a:solidFill>
                  <a:schemeClr val="tx1"/>
                </a:solidFill>
              </a:rPr>
              <a:t>attacker </a:t>
            </a:r>
            <a:r>
              <a:rPr lang="en-GB" sz="2200" dirty="0">
                <a:solidFill>
                  <a:schemeClr val="tx1"/>
                </a:solidFill>
              </a:rPr>
              <a:t>focuses on </a:t>
            </a:r>
            <a:r>
              <a:rPr lang="en-GB" sz="2200" b="1" dirty="0">
                <a:solidFill>
                  <a:schemeClr val="tx1"/>
                </a:solidFill>
              </a:rPr>
              <a:t>reconstructing specific features</a:t>
            </a:r>
            <a:r>
              <a:rPr lang="en-GB" sz="2200" dirty="0">
                <a:solidFill>
                  <a:schemeClr val="tx1"/>
                </a:solidFill>
              </a:rPr>
              <a:t> </a:t>
            </a:r>
            <a:r>
              <a:rPr lang="en-GB" sz="2200" b="1" dirty="0">
                <a:solidFill>
                  <a:schemeClr val="tx1"/>
                </a:solidFill>
              </a:rPr>
              <a:t>from the gradients</a:t>
            </a:r>
            <a:r>
              <a:rPr lang="en-GB" sz="2200" dirty="0">
                <a:solidFill>
                  <a:schemeClr val="tx1"/>
                </a:solidFill>
              </a:rPr>
              <a:t> shared during training.</a:t>
            </a:r>
            <a:endParaRPr lang="en-GB">
              <a:solidFill>
                <a:schemeClr val="tx1"/>
              </a:solidFill>
            </a:endParaRPr>
          </a:p>
        </p:txBody>
      </p:sp>
    </p:spTree>
    <p:extLst>
      <p:ext uri="{BB962C8B-B14F-4D97-AF65-F5344CB8AC3E}">
        <p14:creationId xmlns:p14="http://schemas.microsoft.com/office/powerpoint/2010/main" val="386094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F089E-C09E-655A-B5FA-B2AE0F8B8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61AB6-39D6-978D-851B-148190C24252}"/>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DFEDEBDC-0654-67B2-9DF2-E1DFF0E0A2C9}"/>
              </a:ext>
            </a:extLst>
          </p:cNvPr>
          <p:cNvSpPr>
            <a:spLocks noGrp="1"/>
          </p:cNvSpPr>
          <p:nvPr>
            <p:ph type="body" idx="1"/>
          </p:nvPr>
        </p:nvSpPr>
        <p:spPr/>
        <p:txBody>
          <a:bodyPr>
            <a:normAutofit/>
          </a:bodyPr>
          <a:lstStyle/>
          <a:p>
            <a:pPr marL="114300" indent="0">
              <a:buNone/>
            </a:pPr>
            <a:r>
              <a:rPr lang="en-GB" sz="2200" b="1" i="1" dirty="0">
                <a:solidFill>
                  <a:srgbClr val="C00000"/>
                </a:solidFill>
              </a:rPr>
              <a:t>Property Inference Attacks</a:t>
            </a:r>
            <a:endParaRPr lang="en-GB" sz="2200" dirty="0">
              <a:solidFill>
                <a:srgbClr val="C00000"/>
              </a:solidFill>
            </a:endParaRPr>
          </a:p>
          <a:p>
            <a:pPr marL="114300" indent="0">
              <a:buNone/>
            </a:pPr>
            <a:endParaRPr lang="en-GB" sz="2200" dirty="0">
              <a:solidFill>
                <a:schemeClr val="tx1"/>
              </a:solidFill>
            </a:endParaRPr>
          </a:p>
          <a:p>
            <a:pPr marL="114300" indent="0">
              <a:buNone/>
            </a:pPr>
            <a:r>
              <a:rPr lang="en-GB" sz="2200" dirty="0">
                <a:solidFill>
                  <a:schemeClr val="tx1"/>
                </a:solidFill>
              </a:rPr>
              <a:t>An attacker tries to infer specific </a:t>
            </a:r>
            <a:r>
              <a:rPr lang="en-GB" sz="2200" b="1" dirty="0">
                <a:solidFill>
                  <a:schemeClr val="tx1"/>
                </a:solidFill>
              </a:rPr>
              <a:t>attributes </a:t>
            </a:r>
            <a:r>
              <a:rPr lang="en-GB" sz="2200" dirty="0">
                <a:solidFill>
                  <a:schemeClr val="tx1"/>
                </a:solidFill>
              </a:rPr>
              <a:t>or </a:t>
            </a:r>
            <a:r>
              <a:rPr lang="en-GB" sz="2200" b="1" dirty="0">
                <a:solidFill>
                  <a:schemeClr val="tx1"/>
                </a:solidFill>
              </a:rPr>
              <a:t>properties </a:t>
            </a:r>
            <a:r>
              <a:rPr lang="en-GB" sz="2200" dirty="0">
                <a:solidFill>
                  <a:schemeClr val="tx1"/>
                </a:solidFill>
              </a:rPr>
              <a:t>of the </a:t>
            </a:r>
            <a:r>
              <a:rPr lang="en-GB" sz="2200" b="1" dirty="0">
                <a:solidFill>
                  <a:schemeClr val="tx1"/>
                </a:solidFill>
              </a:rPr>
              <a:t>training data</a:t>
            </a:r>
            <a:r>
              <a:rPr lang="en-GB" sz="2200" dirty="0">
                <a:solidFill>
                  <a:schemeClr val="tx1"/>
                </a:solidFill>
              </a:rPr>
              <a:t> </a:t>
            </a:r>
            <a:r>
              <a:rPr lang="en-GB" sz="2200" b="1" dirty="0">
                <a:solidFill>
                  <a:schemeClr val="tx1"/>
                </a:solidFill>
              </a:rPr>
              <a:t>without directly </a:t>
            </a:r>
            <a:r>
              <a:rPr lang="en-GB" sz="2200" dirty="0">
                <a:solidFill>
                  <a:schemeClr val="tx1"/>
                </a:solidFill>
              </a:rPr>
              <a:t>accessing it. </a:t>
            </a:r>
            <a:endParaRPr lang="en-GB">
              <a:solidFill>
                <a:schemeClr val="tx1"/>
              </a:solidFill>
            </a:endParaRPr>
          </a:p>
          <a:p>
            <a:pPr marL="114300" indent="0">
              <a:buNone/>
            </a:pPr>
            <a:r>
              <a:rPr lang="en-GB" sz="2200" dirty="0">
                <a:solidFill>
                  <a:schemeClr val="tx1"/>
                </a:solidFill>
              </a:rPr>
              <a:t>In FL, this can happen when an attacker uses the </a:t>
            </a:r>
            <a:r>
              <a:rPr lang="en-GB" sz="2200" b="1" dirty="0">
                <a:solidFill>
                  <a:schemeClr val="tx1"/>
                </a:solidFill>
              </a:rPr>
              <a:t>model’s predictions or updates to deduce sensitive attributes</a:t>
            </a:r>
            <a:r>
              <a:rPr lang="en-GB" sz="2200" dirty="0">
                <a:solidFill>
                  <a:schemeClr val="tx1"/>
                </a:solidFill>
              </a:rPr>
              <a:t> associated with the users in the training dataset.</a:t>
            </a:r>
            <a:endParaRPr lang="en-GB">
              <a:solidFill>
                <a:schemeClr val="tx1"/>
              </a:solidFill>
            </a:endParaRPr>
          </a:p>
          <a:p>
            <a:pPr marL="114300" indent="0">
              <a:buNone/>
            </a:pPr>
            <a:endParaRPr lang="en-GB" sz="2200">
              <a:solidFill>
                <a:schemeClr val="tx1"/>
              </a:solidFill>
            </a:endParaRPr>
          </a:p>
        </p:txBody>
      </p:sp>
    </p:spTree>
    <p:extLst>
      <p:ext uri="{BB962C8B-B14F-4D97-AF65-F5344CB8AC3E}">
        <p14:creationId xmlns:p14="http://schemas.microsoft.com/office/powerpoint/2010/main" val="3788903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6B0B-54F2-F686-C2AC-BF6D56390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396A3-B668-BF4D-5C98-391B9D75E423}"/>
              </a:ext>
            </a:extLst>
          </p:cNvPr>
          <p:cNvSpPr>
            <a:spLocks noGrp="1"/>
          </p:cNvSpPr>
          <p:nvPr>
            <p:ph type="title"/>
          </p:nvPr>
        </p:nvSpPr>
        <p:spPr/>
        <p:txBody>
          <a:bodyPr/>
          <a:lstStyle/>
          <a:p>
            <a:r>
              <a:rPr lang="en-GB" dirty="0"/>
              <a:t>Privacy Attacks</a:t>
            </a:r>
            <a:endParaRPr lang="en-US" dirty="0"/>
          </a:p>
        </p:txBody>
      </p:sp>
      <p:sp>
        <p:nvSpPr>
          <p:cNvPr id="3" name="Text Placeholder 2">
            <a:extLst>
              <a:ext uri="{FF2B5EF4-FFF2-40B4-BE49-F238E27FC236}">
                <a16:creationId xmlns:a16="http://schemas.microsoft.com/office/drawing/2014/main" id="{5051C31E-BA51-8017-FFE8-35E07F877933}"/>
              </a:ext>
            </a:extLst>
          </p:cNvPr>
          <p:cNvSpPr>
            <a:spLocks noGrp="1"/>
          </p:cNvSpPr>
          <p:nvPr>
            <p:ph type="body" idx="1"/>
          </p:nvPr>
        </p:nvSpPr>
        <p:spPr>
          <a:xfrm>
            <a:off x="838200" y="1825625"/>
            <a:ext cx="10515600" cy="5000169"/>
          </a:xfrm>
        </p:spPr>
        <p:txBody>
          <a:bodyPr>
            <a:normAutofit/>
          </a:bodyPr>
          <a:lstStyle/>
          <a:p>
            <a:pPr marL="114300" indent="0">
              <a:buNone/>
            </a:pPr>
            <a:r>
              <a:rPr lang="en-GB" sz="2200" b="1" i="1" dirty="0">
                <a:solidFill>
                  <a:srgbClr val="C00000"/>
                </a:solidFill>
              </a:rPr>
              <a:t>Property Inference Attacks </a:t>
            </a:r>
            <a:endParaRPr lang="en-GB" sz="2200" b="1" i="1">
              <a:solidFill>
                <a:schemeClr val="tx1"/>
              </a:solidFill>
            </a:endParaRPr>
          </a:p>
          <a:p>
            <a:pPr>
              <a:buNone/>
            </a:pPr>
            <a:endParaRPr lang="en-GB" sz="2200" dirty="0">
              <a:solidFill>
                <a:schemeClr val="tx1"/>
              </a:solidFill>
            </a:endParaRPr>
          </a:p>
          <a:p>
            <a:r>
              <a:rPr lang="en-GB" sz="2200" dirty="0">
                <a:solidFill>
                  <a:schemeClr val="tx1"/>
                </a:solidFill>
              </a:rPr>
              <a:t>The attacker observes the model’s </a:t>
            </a:r>
            <a:r>
              <a:rPr lang="en-GB" sz="2200" dirty="0" err="1">
                <a:solidFill>
                  <a:schemeClr val="tx1"/>
                </a:solidFill>
              </a:rPr>
              <a:t>behavior</a:t>
            </a:r>
            <a:r>
              <a:rPr lang="en-GB" sz="2200" dirty="0">
                <a:solidFill>
                  <a:schemeClr val="tx1"/>
                </a:solidFill>
              </a:rPr>
              <a:t> to infer general properties of the training set</a:t>
            </a:r>
          </a:p>
          <a:p>
            <a:r>
              <a:rPr lang="en-GB" sz="2200" dirty="0">
                <a:solidFill>
                  <a:schemeClr val="tx1"/>
                </a:solidFill>
              </a:rPr>
              <a:t>Focus on general properties of the entire dataset (vs. feature Inference attacks that focus on specific attributes of individual records)</a:t>
            </a:r>
            <a:endParaRPr lang="en-GB">
              <a:solidFill>
                <a:schemeClr val="tx1"/>
              </a:solidFill>
            </a:endParaRPr>
          </a:p>
          <a:p>
            <a:pPr>
              <a:buNone/>
            </a:pPr>
            <a:endParaRPr lang="en-GB" dirty="0">
              <a:solidFill>
                <a:schemeClr val="tx1"/>
              </a:solidFill>
            </a:endParaRPr>
          </a:p>
          <a:p>
            <a:pPr marL="114300" indent="0">
              <a:buNone/>
            </a:pPr>
            <a:endParaRPr lang="en-GB" sz="2200">
              <a:solidFill>
                <a:schemeClr val="tx1"/>
              </a:solidFill>
            </a:endParaRPr>
          </a:p>
        </p:txBody>
      </p:sp>
    </p:spTree>
    <p:extLst>
      <p:ext uri="{BB962C8B-B14F-4D97-AF65-F5344CB8AC3E}">
        <p14:creationId xmlns:p14="http://schemas.microsoft.com/office/powerpoint/2010/main" val="2177945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91979-7A01-9D40-2D61-C3B8800FE813}"/>
              </a:ext>
            </a:extLst>
          </p:cNvPr>
          <p:cNvSpPr>
            <a:spLocks noGrp="1"/>
          </p:cNvSpPr>
          <p:nvPr>
            <p:ph type="title"/>
          </p:nvPr>
        </p:nvSpPr>
        <p:spPr/>
        <p:txBody>
          <a:bodyPr/>
          <a:lstStyle/>
          <a:p>
            <a:r>
              <a:rPr lang="en-GB" dirty="0"/>
              <a:t>Next Steps</a:t>
            </a:r>
          </a:p>
        </p:txBody>
      </p:sp>
      <p:sp>
        <p:nvSpPr>
          <p:cNvPr id="3" name="Text Placeholder 2">
            <a:extLst>
              <a:ext uri="{FF2B5EF4-FFF2-40B4-BE49-F238E27FC236}">
                <a16:creationId xmlns:a16="http://schemas.microsoft.com/office/drawing/2014/main" id="{F727CE52-E5E7-9BD0-2333-7B7EFCD7C914}"/>
              </a:ext>
            </a:extLst>
          </p:cNvPr>
          <p:cNvSpPr>
            <a:spLocks noGrp="1"/>
          </p:cNvSpPr>
          <p:nvPr>
            <p:ph type="body" idx="1"/>
          </p:nvPr>
        </p:nvSpPr>
        <p:spPr/>
        <p:txBody>
          <a:bodyPr/>
          <a:lstStyle/>
          <a:p>
            <a:r>
              <a:rPr lang="en-GB" dirty="0"/>
              <a:t>Threats/Use Cases (WIP)</a:t>
            </a:r>
            <a:endParaRPr lang="en-US" dirty="0"/>
          </a:p>
          <a:p>
            <a:r>
              <a:rPr lang="en-GB" dirty="0">
                <a:hlinkClick r:id="rId2"/>
              </a:rPr>
              <a:t>T3.1_ Living Document (update)</a:t>
            </a:r>
            <a:endParaRPr lang="en-US"/>
          </a:p>
        </p:txBody>
      </p:sp>
    </p:spTree>
    <p:extLst>
      <p:ext uri="{BB962C8B-B14F-4D97-AF65-F5344CB8AC3E}">
        <p14:creationId xmlns:p14="http://schemas.microsoft.com/office/powerpoint/2010/main" val="1587470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Front pag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4F42BB571C174A8CFFD983452FCC05" ma:contentTypeVersion="12" ma:contentTypeDescription="Create a new document." ma:contentTypeScope="" ma:versionID="be7498dd9c4512a837f461ead69e4c34">
  <xsd:schema xmlns:xsd="http://www.w3.org/2001/XMLSchema" xmlns:xs="http://www.w3.org/2001/XMLSchema" xmlns:p="http://schemas.microsoft.com/office/2006/metadata/properties" xmlns:ns2="d608b43f-bfac-4116-ae2f-2654f04dc4f2" xmlns:ns3="f05f1c5d-c52e-4d54-83d1-a52e4aeefd52" targetNamespace="http://schemas.microsoft.com/office/2006/metadata/properties" ma:root="true" ma:fieldsID="07f14bcc0f87e48c34d5d33dedee0072" ns2:_="" ns3:_="">
    <xsd:import namespace="d608b43f-bfac-4116-ae2f-2654f04dc4f2"/>
    <xsd:import namespace="f05f1c5d-c52e-4d54-83d1-a52e4aeefd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1a16348-86a9-4153-a534-716e536704a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5f1c5d-c52e-4d54-83d1-a52e4aeefd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be773a3-2a48-487a-a9d1-73543309e2e9}" ma:internalName="TaxCatchAll" ma:showField="CatchAllData" ma:web="f05f1c5d-c52e-4d54-83d1-a52e4aeefd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608b43f-bfac-4116-ae2f-2654f04dc4f2">
      <Terms xmlns="http://schemas.microsoft.com/office/infopath/2007/PartnerControls"/>
    </lcf76f155ced4ddcb4097134ff3c332f>
    <TaxCatchAll xmlns="f05f1c5d-c52e-4d54-83d1-a52e4aeefd5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DEC367-FF7F-479E-88E7-D0A1D3E8F7B0}">
  <ds:schemaRefs>
    <ds:schemaRef ds:uri="d608b43f-bfac-4116-ae2f-2654f04dc4f2"/>
    <ds:schemaRef ds:uri="f05f1c5d-c52e-4d54-83d1-a52e4aeefd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01E25CC-ECC0-4EC5-A31C-2C11B6AFECF6}">
  <ds:schemaRefs>
    <ds:schemaRef ds:uri="d608b43f-bfac-4116-ae2f-2654f04dc4f2"/>
    <ds:schemaRef ds:uri="f05f1c5d-c52e-4d54-83d1-a52e4aeefd52"/>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269F4A0-6C23-4043-9EE0-4B49707EA9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2</Notes>
  <HiddenSlides>0</HiddenSlide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2_Front page</vt:lpstr>
      <vt:lpstr>Θέμα του Office</vt:lpstr>
      <vt:lpstr>Task 3.1 State-of-the-Art, Threat model and Technical Specifications</vt:lpstr>
      <vt:lpstr>Collaborative Model Paradigm</vt:lpstr>
      <vt:lpstr>Federated Learning</vt:lpstr>
      <vt:lpstr>Federated Learning - Overview</vt:lpstr>
      <vt:lpstr>Threat models of FL</vt:lpstr>
      <vt:lpstr>Threat models of FL</vt:lpstr>
      <vt:lpstr>Federated Learning</vt:lpstr>
      <vt:lpstr>Security Attacks</vt:lpstr>
      <vt:lpstr>Security Attacks – Untargeted </vt:lpstr>
      <vt:lpstr>Security Attacks – Untargeted </vt:lpstr>
      <vt:lpstr>Security Attacks – Targeted </vt:lpstr>
      <vt:lpstr>Security Attacks – Targeted </vt:lpstr>
      <vt:lpstr>Security Attacks – Targeted </vt:lpstr>
      <vt:lpstr>Security Attacks – Targeted </vt:lpstr>
      <vt:lpstr>Federated Learning</vt:lpstr>
      <vt:lpstr>Privacy Attacks</vt:lpstr>
      <vt:lpstr>Privacy Attacks</vt:lpstr>
      <vt:lpstr>Privacy Attacks</vt:lpstr>
      <vt:lpstr>Privacy Attacks</vt:lpstr>
      <vt:lpstr>Privacy Attacks</vt:lpstr>
      <vt:lpstr>Privacy Attacks</vt:lpstr>
      <vt:lpstr>Privacy Attacks</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revision>448</cp:revision>
  <dcterms:created xsi:type="dcterms:W3CDTF">2024-04-26T17:52:46Z</dcterms:created>
  <dcterms:modified xsi:type="dcterms:W3CDTF">2025-02-20T09:18:15Z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y fmtid="{D5CDD505-2E9C-101B-9397-08002B2CF9AE}" pid="3" name="MediaServiceImageTags">
    <vt:lpwstr/>
  </property>
</Properties>
</file>